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Override1.xml" ContentType="application/vnd.openxmlformats-officedocument.themeOverrid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2.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theme/theme3.xml" ContentType="application/vnd.openxmlformats-officedocument.theme+xml"/>
  <Override PartName="/ppt/theme/themeOverride2.xml" ContentType="application/vnd.openxmlformats-officedocument.themeOverride+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4.xml" ContentType="application/vnd.openxmlformats-officedocument.presentationml.tags+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732" r:id="rId2"/>
    <p:sldMasterId id="2147483793" r:id="rId3"/>
    <p:sldMasterId id="2147483854" r:id="rId4"/>
  </p:sldMasterIdLst>
  <p:notesMasterIdLst>
    <p:notesMasterId r:id="rId39"/>
  </p:notesMasterIdLst>
  <p:handoutMasterIdLst>
    <p:handoutMasterId r:id="rId40"/>
  </p:handoutMasterIdLst>
  <p:sldIdLst>
    <p:sldId id="2147477778" r:id="rId5"/>
    <p:sldId id="276" r:id="rId6"/>
    <p:sldId id="2147483367" r:id="rId7"/>
    <p:sldId id="2147483321" r:id="rId8"/>
    <p:sldId id="2147483327" r:id="rId9"/>
    <p:sldId id="391" r:id="rId10"/>
    <p:sldId id="347" r:id="rId11"/>
    <p:sldId id="264" r:id="rId12"/>
    <p:sldId id="300" r:id="rId13"/>
    <p:sldId id="308" r:id="rId14"/>
    <p:sldId id="306" r:id="rId15"/>
    <p:sldId id="309" r:id="rId16"/>
    <p:sldId id="343" r:id="rId17"/>
    <p:sldId id="307" r:id="rId18"/>
    <p:sldId id="304" r:id="rId19"/>
    <p:sldId id="263" r:id="rId20"/>
    <p:sldId id="261" r:id="rId21"/>
    <p:sldId id="344" r:id="rId22"/>
    <p:sldId id="317" r:id="rId23"/>
    <p:sldId id="345" r:id="rId24"/>
    <p:sldId id="296" r:id="rId25"/>
    <p:sldId id="2147483647" r:id="rId26"/>
    <p:sldId id="340" r:id="rId27"/>
    <p:sldId id="342" r:id="rId28"/>
    <p:sldId id="258" r:id="rId29"/>
    <p:sldId id="301" r:id="rId30"/>
    <p:sldId id="259" r:id="rId31"/>
    <p:sldId id="256" r:id="rId32"/>
    <p:sldId id="2147483646" r:id="rId33"/>
    <p:sldId id="257" r:id="rId34"/>
    <p:sldId id="260" r:id="rId35"/>
    <p:sldId id="262" r:id="rId36"/>
    <p:sldId id="2147483330" r:id="rId37"/>
    <p:sldId id="214748333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5896864-DF69-40F5-8CB7-E9E220E900ED}">
          <p14:sldIdLst>
            <p14:sldId id="2147477778"/>
            <p14:sldId id="276"/>
            <p14:sldId id="2147483367"/>
            <p14:sldId id="2147483321"/>
            <p14:sldId id="2147483327"/>
            <p14:sldId id="391"/>
            <p14:sldId id="347"/>
            <p14:sldId id="264"/>
            <p14:sldId id="300"/>
            <p14:sldId id="308"/>
            <p14:sldId id="306"/>
            <p14:sldId id="309"/>
            <p14:sldId id="343"/>
            <p14:sldId id="307"/>
            <p14:sldId id="304"/>
            <p14:sldId id="263"/>
            <p14:sldId id="261"/>
            <p14:sldId id="344"/>
            <p14:sldId id="317"/>
            <p14:sldId id="345"/>
            <p14:sldId id="296"/>
            <p14:sldId id="2147483647"/>
            <p14:sldId id="340"/>
            <p14:sldId id="342"/>
            <p14:sldId id="258"/>
            <p14:sldId id="301"/>
          </p14:sldIdLst>
        </p14:section>
        <p14:section name="Executive Brief" id="{50458917-C70B-4642-8991-4138CC203B7D}">
          <p14:sldIdLst/>
        </p14:section>
        <p14:section name="Appendix" id="{82D21A1B-4FCD-46CB-B6E4-1101D0D2CA73}">
          <p14:sldIdLst>
            <p14:sldId id="259"/>
            <p14:sldId id="256"/>
            <p14:sldId id="2147483646"/>
            <p14:sldId id="257"/>
            <p14:sldId id="260"/>
            <p14:sldId id="262"/>
            <p14:sldId id="2147483330"/>
            <p14:sldId id="2147483332"/>
          </p14:sldIdLst>
        </p14:section>
      </p14:sectionLst>
    </p:ext>
    <p:ext uri="{EFAFB233-063F-42B5-8137-9DF3F51BA10A}">
      <p15:sldGuideLst xmlns:p15="http://schemas.microsoft.com/office/powerpoint/2012/main">
        <p15:guide id="1" orient="horz" pos="129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1EE7"/>
    <a:srgbClr val="FCFCFD"/>
    <a:srgbClr val="7F1EE7"/>
    <a:srgbClr val="0000A3"/>
    <a:srgbClr val="5400AD"/>
    <a:srgbClr val="1D262F"/>
    <a:srgbClr val="2444C8"/>
    <a:srgbClr val="EBFFCC"/>
    <a:srgbClr val="7CE8F4"/>
    <a:srgbClr val="FFAD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36" autoAdjust="0"/>
    <p:restoredTop sz="72041" autoAdjust="0"/>
  </p:normalViewPr>
  <p:slideViewPr>
    <p:cSldViewPr snapToGrid="0">
      <p:cViewPr varScale="1">
        <p:scale>
          <a:sx n="102" d="100"/>
          <a:sy n="102" d="100"/>
        </p:scale>
        <p:origin x="1344" y="192"/>
      </p:cViewPr>
      <p:guideLst>
        <p:guide orient="horz" pos="1296"/>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showGuides="1">
      <p:cViewPr varScale="1">
        <p:scale>
          <a:sx n="83" d="100"/>
          <a:sy n="83" d="100"/>
        </p:scale>
        <p:origin x="404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534384-B2B1-6240-9016-02F15FA922DB}"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US"/>
        </a:p>
      </dgm:t>
    </dgm:pt>
    <dgm:pt modelId="{384EA849-15D9-C04D-8D1A-F61EE57B0BF9}">
      <dgm:prSet/>
      <dgm:spPr/>
      <dgm:t>
        <a:bodyPr/>
        <a:lstStyle/>
        <a:p>
          <a:r>
            <a:rPr lang="en-US" b="0" i="0"/>
            <a:t>Research and Planning</a:t>
          </a:r>
          <a:endParaRPr lang="en-US"/>
        </a:p>
      </dgm:t>
    </dgm:pt>
    <dgm:pt modelId="{89433E8D-C950-EB4D-9F2D-34BC67142750}" type="parTrans" cxnId="{70C000D9-17D1-D347-B654-230E79B4A823}">
      <dgm:prSet/>
      <dgm:spPr/>
      <dgm:t>
        <a:bodyPr/>
        <a:lstStyle/>
        <a:p>
          <a:endParaRPr lang="en-US"/>
        </a:p>
      </dgm:t>
    </dgm:pt>
    <dgm:pt modelId="{464F6267-8827-FC46-BBF1-77C0F9349335}" type="sibTrans" cxnId="{70C000D9-17D1-D347-B654-230E79B4A823}">
      <dgm:prSet/>
      <dgm:spPr/>
      <dgm:t>
        <a:bodyPr/>
        <a:lstStyle/>
        <a:p>
          <a:endParaRPr lang="en-US"/>
        </a:p>
      </dgm:t>
    </dgm:pt>
    <dgm:pt modelId="{E6C6E790-D423-5F4A-BB84-2573A6C79EBD}">
      <dgm:prSet/>
      <dgm:spPr/>
      <dgm:t>
        <a:bodyPr/>
        <a:lstStyle/>
        <a:p>
          <a:r>
            <a:rPr lang="en-US" b="0" i="0"/>
            <a:t>Data Preparation</a:t>
          </a:r>
          <a:endParaRPr lang="en-US"/>
        </a:p>
      </dgm:t>
    </dgm:pt>
    <dgm:pt modelId="{C8BAD0CA-FFCE-124A-BC92-735F20E24C80}" type="parTrans" cxnId="{447B1F1B-4727-2445-8B55-14B02999AE1A}">
      <dgm:prSet/>
      <dgm:spPr/>
      <dgm:t>
        <a:bodyPr/>
        <a:lstStyle/>
        <a:p>
          <a:endParaRPr lang="en-US"/>
        </a:p>
      </dgm:t>
    </dgm:pt>
    <dgm:pt modelId="{19CC1282-5E2D-824E-9486-7A0D3DBCF0A3}" type="sibTrans" cxnId="{447B1F1B-4727-2445-8B55-14B02999AE1A}">
      <dgm:prSet/>
      <dgm:spPr/>
      <dgm:t>
        <a:bodyPr/>
        <a:lstStyle/>
        <a:p>
          <a:endParaRPr lang="en-US"/>
        </a:p>
      </dgm:t>
    </dgm:pt>
    <dgm:pt modelId="{A041F6AA-95DD-164E-8410-27A60571E412}">
      <dgm:prSet/>
      <dgm:spPr/>
      <dgm:t>
        <a:bodyPr/>
        <a:lstStyle/>
        <a:p>
          <a:r>
            <a:rPr lang="en-US" b="0" i="0"/>
            <a:t>Training – Experimentation</a:t>
          </a:r>
          <a:endParaRPr lang="en-US"/>
        </a:p>
      </dgm:t>
    </dgm:pt>
    <dgm:pt modelId="{7D57E446-EB98-2940-8786-ED4A483FCCFE}" type="parTrans" cxnId="{7641E89D-7348-AA4B-9E31-9079DE1FCD71}">
      <dgm:prSet/>
      <dgm:spPr/>
      <dgm:t>
        <a:bodyPr/>
        <a:lstStyle/>
        <a:p>
          <a:endParaRPr lang="en-US"/>
        </a:p>
      </dgm:t>
    </dgm:pt>
    <dgm:pt modelId="{B91C55D7-4668-F144-8B87-7F7DB292E9F6}" type="sibTrans" cxnId="{7641E89D-7348-AA4B-9E31-9079DE1FCD71}">
      <dgm:prSet/>
      <dgm:spPr/>
      <dgm:t>
        <a:bodyPr/>
        <a:lstStyle/>
        <a:p>
          <a:endParaRPr lang="en-US"/>
        </a:p>
      </dgm:t>
    </dgm:pt>
    <dgm:pt modelId="{AE14F006-746C-BB40-B2EE-5522F41A779A}">
      <dgm:prSet/>
      <dgm:spPr/>
      <dgm:t>
        <a:bodyPr/>
        <a:lstStyle/>
        <a:p>
          <a:r>
            <a:rPr lang="en-US" b="0" i="0" dirty="0"/>
            <a:t>Training – </a:t>
          </a:r>
        </a:p>
        <a:p>
          <a:r>
            <a:rPr lang="en-US" b="0" i="0" dirty="0"/>
            <a:t>Hero Run</a:t>
          </a:r>
          <a:endParaRPr lang="en-US" dirty="0"/>
        </a:p>
      </dgm:t>
    </dgm:pt>
    <dgm:pt modelId="{28E002AF-9D55-E94D-8773-B09EA628566E}" type="parTrans" cxnId="{E907B336-689D-C742-BF5C-DB38EE6E133F}">
      <dgm:prSet/>
      <dgm:spPr/>
      <dgm:t>
        <a:bodyPr/>
        <a:lstStyle/>
        <a:p>
          <a:endParaRPr lang="en-US"/>
        </a:p>
      </dgm:t>
    </dgm:pt>
    <dgm:pt modelId="{0F27FC2A-B562-C546-8C9B-23AC5F94394F}" type="sibTrans" cxnId="{E907B336-689D-C742-BF5C-DB38EE6E133F}">
      <dgm:prSet/>
      <dgm:spPr/>
      <dgm:t>
        <a:bodyPr/>
        <a:lstStyle/>
        <a:p>
          <a:endParaRPr lang="en-US"/>
        </a:p>
      </dgm:t>
    </dgm:pt>
    <dgm:pt modelId="{CC2B61EE-6799-9346-AF7B-32F2B18B9C19}">
      <dgm:prSet/>
      <dgm:spPr/>
      <dgm:t>
        <a:bodyPr/>
        <a:lstStyle/>
        <a:p>
          <a:r>
            <a:rPr lang="en-US" b="0" i="0"/>
            <a:t>Evaluation</a:t>
          </a:r>
          <a:endParaRPr lang="en-US"/>
        </a:p>
      </dgm:t>
    </dgm:pt>
    <dgm:pt modelId="{F289E06A-C714-3D42-999F-B3589366F416}" type="parTrans" cxnId="{325F4319-EAF6-FE43-B313-D741854F17F6}">
      <dgm:prSet/>
      <dgm:spPr/>
      <dgm:t>
        <a:bodyPr/>
        <a:lstStyle/>
        <a:p>
          <a:endParaRPr lang="en-US"/>
        </a:p>
      </dgm:t>
    </dgm:pt>
    <dgm:pt modelId="{ED69EF48-83B4-3E41-B215-700B8A34B8AB}" type="sibTrans" cxnId="{325F4319-EAF6-FE43-B313-D741854F17F6}">
      <dgm:prSet/>
      <dgm:spPr/>
      <dgm:t>
        <a:bodyPr/>
        <a:lstStyle/>
        <a:p>
          <a:endParaRPr lang="en-US"/>
        </a:p>
      </dgm:t>
    </dgm:pt>
    <dgm:pt modelId="{C7884DF8-16A3-8248-B1EB-BB7A5E7F6E77}">
      <dgm:prSet/>
      <dgm:spPr/>
      <dgm:t>
        <a:bodyPr/>
        <a:lstStyle/>
        <a:p>
          <a:r>
            <a:rPr lang="en-US" b="0" i="0"/>
            <a:t>Post-Training for Downstream Tasks</a:t>
          </a:r>
          <a:endParaRPr lang="en-US"/>
        </a:p>
      </dgm:t>
    </dgm:pt>
    <dgm:pt modelId="{46423D89-C8D2-9D4D-9CE5-BBE4ED7200E8}" type="parTrans" cxnId="{D4CB36F2-9BA7-9944-A7A4-AE58E89CF112}">
      <dgm:prSet/>
      <dgm:spPr/>
      <dgm:t>
        <a:bodyPr/>
        <a:lstStyle/>
        <a:p>
          <a:endParaRPr lang="en-US"/>
        </a:p>
      </dgm:t>
    </dgm:pt>
    <dgm:pt modelId="{03066F6D-B412-A14D-AE3D-868075F25B72}" type="sibTrans" cxnId="{D4CB36F2-9BA7-9944-A7A4-AE58E89CF112}">
      <dgm:prSet/>
      <dgm:spPr/>
      <dgm:t>
        <a:bodyPr/>
        <a:lstStyle/>
        <a:p>
          <a:endParaRPr lang="en-US"/>
        </a:p>
      </dgm:t>
    </dgm:pt>
    <dgm:pt modelId="{12676813-75AC-B445-8070-9B68F8D1C2D7}">
      <dgm:prSet/>
      <dgm:spPr/>
      <dgm:t>
        <a:bodyPr/>
        <a:lstStyle/>
        <a:p>
          <a:r>
            <a:rPr lang="en-US" b="0" i="0"/>
            <a:t>Deployment - Inference</a:t>
          </a:r>
          <a:endParaRPr lang="en-US"/>
        </a:p>
      </dgm:t>
    </dgm:pt>
    <dgm:pt modelId="{7ECD56AE-DCF3-D34F-A894-A5075DDE216A}" type="parTrans" cxnId="{C893FC39-D81F-5647-80A9-5678C48F9762}">
      <dgm:prSet/>
      <dgm:spPr/>
      <dgm:t>
        <a:bodyPr/>
        <a:lstStyle/>
        <a:p>
          <a:endParaRPr lang="en-US"/>
        </a:p>
      </dgm:t>
    </dgm:pt>
    <dgm:pt modelId="{11C957F7-FE8E-8440-BE2C-960D4BF22B73}" type="sibTrans" cxnId="{C893FC39-D81F-5647-80A9-5678C48F9762}">
      <dgm:prSet/>
      <dgm:spPr/>
      <dgm:t>
        <a:bodyPr/>
        <a:lstStyle/>
        <a:p>
          <a:endParaRPr lang="en-US"/>
        </a:p>
      </dgm:t>
    </dgm:pt>
    <dgm:pt modelId="{265C2E40-1E3E-EB40-8D2D-3E42DF80CAC1}" type="pres">
      <dgm:prSet presAssocID="{DE534384-B2B1-6240-9016-02F15FA922DB}" presName="Name0" presStyleCnt="0">
        <dgm:presLayoutVars>
          <dgm:dir/>
          <dgm:resizeHandles val="exact"/>
        </dgm:presLayoutVars>
      </dgm:prSet>
      <dgm:spPr/>
    </dgm:pt>
    <dgm:pt modelId="{DF3B98D5-CD16-2141-87AF-7F4CB106B0F8}" type="pres">
      <dgm:prSet presAssocID="{DE534384-B2B1-6240-9016-02F15FA922DB}" presName="arrow" presStyleLbl="bgShp" presStyleIdx="0" presStyleCnt="1"/>
      <dgm:spPr/>
    </dgm:pt>
    <dgm:pt modelId="{FF0CA168-D14B-0D4E-9A14-1797439C2021}" type="pres">
      <dgm:prSet presAssocID="{DE534384-B2B1-6240-9016-02F15FA922DB}" presName="points" presStyleCnt="0"/>
      <dgm:spPr/>
    </dgm:pt>
    <dgm:pt modelId="{B75B263C-0A75-A04D-9FB2-970076673164}" type="pres">
      <dgm:prSet presAssocID="{384EA849-15D9-C04D-8D1A-F61EE57B0BF9}" presName="compositeA" presStyleCnt="0"/>
      <dgm:spPr/>
    </dgm:pt>
    <dgm:pt modelId="{B1C12809-A6A4-ED4C-8E3E-0B8E8C27A0F2}" type="pres">
      <dgm:prSet presAssocID="{384EA849-15D9-C04D-8D1A-F61EE57B0BF9}" presName="textA" presStyleLbl="revTx" presStyleIdx="0" presStyleCnt="7">
        <dgm:presLayoutVars>
          <dgm:bulletEnabled val="1"/>
        </dgm:presLayoutVars>
      </dgm:prSet>
      <dgm:spPr/>
    </dgm:pt>
    <dgm:pt modelId="{7C144C15-1DA4-404A-88F6-0EAB6054B1A7}" type="pres">
      <dgm:prSet presAssocID="{384EA849-15D9-C04D-8D1A-F61EE57B0BF9}" presName="circleA" presStyleLbl="node1" presStyleIdx="0" presStyleCnt="7"/>
      <dgm:spPr/>
    </dgm:pt>
    <dgm:pt modelId="{12FCEB77-1BD3-E744-A2AF-D45F664EC784}" type="pres">
      <dgm:prSet presAssocID="{384EA849-15D9-C04D-8D1A-F61EE57B0BF9}" presName="spaceA" presStyleCnt="0"/>
      <dgm:spPr/>
    </dgm:pt>
    <dgm:pt modelId="{41AD5179-F6A3-9940-8AA3-E9D1A68F5964}" type="pres">
      <dgm:prSet presAssocID="{464F6267-8827-FC46-BBF1-77C0F9349335}" presName="space" presStyleCnt="0"/>
      <dgm:spPr/>
    </dgm:pt>
    <dgm:pt modelId="{FDC5169B-7E0C-3E4B-A47A-61172B009549}" type="pres">
      <dgm:prSet presAssocID="{E6C6E790-D423-5F4A-BB84-2573A6C79EBD}" presName="compositeB" presStyleCnt="0"/>
      <dgm:spPr/>
    </dgm:pt>
    <dgm:pt modelId="{C4AA01B3-9292-2543-9A99-F061CC355A94}" type="pres">
      <dgm:prSet presAssocID="{E6C6E790-D423-5F4A-BB84-2573A6C79EBD}" presName="textB" presStyleLbl="revTx" presStyleIdx="1" presStyleCnt="7">
        <dgm:presLayoutVars>
          <dgm:bulletEnabled val="1"/>
        </dgm:presLayoutVars>
      </dgm:prSet>
      <dgm:spPr/>
    </dgm:pt>
    <dgm:pt modelId="{B73423C8-E12C-9A43-A801-6657E15913F3}" type="pres">
      <dgm:prSet presAssocID="{E6C6E790-D423-5F4A-BB84-2573A6C79EBD}" presName="circleB" presStyleLbl="node1" presStyleIdx="1" presStyleCnt="7"/>
      <dgm:spPr/>
    </dgm:pt>
    <dgm:pt modelId="{1F15B1FC-A492-4C45-A2DD-F01AFF0A6046}" type="pres">
      <dgm:prSet presAssocID="{E6C6E790-D423-5F4A-BB84-2573A6C79EBD}" presName="spaceB" presStyleCnt="0"/>
      <dgm:spPr/>
    </dgm:pt>
    <dgm:pt modelId="{6EA08BC2-68E9-804E-B680-DBF6CD5799DD}" type="pres">
      <dgm:prSet presAssocID="{19CC1282-5E2D-824E-9486-7A0D3DBCF0A3}" presName="space" presStyleCnt="0"/>
      <dgm:spPr/>
    </dgm:pt>
    <dgm:pt modelId="{1976208E-ADE5-6E48-BF49-D31A84376719}" type="pres">
      <dgm:prSet presAssocID="{A041F6AA-95DD-164E-8410-27A60571E412}" presName="compositeA" presStyleCnt="0"/>
      <dgm:spPr/>
    </dgm:pt>
    <dgm:pt modelId="{0A2614AA-DC53-8F48-8594-30A301DABD89}" type="pres">
      <dgm:prSet presAssocID="{A041F6AA-95DD-164E-8410-27A60571E412}" presName="textA" presStyleLbl="revTx" presStyleIdx="2" presStyleCnt="7">
        <dgm:presLayoutVars>
          <dgm:bulletEnabled val="1"/>
        </dgm:presLayoutVars>
      </dgm:prSet>
      <dgm:spPr/>
    </dgm:pt>
    <dgm:pt modelId="{60898B22-7E81-CC42-97DA-5E2DE606558F}" type="pres">
      <dgm:prSet presAssocID="{A041F6AA-95DD-164E-8410-27A60571E412}" presName="circleA" presStyleLbl="node1" presStyleIdx="2" presStyleCnt="7"/>
      <dgm:spPr/>
    </dgm:pt>
    <dgm:pt modelId="{89B53FA3-68E8-E24F-A3C2-2DD6CF8F1A9B}" type="pres">
      <dgm:prSet presAssocID="{A041F6AA-95DD-164E-8410-27A60571E412}" presName="spaceA" presStyleCnt="0"/>
      <dgm:spPr/>
    </dgm:pt>
    <dgm:pt modelId="{31CF7851-C503-FB4C-9DB8-4A065BB08D41}" type="pres">
      <dgm:prSet presAssocID="{B91C55D7-4668-F144-8B87-7F7DB292E9F6}" presName="space" presStyleCnt="0"/>
      <dgm:spPr/>
    </dgm:pt>
    <dgm:pt modelId="{50FD9EA8-4C9B-9345-BB52-87CB6BDB023A}" type="pres">
      <dgm:prSet presAssocID="{AE14F006-746C-BB40-B2EE-5522F41A779A}" presName="compositeB" presStyleCnt="0"/>
      <dgm:spPr/>
    </dgm:pt>
    <dgm:pt modelId="{B3E28C8E-E4B2-C544-9BF5-9FD8BE5368E3}" type="pres">
      <dgm:prSet presAssocID="{AE14F006-746C-BB40-B2EE-5522F41A779A}" presName="textB" presStyleLbl="revTx" presStyleIdx="3" presStyleCnt="7">
        <dgm:presLayoutVars>
          <dgm:bulletEnabled val="1"/>
        </dgm:presLayoutVars>
      </dgm:prSet>
      <dgm:spPr/>
    </dgm:pt>
    <dgm:pt modelId="{CC08FB68-7E53-B743-9AB9-1EC5474198E5}" type="pres">
      <dgm:prSet presAssocID="{AE14F006-746C-BB40-B2EE-5522F41A779A}" presName="circleB" presStyleLbl="node1" presStyleIdx="3" presStyleCnt="7"/>
      <dgm:spPr/>
    </dgm:pt>
    <dgm:pt modelId="{7FF26F07-C48F-D745-B0A1-ED7B20DF1592}" type="pres">
      <dgm:prSet presAssocID="{AE14F006-746C-BB40-B2EE-5522F41A779A}" presName="spaceB" presStyleCnt="0"/>
      <dgm:spPr/>
    </dgm:pt>
    <dgm:pt modelId="{2F7BB74F-44B5-4A45-8383-57735737BEE7}" type="pres">
      <dgm:prSet presAssocID="{0F27FC2A-B562-C546-8C9B-23AC5F94394F}" presName="space" presStyleCnt="0"/>
      <dgm:spPr/>
    </dgm:pt>
    <dgm:pt modelId="{1C475CDA-CF7D-E846-8396-835BC00E96F4}" type="pres">
      <dgm:prSet presAssocID="{CC2B61EE-6799-9346-AF7B-32F2B18B9C19}" presName="compositeA" presStyleCnt="0"/>
      <dgm:spPr/>
    </dgm:pt>
    <dgm:pt modelId="{CC230FCD-3590-7C46-907D-183C2F47815A}" type="pres">
      <dgm:prSet presAssocID="{CC2B61EE-6799-9346-AF7B-32F2B18B9C19}" presName="textA" presStyleLbl="revTx" presStyleIdx="4" presStyleCnt="7">
        <dgm:presLayoutVars>
          <dgm:bulletEnabled val="1"/>
        </dgm:presLayoutVars>
      </dgm:prSet>
      <dgm:spPr/>
    </dgm:pt>
    <dgm:pt modelId="{65FE6CC6-AD40-284D-8DAA-DCE2037519AA}" type="pres">
      <dgm:prSet presAssocID="{CC2B61EE-6799-9346-AF7B-32F2B18B9C19}" presName="circleA" presStyleLbl="node1" presStyleIdx="4" presStyleCnt="7"/>
      <dgm:spPr/>
    </dgm:pt>
    <dgm:pt modelId="{1FA28845-36A7-A842-BB78-F41A09C3C7C9}" type="pres">
      <dgm:prSet presAssocID="{CC2B61EE-6799-9346-AF7B-32F2B18B9C19}" presName="spaceA" presStyleCnt="0"/>
      <dgm:spPr/>
    </dgm:pt>
    <dgm:pt modelId="{C4877868-1A44-8042-9525-374CC9E323E0}" type="pres">
      <dgm:prSet presAssocID="{ED69EF48-83B4-3E41-B215-700B8A34B8AB}" presName="space" presStyleCnt="0"/>
      <dgm:spPr/>
    </dgm:pt>
    <dgm:pt modelId="{53FE5586-92DC-0248-B8B8-F4CAF06EA99D}" type="pres">
      <dgm:prSet presAssocID="{C7884DF8-16A3-8248-B1EB-BB7A5E7F6E77}" presName="compositeB" presStyleCnt="0"/>
      <dgm:spPr/>
    </dgm:pt>
    <dgm:pt modelId="{29BB8034-2CF8-6F4E-B49C-43A8DCDF4DE5}" type="pres">
      <dgm:prSet presAssocID="{C7884DF8-16A3-8248-B1EB-BB7A5E7F6E77}" presName="textB" presStyleLbl="revTx" presStyleIdx="5" presStyleCnt="7">
        <dgm:presLayoutVars>
          <dgm:bulletEnabled val="1"/>
        </dgm:presLayoutVars>
      </dgm:prSet>
      <dgm:spPr/>
    </dgm:pt>
    <dgm:pt modelId="{B049D28B-6343-974B-96BF-1A96D1E2C8B8}" type="pres">
      <dgm:prSet presAssocID="{C7884DF8-16A3-8248-B1EB-BB7A5E7F6E77}" presName="circleB" presStyleLbl="node1" presStyleIdx="5" presStyleCnt="7"/>
      <dgm:spPr/>
    </dgm:pt>
    <dgm:pt modelId="{FA03D89A-4A30-854D-A1FC-24C7500D89CA}" type="pres">
      <dgm:prSet presAssocID="{C7884DF8-16A3-8248-B1EB-BB7A5E7F6E77}" presName="spaceB" presStyleCnt="0"/>
      <dgm:spPr/>
    </dgm:pt>
    <dgm:pt modelId="{D95DD161-0D31-8A43-AAAF-48372BE7D42C}" type="pres">
      <dgm:prSet presAssocID="{03066F6D-B412-A14D-AE3D-868075F25B72}" presName="space" presStyleCnt="0"/>
      <dgm:spPr/>
    </dgm:pt>
    <dgm:pt modelId="{BFA9C62C-131F-D24D-A3E0-117C2E72D024}" type="pres">
      <dgm:prSet presAssocID="{12676813-75AC-B445-8070-9B68F8D1C2D7}" presName="compositeA" presStyleCnt="0"/>
      <dgm:spPr/>
    </dgm:pt>
    <dgm:pt modelId="{FDC8E9E7-B21C-F543-A0D3-0439393DCD23}" type="pres">
      <dgm:prSet presAssocID="{12676813-75AC-B445-8070-9B68F8D1C2D7}" presName="textA" presStyleLbl="revTx" presStyleIdx="6" presStyleCnt="7">
        <dgm:presLayoutVars>
          <dgm:bulletEnabled val="1"/>
        </dgm:presLayoutVars>
      </dgm:prSet>
      <dgm:spPr/>
    </dgm:pt>
    <dgm:pt modelId="{ACE7116E-3BE9-6844-97DF-ECE8BAF00F88}" type="pres">
      <dgm:prSet presAssocID="{12676813-75AC-B445-8070-9B68F8D1C2D7}" presName="circleA" presStyleLbl="node1" presStyleIdx="6" presStyleCnt="7"/>
      <dgm:spPr/>
    </dgm:pt>
    <dgm:pt modelId="{F52A83BB-BC3E-354A-9866-764FE6BAA605}" type="pres">
      <dgm:prSet presAssocID="{12676813-75AC-B445-8070-9B68F8D1C2D7}" presName="spaceA" presStyleCnt="0"/>
      <dgm:spPr/>
    </dgm:pt>
  </dgm:ptLst>
  <dgm:cxnLst>
    <dgm:cxn modelId="{4ACE7E0C-64D2-1642-A497-5AE463CC7537}" type="presOf" srcId="{C7884DF8-16A3-8248-B1EB-BB7A5E7F6E77}" destId="{29BB8034-2CF8-6F4E-B49C-43A8DCDF4DE5}" srcOrd="0" destOrd="0" presId="urn:microsoft.com/office/officeart/2005/8/layout/hProcess11"/>
    <dgm:cxn modelId="{6C756C0F-802A-A64A-A478-4C7D29FEEF80}" type="presOf" srcId="{E6C6E790-D423-5F4A-BB84-2573A6C79EBD}" destId="{C4AA01B3-9292-2543-9A99-F061CC355A94}" srcOrd="0" destOrd="0" presId="urn:microsoft.com/office/officeart/2005/8/layout/hProcess11"/>
    <dgm:cxn modelId="{325F4319-EAF6-FE43-B313-D741854F17F6}" srcId="{DE534384-B2B1-6240-9016-02F15FA922DB}" destId="{CC2B61EE-6799-9346-AF7B-32F2B18B9C19}" srcOrd="4" destOrd="0" parTransId="{F289E06A-C714-3D42-999F-B3589366F416}" sibTransId="{ED69EF48-83B4-3E41-B215-700B8A34B8AB}"/>
    <dgm:cxn modelId="{447B1F1B-4727-2445-8B55-14B02999AE1A}" srcId="{DE534384-B2B1-6240-9016-02F15FA922DB}" destId="{E6C6E790-D423-5F4A-BB84-2573A6C79EBD}" srcOrd="1" destOrd="0" parTransId="{C8BAD0CA-FFCE-124A-BC92-735F20E24C80}" sibTransId="{19CC1282-5E2D-824E-9486-7A0D3DBCF0A3}"/>
    <dgm:cxn modelId="{FFC82C30-3A63-5845-A997-D56A307CC1EE}" type="presOf" srcId="{DE534384-B2B1-6240-9016-02F15FA922DB}" destId="{265C2E40-1E3E-EB40-8D2D-3E42DF80CAC1}" srcOrd="0" destOrd="0" presId="urn:microsoft.com/office/officeart/2005/8/layout/hProcess11"/>
    <dgm:cxn modelId="{E907B336-689D-C742-BF5C-DB38EE6E133F}" srcId="{DE534384-B2B1-6240-9016-02F15FA922DB}" destId="{AE14F006-746C-BB40-B2EE-5522F41A779A}" srcOrd="3" destOrd="0" parTransId="{28E002AF-9D55-E94D-8773-B09EA628566E}" sibTransId="{0F27FC2A-B562-C546-8C9B-23AC5F94394F}"/>
    <dgm:cxn modelId="{C893FC39-D81F-5647-80A9-5678C48F9762}" srcId="{DE534384-B2B1-6240-9016-02F15FA922DB}" destId="{12676813-75AC-B445-8070-9B68F8D1C2D7}" srcOrd="6" destOrd="0" parTransId="{7ECD56AE-DCF3-D34F-A894-A5075DDE216A}" sibTransId="{11C957F7-FE8E-8440-BE2C-960D4BF22B73}"/>
    <dgm:cxn modelId="{05969F54-9076-9B4A-9960-C8265D0E6D7C}" type="presOf" srcId="{A041F6AA-95DD-164E-8410-27A60571E412}" destId="{0A2614AA-DC53-8F48-8594-30A301DABD89}" srcOrd="0" destOrd="0" presId="urn:microsoft.com/office/officeart/2005/8/layout/hProcess11"/>
    <dgm:cxn modelId="{92C5F274-F727-2145-9913-0F46151F1325}" type="presOf" srcId="{CC2B61EE-6799-9346-AF7B-32F2B18B9C19}" destId="{CC230FCD-3590-7C46-907D-183C2F47815A}" srcOrd="0" destOrd="0" presId="urn:microsoft.com/office/officeart/2005/8/layout/hProcess11"/>
    <dgm:cxn modelId="{601B557E-97B9-4742-8524-86B17548EE28}" type="presOf" srcId="{12676813-75AC-B445-8070-9B68F8D1C2D7}" destId="{FDC8E9E7-B21C-F543-A0D3-0439393DCD23}" srcOrd="0" destOrd="0" presId="urn:microsoft.com/office/officeart/2005/8/layout/hProcess11"/>
    <dgm:cxn modelId="{F58CBC96-24C4-5044-8C31-44CD83732692}" type="presOf" srcId="{AE14F006-746C-BB40-B2EE-5522F41A779A}" destId="{B3E28C8E-E4B2-C544-9BF5-9FD8BE5368E3}" srcOrd="0" destOrd="0" presId="urn:microsoft.com/office/officeart/2005/8/layout/hProcess11"/>
    <dgm:cxn modelId="{7641E89D-7348-AA4B-9E31-9079DE1FCD71}" srcId="{DE534384-B2B1-6240-9016-02F15FA922DB}" destId="{A041F6AA-95DD-164E-8410-27A60571E412}" srcOrd="2" destOrd="0" parTransId="{7D57E446-EB98-2940-8786-ED4A483FCCFE}" sibTransId="{B91C55D7-4668-F144-8B87-7F7DB292E9F6}"/>
    <dgm:cxn modelId="{70C000D9-17D1-D347-B654-230E79B4A823}" srcId="{DE534384-B2B1-6240-9016-02F15FA922DB}" destId="{384EA849-15D9-C04D-8D1A-F61EE57B0BF9}" srcOrd="0" destOrd="0" parTransId="{89433E8D-C950-EB4D-9F2D-34BC67142750}" sibTransId="{464F6267-8827-FC46-BBF1-77C0F9349335}"/>
    <dgm:cxn modelId="{AAC826DD-E72D-5B48-9D47-B410136CF6A6}" type="presOf" srcId="{384EA849-15D9-C04D-8D1A-F61EE57B0BF9}" destId="{B1C12809-A6A4-ED4C-8E3E-0B8E8C27A0F2}" srcOrd="0" destOrd="0" presId="urn:microsoft.com/office/officeart/2005/8/layout/hProcess11"/>
    <dgm:cxn modelId="{D4CB36F2-9BA7-9944-A7A4-AE58E89CF112}" srcId="{DE534384-B2B1-6240-9016-02F15FA922DB}" destId="{C7884DF8-16A3-8248-B1EB-BB7A5E7F6E77}" srcOrd="5" destOrd="0" parTransId="{46423D89-C8D2-9D4D-9CE5-BBE4ED7200E8}" sibTransId="{03066F6D-B412-A14D-AE3D-868075F25B72}"/>
    <dgm:cxn modelId="{E459F65F-41AB-C94B-9536-3CB96C1A46FC}" type="presParOf" srcId="{265C2E40-1E3E-EB40-8D2D-3E42DF80CAC1}" destId="{DF3B98D5-CD16-2141-87AF-7F4CB106B0F8}" srcOrd="0" destOrd="0" presId="urn:microsoft.com/office/officeart/2005/8/layout/hProcess11"/>
    <dgm:cxn modelId="{3EDC68EB-C59D-D142-BBE5-325E9BD1CF1A}" type="presParOf" srcId="{265C2E40-1E3E-EB40-8D2D-3E42DF80CAC1}" destId="{FF0CA168-D14B-0D4E-9A14-1797439C2021}" srcOrd="1" destOrd="0" presId="urn:microsoft.com/office/officeart/2005/8/layout/hProcess11"/>
    <dgm:cxn modelId="{29D0E413-FA8F-CD44-861A-16A11FAA395F}" type="presParOf" srcId="{FF0CA168-D14B-0D4E-9A14-1797439C2021}" destId="{B75B263C-0A75-A04D-9FB2-970076673164}" srcOrd="0" destOrd="0" presId="urn:microsoft.com/office/officeart/2005/8/layout/hProcess11"/>
    <dgm:cxn modelId="{D0B5B273-2A7C-9349-88C2-169A40F2CE28}" type="presParOf" srcId="{B75B263C-0A75-A04D-9FB2-970076673164}" destId="{B1C12809-A6A4-ED4C-8E3E-0B8E8C27A0F2}" srcOrd="0" destOrd="0" presId="urn:microsoft.com/office/officeart/2005/8/layout/hProcess11"/>
    <dgm:cxn modelId="{59B651CA-EBFF-814B-B07B-04D1DBCC57C8}" type="presParOf" srcId="{B75B263C-0A75-A04D-9FB2-970076673164}" destId="{7C144C15-1DA4-404A-88F6-0EAB6054B1A7}" srcOrd="1" destOrd="0" presId="urn:microsoft.com/office/officeart/2005/8/layout/hProcess11"/>
    <dgm:cxn modelId="{B67BFA20-E78E-C94B-A708-53173450427F}" type="presParOf" srcId="{B75B263C-0A75-A04D-9FB2-970076673164}" destId="{12FCEB77-1BD3-E744-A2AF-D45F664EC784}" srcOrd="2" destOrd="0" presId="urn:microsoft.com/office/officeart/2005/8/layout/hProcess11"/>
    <dgm:cxn modelId="{93EC9E0A-0AB4-9C48-AB78-1C966002C1CB}" type="presParOf" srcId="{FF0CA168-D14B-0D4E-9A14-1797439C2021}" destId="{41AD5179-F6A3-9940-8AA3-E9D1A68F5964}" srcOrd="1" destOrd="0" presId="urn:microsoft.com/office/officeart/2005/8/layout/hProcess11"/>
    <dgm:cxn modelId="{DDCEC175-2EC5-8F42-A56A-31BA0EBAA477}" type="presParOf" srcId="{FF0CA168-D14B-0D4E-9A14-1797439C2021}" destId="{FDC5169B-7E0C-3E4B-A47A-61172B009549}" srcOrd="2" destOrd="0" presId="urn:microsoft.com/office/officeart/2005/8/layout/hProcess11"/>
    <dgm:cxn modelId="{E2ECCAB2-41AD-6C4D-92F5-9B30652DF670}" type="presParOf" srcId="{FDC5169B-7E0C-3E4B-A47A-61172B009549}" destId="{C4AA01B3-9292-2543-9A99-F061CC355A94}" srcOrd="0" destOrd="0" presId="urn:microsoft.com/office/officeart/2005/8/layout/hProcess11"/>
    <dgm:cxn modelId="{F04DA285-5F94-FC47-8D13-0B8E31E5C255}" type="presParOf" srcId="{FDC5169B-7E0C-3E4B-A47A-61172B009549}" destId="{B73423C8-E12C-9A43-A801-6657E15913F3}" srcOrd="1" destOrd="0" presId="urn:microsoft.com/office/officeart/2005/8/layout/hProcess11"/>
    <dgm:cxn modelId="{462A3C2C-FF56-914C-B029-D495C3466E5A}" type="presParOf" srcId="{FDC5169B-7E0C-3E4B-A47A-61172B009549}" destId="{1F15B1FC-A492-4C45-A2DD-F01AFF0A6046}" srcOrd="2" destOrd="0" presId="urn:microsoft.com/office/officeart/2005/8/layout/hProcess11"/>
    <dgm:cxn modelId="{F32CECEE-C917-7141-8DE3-9B72DE83F8BB}" type="presParOf" srcId="{FF0CA168-D14B-0D4E-9A14-1797439C2021}" destId="{6EA08BC2-68E9-804E-B680-DBF6CD5799DD}" srcOrd="3" destOrd="0" presId="urn:microsoft.com/office/officeart/2005/8/layout/hProcess11"/>
    <dgm:cxn modelId="{C80F7D3F-304A-944B-86F2-C3DBDE912A59}" type="presParOf" srcId="{FF0CA168-D14B-0D4E-9A14-1797439C2021}" destId="{1976208E-ADE5-6E48-BF49-D31A84376719}" srcOrd="4" destOrd="0" presId="urn:microsoft.com/office/officeart/2005/8/layout/hProcess11"/>
    <dgm:cxn modelId="{39E466EB-EEDA-7740-B76A-CDD77E02E367}" type="presParOf" srcId="{1976208E-ADE5-6E48-BF49-D31A84376719}" destId="{0A2614AA-DC53-8F48-8594-30A301DABD89}" srcOrd="0" destOrd="0" presId="urn:microsoft.com/office/officeart/2005/8/layout/hProcess11"/>
    <dgm:cxn modelId="{2299753A-5BE1-994F-A9E8-6B60E429D8D8}" type="presParOf" srcId="{1976208E-ADE5-6E48-BF49-D31A84376719}" destId="{60898B22-7E81-CC42-97DA-5E2DE606558F}" srcOrd="1" destOrd="0" presId="urn:microsoft.com/office/officeart/2005/8/layout/hProcess11"/>
    <dgm:cxn modelId="{F9D41DC5-E92D-0D44-97A5-360BD39A48AD}" type="presParOf" srcId="{1976208E-ADE5-6E48-BF49-D31A84376719}" destId="{89B53FA3-68E8-E24F-A3C2-2DD6CF8F1A9B}" srcOrd="2" destOrd="0" presId="urn:microsoft.com/office/officeart/2005/8/layout/hProcess11"/>
    <dgm:cxn modelId="{A151FBB1-D440-1949-AC61-7F35571C73D3}" type="presParOf" srcId="{FF0CA168-D14B-0D4E-9A14-1797439C2021}" destId="{31CF7851-C503-FB4C-9DB8-4A065BB08D41}" srcOrd="5" destOrd="0" presId="urn:microsoft.com/office/officeart/2005/8/layout/hProcess11"/>
    <dgm:cxn modelId="{C578B380-1473-7F47-B98B-F9A72A2507A6}" type="presParOf" srcId="{FF0CA168-D14B-0D4E-9A14-1797439C2021}" destId="{50FD9EA8-4C9B-9345-BB52-87CB6BDB023A}" srcOrd="6" destOrd="0" presId="urn:microsoft.com/office/officeart/2005/8/layout/hProcess11"/>
    <dgm:cxn modelId="{277CDF12-56ED-1F44-A250-C8C8AEFCD238}" type="presParOf" srcId="{50FD9EA8-4C9B-9345-BB52-87CB6BDB023A}" destId="{B3E28C8E-E4B2-C544-9BF5-9FD8BE5368E3}" srcOrd="0" destOrd="0" presId="urn:microsoft.com/office/officeart/2005/8/layout/hProcess11"/>
    <dgm:cxn modelId="{39409A69-9939-BD48-9B3C-F904257C3857}" type="presParOf" srcId="{50FD9EA8-4C9B-9345-BB52-87CB6BDB023A}" destId="{CC08FB68-7E53-B743-9AB9-1EC5474198E5}" srcOrd="1" destOrd="0" presId="urn:microsoft.com/office/officeart/2005/8/layout/hProcess11"/>
    <dgm:cxn modelId="{763F9643-A190-674E-9388-044919B4F897}" type="presParOf" srcId="{50FD9EA8-4C9B-9345-BB52-87CB6BDB023A}" destId="{7FF26F07-C48F-D745-B0A1-ED7B20DF1592}" srcOrd="2" destOrd="0" presId="urn:microsoft.com/office/officeart/2005/8/layout/hProcess11"/>
    <dgm:cxn modelId="{858A15C7-30D1-024A-A0D8-91D569C9A116}" type="presParOf" srcId="{FF0CA168-D14B-0D4E-9A14-1797439C2021}" destId="{2F7BB74F-44B5-4A45-8383-57735737BEE7}" srcOrd="7" destOrd="0" presId="urn:microsoft.com/office/officeart/2005/8/layout/hProcess11"/>
    <dgm:cxn modelId="{EBE88BFA-21F5-0748-9E4A-4CD7A7AA994B}" type="presParOf" srcId="{FF0CA168-D14B-0D4E-9A14-1797439C2021}" destId="{1C475CDA-CF7D-E846-8396-835BC00E96F4}" srcOrd="8" destOrd="0" presId="urn:microsoft.com/office/officeart/2005/8/layout/hProcess11"/>
    <dgm:cxn modelId="{40506B9C-55F6-3644-8F52-2519E294DDAF}" type="presParOf" srcId="{1C475CDA-CF7D-E846-8396-835BC00E96F4}" destId="{CC230FCD-3590-7C46-907D-183C2F47815A}" srcOrd="0" destOrd="0" presId="urn:microsoft.com/office/officeart/2005/8/layout/hProcess11"/>
    <dgm:cxn modelId="{8A359AB7-47C8-4F4C-AD9F-7BC9614F5724}" type="presParOf" srcId="{1C475CDA-CF7D-E846-8396-835BC00E96F4}" destId="{65FE6CC6-AD40-284D-8DAA-DCE2037519AA}" srcOrd="1" destOrd="0" presId="urn:microsoft.com/office/officeart/2005/8/layout/hProcess11"/>
    <dgm:cxn modelId="{CD47972B-1033-C347-AF01-B621F2EAA1A5}" type="presParOf" srcId="{1C475CDA-CF7D-E846-8396-835BC00E96F4}" destId="{1FA28845-36A7-A842-BB78-F41A09C3C7C9}" srcOrd="2" destOrd="0" presId="urn:microsoft.com/office/officeart/2005/8/layout/hProcess11"/>
    <dgm:cxn modelId="{ED0FBDD6-5A64-0741-8034-3ACA2781F23D}" type="presParOf" srcId="{FF0CA168-D14B-0D4E-9A14-1797439C2021}" destId="{C4877868-1A44-8042-9525-374CC9E323E0}" srcOrd="9" destOrd="0" presId="urn:microsoft.com/office/officeart/2005/8/layout/hProcess11"/>
    <dgm:cxn modelId="{B3CAE684-0066-2240-91A1-0839F6312D86}" type="presParOf" srcId="{FF0CA168-D14B-0D4E-9A14-1797439C2021}" destId="{53FE5586-92DC-0248-B8B8-F4CAF06EA99D}" srcOrd="10" destOrd="0" presId="urn:microsoft.com/office/officeart/2005/8/layout/hProcess11"/>
    <dgm:cxn modelId="{663C0B43-8090-6249-B21C-35E39B256503}" type="presParOf" srcId="{53FE5586-92DC-0248-B8B8-F4CAF06EA99D}" destId="{29BB8034-2CF8-6F4E-B49C-43A8DCDF4DE5}" srcOrd="0" destOrd="0" presId="urn:microsoft.com/office/officeart/2005/8/layout/hProcess11"/>
    <dgm:cxn modelId="{68FDCB07-69B1-794F-B33A-7D9ECF0433BF}" type="presParOf" srcId="{53FE5586-92DC-0248-B8B8-F4CAF06EA99D}" destId="{B049D28B-6343-974B-96BF-1A96D1E2C8B8}" srcOrd="1" destOrd="0" presId="urn:microsoft.com/office/officeart/2005/8/layout/hProcess11"/>
    <dgm:cxn modelId="{FEB61BCD-2FC5-C741-AA6D-8E575C9262B9}" type="presParOf" srcId="{53FE5586-92DC-0248-B8B8-F4CAF06EA99D}" destId="{FA03D89A-4A30-854D-A1FC-24C7500D89CA}" srcOrd="2" destOrd="0" presId="urn:microsoft.com/office/officeart/2005/8/layout/hProcess11"/>
    <dgm:cxn modelId="{70478494-C2F1-FA43-A0EA-EDFF107A914C}" type="presParOf" srcId="{FF0CA168-D14B-0D4E-9A14-1797439C2021}" destId="{D95DD161-0D31-8A43-AAAF-48372BE7D42C}" srcOrd="11" destOrd="0" presId="urn:microsoft.com/office/officeart/2005/8/layout/hProcess11"/>
    <dgm:cxn modelId="{5A1D4DF3-1D9E-0F4C-979F-CE67037AD2ED}" type="presParOf" srcId="{FF0CA168-D14B-0D4E-9A14-1797439C2021}" destId="{BFA9C62C-131F-D24D-A3E0-117C2E72D024}" srcOrd="12" destOrd="0" presId="urn:microsoft.com/office/officeart/2005/8/layout/hProcess11"/>
    <dgm:cxn modelId="{14D74AA8-F111-6141-A43B-4F1892AE56F1}" type="presParOf" srcId="{BFA9C62C-131F-D24D-A3E0-117C2E72D024}" destId="{FDC8E9E7-B21C-F543-A0D3-0439393DCD23}" srcOrd="0" destOrd="0" presId="urn:microsoft.com/office/officeart/2005/8/layout/hProcess11"/>
    <dgm:cxn modelId="{0158C55F-A0BB-634A-A04C-8E249A9C2852}" type="presParOf" srcId="{BFA9C62C-131F-D24D-A3E0-117C2E72D024}" destId="{ACE7116E-3BE9-6844-97DF-ECE8BAF00F88}" srcOrd="1" destOrd="0" presId="urn:microsoft.com/office/officeart/2005/8/layout/hProcess11"/>
    <dgm:cxn modelId="{5F9C2B57-0200-7B45-83C5-1C74598E1DDB}" type="presParOf" srcId="{BFA9C62C-131F-D24D-A3E0-117C2E72D024}" destId="{F52A83BB-BC3E-354A-9866-764FE6BAA605}"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C0F0FB-8E43-F147-8983-5203F8064C14}" type="doc">
      <dgm:prSet loTypeId="urn:microsoft.com/office/officeart/2005/8/layout/matrix1" loCatId="" qsTypeId="urn:microsoft.com/office/officeart/2005/8/quickstyle/simple1" qsCatId="simple" csTypeId="urn:microsoft.com/office/officeart/2005/8/colors/accent1_2" csCatId="accent1" phldr="1"/>
      <dgm:spPr/>
      <dgm:t>
        <a:bodyPr/>
        <a:lstStyle/>
        <a:p>
          <a:endParaRPr lang="en-US"/>
        </a:p>
      </dgm:t>
    </dgm:pt>
    <dgm:pt modelId="{F8DEB588-2E20-574F-8050-534D6E906E44}">
      <dgm:prSet phldrT="[Text]"/>
      <dgm:spPr/>
      <dgm:t>
        <a:bodyPr/>
        <a:lstStyle/>
        <a:p>
          <a:r>
            <a:rPr lang="en-US" dirty="0"/>
            <a:t>Faster Time to Value</a:t>
          </a:r>
        </a:p>
      </dgm:t>
    </dgm:pt>
    <dgm:pt modelId="{C2BDF5A8-B795-B245-9FB7-E48F9C2379A2}" type="parTrans" cxnId="{B3B43C9F-7C09-C64A-ACDE-496F878DBB25}">
      <dgm:prSet/>
      <dgm:spPr/>
      <dgm:t>
        <a:bodyPr/>
        <a:lstStyle/>
        <a:p>
          <a:endParaRPr lang="en-US"/>
        </a:p>
      </dgm:t>
    </dgm:pt>
    <dgm:pt modelId="{71E6E0BD-3CD7-F648-A49E-94AF44BA9C0A}" type="sibTrans" cxnId="{B3B43C9F-7C09-C64A-ACDE-496F878DBB25}">
      <dgm:prSet/>
      <dgm:spPr/>
      <dgm:t>
        <a:bodyPr/>
        <a:lstStyle/>
        <a:p>
          <a:endParaRPr lang="en-US"/>
        </a:p>
      </dgm:t>
    </dgm:pt>
    <dgm:pt modelId="{BC463EBA-8183-C24B-AD5C-7E7784027E1C}">
      <dgm:prSet phldrT="[Text]"/>
      <dgm:spPr/>
      <dgm:t>
        <a:bodyPr/>
        <a:lstStyle/>
        <a:p>
          <a:r>
            <a:rPr lang="en-US" dirty="0"/>
            <a:t>Resilient AI Infrastructure</a:t>
          </a:r>
        </a:p>
      </dgm:t>
    </dgm:pt>
    <dgm:pt modelId="{4385C263-BC7E-EA46-AD1E-7547259D0577}" type="parTrans" cxnId="{C6CB31FE-1F4E-3A43-AA7E-8FD88C09400B}">
      <dgm:prSet/>
      <dgm:spPr/>
      <dgm:t>
        <a:bodyPr/>
        <a:lstStyle/>
        <a:p>
          <a:endParaRPr lang="en-US"/>
        </a:p>
      </dgm:t>
    </dgm:pt>
    <dgm:pt modelId="{E95C5A6C-8C44-A849-A57F-B6B2F7DF4634}" type="sibTrans" cxnId="{C6CB31FE-1F4E-3A43-AA7E-8FD88C09400B}">
      <dgm:prSet/>
      <dgm:spPr/>
      <dgm:t>
        <a:bodyPr/>
        <a:lstStyle/>
        <a:p>
          <a:endParaRPr lang="en-US"/>
        </a:p>
      </dgm:t>
    </dgm:pt>
    <dgm:pt modelId="{6B9893B8-157E-4442-9D2E-5FB798918144}">
      <dgm:prSet phldrT="[Text]"/>
      <dgm:spPr/>
      <dgm:t>
        <a:bodyPr/>
        <a:lstStyle/>
        <a:p>
          <a:r>
            <a:rPr lang="en-US" dirty="0"/>
            <a:t>Optimize Cluster Utilization</a:t>
          </a:r>
        </a:p>
      </dgm:t>
    </dgm:pt>
    <dgm:pt modelId="{EA2A2156-2775-C143-8DB6-F86A4A508797}" type="parTrans" cxnId="{5F2F6A6A-6B63-0541-9B1C-0CAFE4DBD8AF}">
      <dgm:prSet/>
      <dgm:spPr/>
      <dgm:t>
        <a:bodyPr/>
        <a:lstStyle/>
        <a:p>
          <a:endParaRPr lang="en-US"/>
        </a:p>
      </dgm:t>
    </dgm:pt>
    <dgm:pt modelId="{DB45C118-AAE1-004F-AC21-B667DCD602A9}" type="sibTrans" cxnId="{5F2F6A6A-6B63-0541-9B1C-0CAFE4DBD8AF}">
      <dgm:prSet/>
      <dgm:spPr/>
      <dgm:t>
        <a:bodyPr/>
        <a:lstStyle/>
        <a:p>
          <a:endParaRPr lang="en-US"/>
        </a:p>
      </dgm:t>
    </dgm:pt>
    <dgm:pt modelId="{7F405003-F2DF-7643-ADBE-8B9C8FD6378D}">
      <dgm:prSet phldrT="[Text]"/>
      <dgm:spPr/>
      <dgm:t>
        <a:bodyPr/>
        <a:lstStyle/>
        <a:p>
          <a:r>
            <a:rPr lang="en-US" dirty="0"/>
            <a:t>Ease of Use</a:t>
          </a:r>
        </a:p>
      </dgm:t>
    </dgm:pt>
    <dgm:pt modelId="{5FB9F74A-A184-5E4F-86EC-DA89AF00C547}" type="parTrans" cxnId="{BF54B84F-1F98-2F44-8235-56A59A62EAEA}">
      <dgm:prSet/>
      <dgm:spPr/>
      <dgm:t>
        <a:bodyPr/>
        <a:lstStyle/>
        <a:p>
          <a:endParaRPr lang="en-US"/>
        </a:p>
      </dgm:t>
    </dgm:pt>
    <dgm:pt modelId="{1E079F05-9A73-E248-A83E-60D565EDF532}" type="sibTrans" cxnId="{BF54B84F-1F98-2F44-8235-56A59A62EAEA}">
      <dgm:prSet/>
      <dgm:spPr/>
      <dgm:t>
        <a:bodyPr/>
        <a:lstStyle/>
        <a:p>
          <a:endParaRPr lang="en-US"/>
        </a:p>
      </dgm:t>
    </dgm:pt>
    <dgm:pt modelId="{1238D377-082E-0542-B522-529EEF2950DE}">
      <dgm:prSet phldrT="[Text]"/>
      <dgm:spPr/>
      <dgm:t>
        <a:bodyPr/>
        <a:lstStyle/>
        <a:p>
          <a:r>
            <a:rPr lang="en-US" dirty="0"/>
            <a:t>Scale Model Development</a:t>
          </a:r>
        </a:p>
      </dgm:t>
    </dgm:pt>
    <dgm:pt modelId="{CA568316-444E-834E-8F35-918CA013280E}" type="parTrans" cxnId="{5CE807DB-9DE8-DA4D-90AA-24E8B8433DA7}">
      <dgm:prSet/>
      <dgm:spPr/>
      <dgm:t>
        <a:bodyPr/>
        <a:lstStyle/>
        <a:p>
          <a:endParaRPr lang="en-US"/>
        </a:p>
      </dgm:t>
    </dgm:pt>
    <dgm:pt modelId="{98CEC62A-7E69-7344-8101-E4E9E8268901}" type="sibTrans" cxnId="{5CE807DB-9DE8-DA4D-90AA-24E8B8433DA7}">
      <dgm:prSet/>
      <dgm:spPr/>
      <dgm:t>
        <a:bodyPr/>
        <a:lstStyle/>
        <a:p>
          <a:endParaRPr lang="en-US"/>
        </a:p>
      </dgm:t>
    </dgm:pt>
    <dgm:pt modelId="{0F63E095-9BE0-124D-A51D-22892183A1A5}" type="pres">
      <dgm:prSet presAssocID="{48C0F0FB-8E43-F147-8983-5203F8064C14}" presName="diagram" presStyleCnt="0">
        <dgm:presLayoutVars>
          <dgm:chMax val="1"/>
          <dgm:dir/>
          <dgm:animLvl val="ctr"/>
          <dgm:resizeHandles val="exact"/>
        </dgm:presLayoutVars>
      </dgm:prSet>
      <dgm:spPr/>
    </dgm:pt>
    <dgm:pt modelId="{4592901A-523C-A94E-916F-D48E591D9984}" type="pres">
      <dgm:prSet presAssocID="{48C0F0FB-8E43-F147-8983-5203F8064C14}" presName="matrix" presStyleCnt="0"/>
      <dgm:spPr/>
    </dgm:pt>
    <dgm:pt modelId="{076A10E2-B5A9-1242-AC0E-AB2922BBD5C7}" type="pres">
      <dgm:prSet presAssocID="{48C0F0FB-8E43-F147-8983-5203F8064C14}" presName="tile1" presStyleLbl="node1" presStyleIdx="0" presStyleCnt="4"/>
      <dgm:spPr/>
    </dgm:pt>
    <dgm:pt modelId="{DBBF78CE-37ED-6243-AA93-64D150BE591B}" type="pres">
      <dgm:prSet presAssocID="{48C0F0FB-8E43-F147-8983-5203F8064C14}" presName="tile1text" presStyleLbl="node1" presStyleIdx="0" presStyleCnt="4">
        <dgm:presLayoutVars>
          <dgm:chMax val="0"/>
          <dgm:chPref val="0"/>
          <dgm:bulletEnabled val="1"/>
        </dgm:presLayoutVars>
      </dgm:prSet>
      <dgm:spPr/>
    </dgm:pt>
    <dgm:pt modelId="{1FCB156F-991F-D442-9F34-E6970AEB15A7}" type="pres">
      <dgm:prSet presAssocID="{48C0F0FB-8E43-F147-8983-5203F8064C14}" presName="tile2" presStyleLbl="node1" presStyleIdx="1" presStyleCnt="4"/>
      <dgm:spPr/>
    </dgm:pt>
    <dgm:pt modelId="{3B2570CB-512D-4A4C-B668-1958BED2A99B}" type="pres">
      <dgm:prSet presAssocID="{48C0F0FB-8E43-F147-8983-5203F8064C14}" presName="tile2text" presStyleLbl="node1" presStyleIdx="1" presStyleCnt="4">
        <dgm:presLayoutVars>
          <dgm:chMax val="0"/>
          <dgm:chPref val="0"/>
          <dgm:bulletEnabled val="1"/>
        </dgm:presLayoutVars>
      </dgm:prSet>
      <dgm:spPr/>
    </dgm:pt>
    <dgm:pt modelId="{3AB3B2C4-5582-224B-8694-A8CCE6787326}" type="pres">
      <dgm:prSet presAssocID="{48C0F0FB-8E43-F147-8983-5203F8064C14}" presName="tile3" presStyleLbl="node1" presStyleIdx="2" presStyleCnt="4"/>
      <dgm:spPr/>
    </dgm:pt>
    <dgm:pt modelId="{51D68574-B9D4-DD43-BF3D-25586457FA2E}" type="pres">
      <dgm:prSet presAssocID="{48C0F0FB-8E43-F147-8983-5203F8064C14}" presName="tile3text" presStyleLbl="node1" presStyleIdx="2" presStyleCnt="4">
        <dgm:presLayoutVars>
          <dgm:chMax val="0"/>
          <dgm:chPref val="0"/>
          <dgm:bulletEnabled val="1"/>
        </dgm:presLayoutVars>
      </dgm:prSet>
      <dgm:spPr/>
    </dgm:pt>
    <dgm:pt modelId="{A3231534-405F-CD4F-910F-2BBF93AED7BE}" type="pres">
      <dgm:prSet presAssocID="{48C0F0FB-8E43-F147-8983-5203F8064C14}" presName="tile4" presStyleLbl="node1" presStyleIdx="3" presStyleCnt="4"/>
      <dgm:spPr/>
    </dgm:pt>
    <dgm:pt modelId="{AA902987-3A5A-014D-B94F-B854CBE5438A}" type="pres">
      <dgm:prSet presAssocID="{48C0F0FB-8E43-F147-8983-5203F8064C14}" presName="tile4text" presStyleLbl="node1" presStyleIdx="3" presStyleCnt="4">
        <dgm:presLayoutVars>
          <dgm:chMax val="0"/>
          <dgm:chPref val="0"/>
          <dgm:bulletEnabled val="1"/>
        </dgm:presLayoutVars>
      </dgm:prSet>
      <dgm:spPr/>
    </dgm:pt>
    <dgm:pt modelId="{F73EEED8-CC89-E948-943B-71E5EC6D0EC0}" type="pres">
      <dgm:prSet presAssocID="{48C0F0FB-8E43-F147-8983-5203F8064C14}" presName="centerTile" presStyleLbl="fgShp" presStyleIdx="0" presStyleCnt="1">
        <dgm:presLayoutVars>
          <dgm:chMax val="0"/>
          <dgm:chPref val="0"/>
        </dgm:presLayoutVars>
      </dgm:prSet>
      <dgm:spPr/>
    </dgm:pt>
  </dgm:ptLst>
  <dgm:cxnLst>
    <dgm:cxn modelId="{D92B4C14-5CCB-F346-8181-248F984D29C9}" type="presOf" srcId="{48C0F0FB-8E43-F147-8983-5203F8064C14}" destId="{0F63E095-9BE0-124D-A51D-22892183A1A5}" srcOrd="0" destOrd="0" presId="urn:microsoft.com/office/officeart/2005/8/layout/matrix1"/>
    <dgm:cxn modelId="{5F9AD624-D1A0-7745-87B4-3BA0C9B10802}" type="presOf" srcId="{BC463EBA-8183-C24B-AD5C-7E7784027E1C}" destId="{DBBF78CE-37ED-6243-AA93-64D150BE591B}" srcOrd="1" destOrd="0" presId="urn:microsoft.com/office/officeart/2005/8/layout/matrix1"/>
    <dgm:cxn modelId="{62BC8241-2643-9A4F-A823-ED5BC3ED990C}" type="presOf" srcId="{F8DEB588-2E20-574F-8050-534D6E906E44}" destId="{F73EEED8-CC89-E948-943B-71E5EC6D0EC0}" srcOrd="0" destOrd="0" presId="urn:microsoft.com/office/officeart/2005/8/layout/matrix1"/>
    <dgm:cxn modelId="{BF54B84F-1F98-2F44-8235-56A59A62EAEA}" srcId="{F8DEB588-2E20-574F-8050-534D6E906E44}" destId="{7F405003-F2DF-7643-ADBE-8B9C8FD6378D}" srcOrd="3" destOrd="0" parTransId="{5FB9F74A-A184-5E4F-86EC-DA89AF00C547}" sibTransId="{1E079F05-9A73-E248-A83E-60D565EDF532}"/>
    <dgm:cxn modelId="{49928057-F76C-CD4C-A36D-5F27DEAD5ED9}" type="presOf" srcId="{1238D377-082E-0542-B522-529EEF2950DE}" destId="{1FCB156F-991F-D442-9F34-E6970AEB15A7}" srcOrd="0" destOrd="0" presId="urn:microsoft.com/office/officeart/2005/8/layout/matrix1"/>
    <dgm:cxn modelId="{A5377061-1A99-0B4D-959E-FB5B47266237}" type="presOf" srcId="{1238D377-082E-0542-B522-529EEF2950DE}" destId="{3B2570CB-512D-4A4C-B668-1958BED2A99B}" srcOrd="1" destOrd="0" presId="urn:microsoft.com/office/officeart/2005/8/layout/matrix1"/>
    <dgm:cxn modelId="{5F2F6A6A-6B63-0541-9B1C-0CAFE4DBD8AF}" srcId="{F8DEB588-2E20-574F-8050-534D6E906E44}" destId="{6B9893B8-157E-4442-9D2E-5FB798918144}" srcOrd="2" destOrd="0" parTransId="{EA2A2156-2775-C143-8DB6-F86A4A508797}" sibTransId="{DB45C118-AAE1-004F-AC21-B667DCD602A9}"/>
    <dgm:cxn modelId="{7A2DF29D-0A70-514D-BE78-AAC269694745}" type="presOf" srcId="{7F405003-F2DF-7643-ADBE-8B9C8FD6378D}" destId="{AA902987-3A5A-014D-B94F-B854CBE5438A}" srcOrd="1" destOrd="0" presId="urn:microsoft.com/office/officeart/2005/8/layout/matrix1"/>
    <dgm:cxn modelId="{94F1F09E-3D5E-9846-B554-C81270E58F50}" type="presOf" srcId="{6B9893B8-157E-4442-9D2E-5FB798918144}" destId="{3AB3B2C4-5582-224B-8694-A8CCE6787326}" srcOrd="0" destOrd="0" presId="urn:microsoft.com/office/officeart/2005/8/layout/matrix1"/>
    <dgm:cxn modelId="{B3B43C9F-7C09-C64A-ACDE-496F878DBB25}" srcId="{48C0F0FB-8E43-F147-8983-5203F8064C14}" destId="{F8DEB588-2E20-574F-8050-534D6E906E44}" srcOrd="0" destOrd="0" parTransId="{C2BDF5A8-B795-B245-9FB7-E48F9C2379A2}" sibTransId="{71E6E0BD-3CD7-F648-A49E-94AF44BA9C0A}"/>
    <dgm:cxn modelId="{2D8E0FA7-7FA8-7943-8879-E981B93D6407}" type="presOf" srcId="{BC463EBA-8183-C24B-AD5C-7E7784027E1C}" destId="{076A10E2-B5A9-1242-AC0E-AB2922BBD5C7}" srcOrd="0" destOrd="0" presId="urn:microsoft.com/office/officeart/2005/8/layout/matrix1"/>
    <dgm:cxn modelId="{6DC261B0-3DB7-984C-B906-E66358E31725}" type="presOf" srcId="{6B9893B8-157E-4442-9D2E-5FB798918144}" destId="{51D68574-B9D4-DD43-BF3D-25586457FA2E}" srcOrd="1" destOrd="0" presId="urn:microsoft.com/office/officeart/2005/8/layout/matrix1"/>
    <dgm:cxn modelId="{5CE807DB-9DE8-DA4D-90AA-24E8B8433DA7}" srcId="{F8DEB588-2E20-574F-8050-534D6E906E44}" destId="{1238D377-082E-0542-B522-529EEF2950DE}" srcOrd="1" destOrd="0" parTransId="{CA568316-444E-834E-8F35-918CA013280E}" sibTransId="{98CEC62A-7E69-7344-8101-E4E9E8268901}"/>
    <dgm:cxn modelId="{40E097F3-068B-7E46-8DB8-6D81E6953A0D}" type="presOf" srcId="{7F405003-F2DF-7643-ADBE-8B9C8FD6378D}" destId="{A3231534-405F-CD4F-910F-2BBF93AED7BE}" srcOrd="0" destOrd="0" presId="urn:microsoft.com/office/officeart/2005/8/layout/matrix1"/>
    <dgm:cxn modelId="{C6CB31FE-1F4E-3A43-AA7E-8FD88C09400B}" srcId="{F8DEB588-2E20-574F-8050-534D6E906E44}" destId="{BC463EBA-8183-C24B-AD5C-7E7784027E1C}" srcOrd="0" destOrd="0" parTransId="{4385C263-BC7E-EA46-AD1E-7547259D0577}" sibTransId="{E95C5A6C-8C44-A849-A57F-B6B2F7DF4634}"/>
    <dgm:cxn modelId="{4CB4CCB9-7FB8-E04A-8B4A-666C75254195}" type="presParOf" srcId="{0F63E095-9BE0-124D-A51D-22892183A1A5}" destId="{4592901A-523C-A94E-916F-D48E591D9984}" srcOrd="0" destOrd="0" presId="urn:microsoft.com/office/officeart/2005/8/layout/matrix1"/>
    <dgm:cxn modelId="{F2A1F68C-4717-C543-8EAA-2DFE5C8E54B9}" type="presParOf" srcId="{4592901A-523C-A94E-916F-D48E591D9984}" destId="{076A10E2-B5A9-1242-AC0E-AB2922BBD5C7}" srcOrd="0" destOrd="0" presId="urn:microsoft.com/office/officeart/2005/8/layout/matrix1"/>
    <dgm:cxn modelId="{DAF33D9A-C1DE-7945-95BC-EFE37600097C}" type="presParOf" srcId="{4592901A-523C-A94E-916F-D48E591D9984}" destId="{DBBF78CE-37ED-6243-AA93-64D150BE591B}" srcOrd="1" destOrd="0" presId="urn:microsoft.com/office/officeart/2005/8/layout/matrix1"/>
    <dgm:cxn modelId="{702C0CC6-DF9F-3E42-8CAA-18E042C6C748}" type="presParOf" srcId="{4592901A-523C-A94E-916F-D48E591D9984}" destId="{1FCB156F-991F-D442-9F34-E6970AEB15A7}" srcOrd="2" destOrd="0" presId="urn:microsoft.com/office/officeart/2005/8/layout/matrix1"/>
    <dgm:cxn modelId="{B9D0BF58-9756-C942-8DC6-B7C8B6DD7FBA}" type="presParOf" srcId="{4592901A-523C-A94E-916F-D48E591D9984}" destId="{3B2570CB-512D-4A4C-B668-1958BED2A99B}" srcOrd="3" destOrd="0" presId="urn:microsoft.com/office/officeart/2005/8/layout/matrix1"/>
    <dgm:cxn modelId="{DA84F9C8-4FDF-0741-8553-7B70AE5D0428}" type="presParOf" srcId="{4592901A-523C-A94E-916F-D48E591D9984}" destId="{3AB3B2C4-5582-224B-8694-A8CCE6787326}" srcOrd="4" destOrd="0" presId="urn:microsoft.com/office/officeart/2005/8/layout/matrix1"/>
    <dgm:cxn modelId="{191C5749-C04F-984B-914A-E82E5046FD47}" type="presParOf" srcId="{4592901A-523C-A94E-916F-D48E591D9984}" destId="{51D68574-B9D4-DD43-BF3D-25586457FA2E}" srcOrd="5" destOrd="0" presId="urn:microsoft.com/office/officeart/2005/8/layout/matrix1"/>
    <dgm:cxn modelId="{73C87378-7B75-D14F-9DCB-AC3C2A620FC7}" type="presParOf" srcId="{4592901A-523C-A94E-916F-D48E591D9984}" destId="{A3231534-405F-CD4F-910F-2BBF93AED7BE}" srcOrd="6" destOrd="0" presId="urn:microsoft.com/office/officeart/2005/8/layout/matrix1"/>
    <dgm:cxn modelId="{5E6A61F8-5AE0-7144-9B82-E28DCB443FB7}" type="presParOf" srcId="{4592901A-523C-A94E-916F-D48E591D9984}" destId="{AA902987-3A5A-014D-B94F-B854CBE5438A}" srcOrd="7" destOrd="0" presId="urn:microsoft.com/office/officeart/2005/8/layout/matrix1"/>
    <dgm:cxn modelId="{139A6361-D4B1-5D48-AE70-9A729A7A10E3}" type="presParOf" srcId="{0F63E095-9BE0-124D-A51D-22892183A1A5}" destId="{F73EEED8-CC89-E948-943B-71E5EC6D0EC0}" srcOrd="1" destOrd="0" presId="urn:microsoft.com/office/officeart/2005/8/layout/matrix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3B98D5-CD16-2141-87AF-7F4CB106B0F8}">
      <dsp:nvSpPr>
        <dsp:cNvPr id="0" name=""/>
        <dsp:cNvSpPr/>
      </dsp:nvSpPr>
      <dsp:spPr>
        <a:xfrm>
          <a:off x="0" y="1488407"/>
          <a:ext cx="10972800" cy="1984543"/>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C12809-A6A4-ED4C-8E3E-0B8E8C27A0F2}">
      <dsp:nvSpPr>
        <dsp:cNvPr id="0" name=""/>
        <dsp:cNvSpPr/>
      </dsp:nvSpPr>
      <dsp:spPr>
        <a:xfrm>
          <a:off x="843" y="0"/>
          <a:ext cx="1352579" cy="1984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US" sz="1300" b="0" i="0" kern="1200"/>
            <a:t>Research and Planning</a:t>
          </a:r>
          <a:endParaRPr lang="en-US" sz="1300" kern="1200"/>
        </a:p>
      </dsp:txBody>
      <dsp:txXfrm>
        <a:off x="843" y="0"/>
        <a:ext cx="1352579" cy="1984543"/>
      </dsp:txXfrm>
    </dsp:sp>
    <dsp:sp modelId="{7C144C15-1DA4-404A-88F6-0EAB6054B1A7}">
      <dsp:nvSpPr>
        <dsp:cNvPr id="0" name=""/>
        <dsp:cNvSpPr/>
      </dsp:nvSpPr>
      <dsp:spPr>
        <a:xfrm>
          <a:off x="429065" y="2232611"/>
          <a:ext cx="496135" cy="49613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AA01B3-9292-2543-9A99-F061CC355A94}">
      <dsp:nvSpPr>
        <dsp:cNvPr id="0" name=""/>
        <dsp:cNvSpPr/>
      </dsp:nvSpPr>
      <dsp:spPr>
        <a:xfrm>
          <a:off x="1421052" y="2976814"/>
          <a:ext cx="1352579" cy="1984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a:lnSpc>
              <a:spcPct val="90000"/>
            </a:lnSpc>
            <a:spcBef>
              <a:spcPct val="0"/>
            </a:spcBef>
            <a:spcAft>
              <a:spcPct val="35000"/>
            </a:spcAft>
            <a:buNone/>
          </a:pPr>
          <a:r>
            <a:rPr lang="en-US" sz="1300" b="0" i="0" kern="1200"/>
            <a:t>Data Preparation</a:t>
          </a:r>
          <a:endParaRPr lang="en-US" sz="1300" kern="1200"/>
        </a:p>
      </dsp:txBody>
      <dsp:txXfrm>
        <a:off x="1421052" y="2976814"/>
        <a:ext cx="1352579" cy="1984543"/>
      </dsp:txXfrm>
    </dsp:sp>
    <dsp:sp modelId="{B73423C8-E12C-9A43-A801-6657E15913F3}">
      <dsp:nvSpPr>
        <dsp:cNvPr id="0" name=""/>
        <dsp:cNvSpPr/>
      </dsp:nvSpPr>
      <dsp:spPr>
        <a:xfrm>
          <a:off x="1849274" y="2232611"/>
          <a:ext cx="496135" cy="49613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2614AA-DC53-8F48-8594-30A301DABD89}">
      <dsp:nvSpPr>
        <dsp:cNvPr id="0" name=""/>
        <dsp:cNvSpPr/>
      </dsp:nvSpPr>
      <dsp:spPr>
        <a:xfrm>
          <a:off x="2841261" y="0"/>
          <a:ext cx="1352579" cy="1984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US" sz="1300" b="0" i="0" kern="1200"/>
            <a:t>Training – Experimentation</a:t>
          </a:r>
          <a:endParaRPr lang="en-US" sz="1300" kern="1200"/>
        </a:p>
      </dsp:txBody>
      <dsp:txXfrm>
        <a:off x="2841261" y="0"/>
        <a:ext cx="1352579" cy="1984543"/>
      </dsp:txXfrm>
    </dsp:sp>
    <dsp:sp modelId="{60898B22-7E81-CC42-97DA-5E2DE606558F}">
      <dsp:nvSpPr>
        <dsp:cNvPr id="0" name=""/>
        <dsp:cNvSpPr/>
      </dsp:nvSpPr>
      <dsp:spPr>
        <a:xfrm>
          <a:off x="3269483" y="2232611"/>
          <a:ext cx="496135" cy="49613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E28C8E-E4B2-C544-9BF5-9FD8BE5368E3}">
      <dsp:nvSpPr>
        <dsp:cNvPr id="0" name=""/>
        <dsp:cNvSpPr/>
      </dsp:nvSpPr>
      <dsp:spPr>
        <a:xfrm>
          <a:off x="4261470" y="2976814"/>
          <a:ext cx="1352579" cy="1984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a:lnSpc>
              <a:spcPct val="90000"/>
            </a:lnSpc>
            <a:spcBef>
              <a:spcPct val="0"/>
            </a:spcBef>
            <a:spcAft>
              <a:spcPct val="35000"/>
            </a:spcAft>
            <a:buNone/>
          </a:pPr>
          <a:r>
            <a:rPr lang="en-US" sz="1300" b="0" i="0" kern="1200" dirty="0"/>
            <a:t>Training – </a:t>
          </a:r>
        </a:p>
        <a:p>
          <a:pPr marL="0" lvl="0" indent="0" algn="ctr" defTabSz="577850">
            <a:lnSpc>
              <a:spcPct val="90000"/>
            </a:lnSpc>
            <a:spcBef>
              <a:spcPct val="0"/>
            </a:spcBef>
            <a:spcAft>
              <a:spcPct val="35000"/>
            </a:spcAft>
            <a:buNone/>
          </a:pPr>
          <a:r>
            <a:rPr lang="en-US" sz="1300" b="0" i="0" kern="1200" dirty="0"/>
            <a:t>Hero Run</a:t>
          </a:r>
          <a:endParaRPr lang="en-US" sz="1300" kern="1200" dirty="0"/>
        </a:p>
      </dsp:txBody>
      <dsp:txXfrm>
        <a:off x="4261470" y="2976814"/>
        <a:ext cx="1352579" cy="1984543"/>
      </dsp:txXfrm>
    </dsp:sp>
    <dsp:sp modelId="{CC08FB68-7E53-B743-9AB9-1EC5474198E5}">
      <dsp:nvSpPr>
        <dsp:cNvPr id="0" name=""/>
        <dsp:cNvSpPr/>
      </dsp:nvSpPr>
      <dsp:spPr>
        <a:xfrm>
          <a:off x="4689692" y="2232611"/>
          <a:ext cx="496135" cy="49613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230FCD-3590-7C46-907D-183C2F47815A}">
      <dsp:nvSpPr>
        <dsp:cNvPr id="0" name=""/>
        <dsp:cNvSpPr/>
      </dsp:nvSpPr>
      <dsp:spPr>
        <a:xfrm>
          <a:off x="5681678" y="0"/>
          <a:ext cx="1352579" cy="1984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US" sz="1300" b="0" i="0" kern="1200"/>
            <a:t>Evaluation</a:t>
          </a:r>
          <a:endParaRPr lang="en-US" sz="1300" kern="1200"/>
        </a:p>
      </dsp:txBody>
      <dsp:txXfrm>
        <a:off x="5681678" y="0"/>
        <a:ext cx="1352579" cy="1984543"/>
      </dsp:txXfrm>
    </dsp:sp>
    <dsp:sp modelId="{65FE6CC6-AD40-284D-8DAA-DCE2037519AA}">
      <dsp:nvSpPr>
        <dsp:cNvPr id="0" name=""/>
        <dsp:cNvSpPr/>
      </dsp:nvSpPr>
      <dsp:spPr>
        <a:xfrm>
          <a:off x="6109900" y="2232611"/>
          <a:ext cx="496135" cy="49613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BB8034-2CF8-6F4E-B49C-43A8DCDF4DE5}">
      <dsp:nvSpPr>
        <dsp:cNvPr id="0" name=""/>
        <dsp:cNvSpPr/>
      </dsp:nvSpPr>
      <dsp:spPr>
        <a:xfrm>
          <a:off x="7101887" y="2976814"/>
          <a:ext cx="1352579" cy="1984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a:lnSpc>
              <a:spcPct val="90000"/>
            </a:lnSpc>
            <a:spcBef>
              <a:spcPct val="0"/>
            </a:spcBef>
            <a:spcAft>
              <a:spcPct val="35000"/>
            </a:spcAft>
            <a:buNone/>
          </a:pPr>
          <a:r>
            <a:rPr lang="en-US" sz="1300" b="0" i="0" kern="1200"/>
            <a:t>Post-Training for Downstream Tasks</a:t>
          </a:r>
          <a:endParaRPr lang="en-US" sz="1300" kern="1200"/>
        </a:p>
      </dsp:txBody>
      <dsp:txXfrm>
        <a:off x="7101887" y="2976814"/>
        <a:ext cx="1352579" cy="1984543"/>
      </dsp:txXfrm>
    </dsp:sp>
    <dsp:sp modelId="{B049D28B-6343-974B-96BF-1A96D1E2C8B8}">
      <dsp:nvSpPr>
        <dsp:cNvPr id="0" name=""/>
        <dsp:cNvSpPr/>
      </dsp:nvSpPr>
      <dsp:spPr>
        <a:xfrm>
          <a:off x="7530109" y="2232611"/>
          <a:ext cx="496135" cy="49613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C8E9E7-B21C-F543-A0D3-0439393DCD23}">
      <dsp:nvSpPr>
        <dsp:cNvPr id="0" name=""/>
        <dsp:cNvSpPr/>
      </dsp:nvSpPr>
      <dsp:spPr>
        <a:xfrm>
          <a:off x="8522096" y="0"/>
          <a:ext cx="1352579" cy="1984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US" sz="1300" b="0" i="0" kern="1200"/>
            <a:t>Deployment - Inference</a:t>
          </a:r>
          <a:endParaRPr lang="en-US" sz="1300" kern="1200"/>
        </a:p>
      </dsp:txBody>
      <dsp:txXfrm>
        <a:off x="8522096" y="0"/>
        <a:ext cx="1352579" cy="1984543"/>
      </dsp:txXfrm>
    </dsp:sp>
    <dsp:sp modelId="{ACE7116E-3BE9-6844-97DF-ECE8BAF00F88}">
      <dsp:nvSpPr>
        <dsp:cNvPr id="0" name=""/>
        <dsp:cNvSpPr/>
      </dsp:nvSpPr>
      <dsp:spPr>
        <a:xfrm>
          <a:off x="8950318" y="2232611"/>
          <a:ext cx="496135" cy="49613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6A10E2-B5A9-1242-AC0E-AB2922BBD5C7}">
      <dsp:nvSpPr>
        <dsp:cNvPr id="0" name=""/>
        <dsp:cNvSpPr/>
      </dsp:nvSpPr>
      <dsp:spPr>
        <a:xfrm rot="16200000">
          <a:off x="1028608" y="-1028608"/>
          <a:ext cx="2035497" cy="4092713"/>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Resilient AI Infrastructure</a:t>
          </a:r>
        </a:p>
      </dsp:txBody>
      <dsp:txXfrm rot="5400000">
        <a:off x="0" y="0"/>
        <a:ext cx="4092713" cy="1526622"/>
      </dsp:txXfrm>
    </dsp:sp>
    <dsp:sp modelId="{1FCB156F-991F-D442-9F34-E6970AEB15A7}">
      <dsp:nvSpPr>
        <dsp:cNvPr id="0" name=""/>
        <dsp:cNvSpPr/>
      </dsp:nvSpPr>
      <dsp:spPr>
        <a:xfrm>
          <a:off x="4092713" y="0"/>
          <a:ext cx="4092713" cy="203549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Scale Model Development</a:t>
          </a:r>
        </a:p>
      </dsp:txBody>
      <dsp:txXfrm>
        <a:off x="4092713" y="0"/>
        <a:ext cx="4092713" cy="1526622"/>
      </dsp:txXfrm>
    </dsp:sp>
    <dsp:sp modelId="{3AB3B2C4-5582-224B-8694-A8CCE6787326}">
      <dsp:nvSpPr>
        <dsp:cNvPr id="0" name=""/>
        <dsp:cNvSpPr/>
      </dsp:nvSpPr>
      <dsp:spPr>
        <a:xfrm rot="10800000">
          <a:off x="0" y="2035497"/>
          <a:ext cx="4092713" cy="203549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Optimize Cluster Utilization</a:t>
          </a:r>
        </a:p>
      </dsp:txBody>
      <dsp:txXfrm rot="10800000">
        <a:off x="0" y="2544371"/>
        <a:ext cx="4092713" cy="1526622"/>
      </dsp:txXfrm>
    </dsp:sp>
    <dsp:sp modelId="{A3231534-405F-CD4F-910F-2BBF93AED7BE}">
      <dsp:nvSpPr>
        <dsp:cNvPr id="0" name=""/>
        <dsp:cNvSpPr/>
      </dsp:nvSpPr>
      <dsp:spPr>
        <a:xfrm rot="5400000">
          <a:off x="5121321" y="1006889"/>
          <a:ext cx="2035497" cy="4092713"/>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a:lnSpc>
              <a:spcPct val="90000"/>
            </a:lnSpc>
            <a:spcBef>
              <a:spcPct val="0"/>
            </a:spcBef>
            <a:spcAft>
              <a:spcPct val="35000"/>
            </a:spcAft>
            <a:buNone/>
          </a:pPr>
          <a:r>
            <a:rPr lang="en-US" sz="2500" kern="1200" dirty="0"/>
            <a:t>Ease of Use</a:t>
          </a:r>
        </a:p>
      </dsp:txBody>
      <dsp:txXfrm rot="-5400000">
        <a:off x="4092713" y="2544371"/>
        <a:ext cx="4092713" cy="1526622"/>
      </dsp:txXfrm>
    </dsp:sp>
    <dsp:sp modelId="{F73EEED8-CC89-E948-943B-71E5EC6D0EC0}">
      <dsp:nvSpPr>
        <dsp:cNvPr id="0" name=""/>
        <dsp:cNvSpPr/>
      </dsp:nvSpPr>
      <dsp:spPr>
        <a:xfrm>
          <a:off x="2864899" y="1526622"/>
          <a:ext cx="2455627" cy="1017748"/>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Faster Time to Value</a:t>
          </a:r>
        </a:p>
      </dsp:txBody>
      <dsp:txXfrm>
        <a:off x="2914581" y="1576304"/>
        <a:ext cx="2356263" cy="91838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30B3F9-42E9-426B-B3D2-D6012D7491A2}"/>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C71F7584-9745-40DA-BD49-9A41A97B2D2E}" type="slidenum">
              <a:rPr lang="en-US" sz="1000" smtClean="0"/>
              <a:pPr algn="ctr"/>
              <a:t>‹#›</a:t>
            </a:fld>
            <a:endParaRPr lang="en-US" sz="1000"/>
          </a:p>
        </p:txBody>
      </p:sp>
    </p:spTree>
    <p:extLst>
      <p:ext uri="{BB962C8B-B14F-4D97-AF65-F5344CB8AC3E}">
        <p14:creationId xmlns:p14="http://schemas.microsoft.com/office/powerpoint/2010/main" val="129253005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8150" y="457200"/>
            <a:ext cx="5981700" cy="3364706"/>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19100" y="4197679"/>
            <a:ext cx="6000750" cy="4328803"/>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000"/>
            </a:lvl1pPr>
          </a:lstStyle>
          <a:p>
            <a:fld id="{A3D89E5F-BEEF-42A1-A57B-E5A736D51194}" type="slidenum">
              <a:rPr lang="en-US" smtClean="0"/>
              <a:pPr/>
              <a:t>‹#›</a:t>
            </a:fld>
            <a:endParaRPr lang="en-US"/>
          </a:p>
        </p:txBody>
      </p:sp>
    </p:spTree>
    <p:extLst>
      <p:ext uri="{BB962C8B-B14F-4D97-AF65-F5344CB8AC3E}">
        <p14:creationId xmlns:p14="http://schemas.microsoft.com/office/powerpoint/2010/main" val="2644871954"/>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kern="1200">
        <a:solidFill>
          <a:schemeClr val="tx1"/>
        </a:solidFill>
        <a:latin typeface="+mn-lt"/>
        <a:ea typeface="+mn-ea"/>
        <a:cs typeface="+mn-cs"/>
      </a:defRPr>
    </a:lvl1pPr>
    <a:lvl2pPr marL="225425" indent="-1063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2pPr>
    <a:lvl3pPr marL="463550"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3pPr>
    <a:lvl4pPr marL="747713"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4pPr>
    <a:lvl5pPr marL="973138" indent="-117475"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2160" userDrawn="1">
          <p15:clr>
            <a:srgbClr val="F26B43"/>
          </p15:clr>
        </p15:guide>
        <p15:guide id="2" orient="horz" pos="2880" userDrawn="1">
          <p15:clr>
            <a:srgbClr val="F26B43"/>
          </p15:clr>
        </p15:guide>
        <p15:guide id="3" pos="264" userDrawn="1">
          <p15:clr>
            <a:srgbClr val="F26B43"/>
          </p15:clr>
        </p15:guide>
        <p15:guide id="4" pos="4056" userDrawn="1">
          <p15:clr>
            <a:srgbClr val="F26B43"/>
          </p15:clr>
        </p15:guide>
        <p15:guide id="5" orient="horz" pos="288" userDrawn="1">
          <p15:clr>
            <a:srgbClr val="F26B43"/>
          </p15:clr>
        </p15:guide>
        <p15:guide id="6" orient="horz" pos="26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aws.amazon.com/blogs/aws/accelerate-foundation-model-training-and-fine-tuning-with-new-amazon-sagemaker-hyperpod-recipes/"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aws.amazon.com/blogs/machine-learning/customize-deepseek-r1-distilled-models-using-amazon-sagemaker-hyperpod-recipes-part-1/" TargetMode="External"/><Relationship Id="rId4" Type="http://schemas.openxmlformats.org/officeDocument/2006/relationships/hyperlink" Target="https://aws.amazon.com/blogs/machine-learning/fine-tune-openai-gpt-oss-models-using-amazon-sagemaker-hyperpod-recipes/"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US" dirty="0"/>
              <a:t>Introducing Amazon SageMaker HyperPod </a:t>
            </a:r>
          </a:p>
          <a:p>
            <a:r>
              <a:rPr lang="en-US" sz="1200" i="0" kern="1200" dirty="0">
                <a:solidFill>
                  <a:schemeClr val="tx1"/>
                </a:solidFill>
                <a:effectLst/>
                <a:latin typeface="+mn-lt"/>
                <a:ea typeface="+mn-ea"/>
                <a:cs typeface="+mn-cs"/>
              </a:rPr>
              <a:t>Reduce time to train foundation models by up to 40% by providing purpose-built infrastructure for distributed training at scale</a:t>
            </a:r>
            <a:endParaRPr lang="en-US" i="0" dirty="0"/>
          </a:p>
        </p:txBody>
      </p:sp>
      <p:sp>
        <p:nvSpPr>
          <p:cNvPr id="4" name="Slide Number Placeholder 3"/>
          <p:cNvSpPr>
            <a:spLocks noGrp="1"/>
          </p:cNvSpPr>
          <p:nvPr>
            <p:ph type="sldNum" sz="quarter" idx="5"/>
          </p:nvPr>
        </p:nvSpPr>
        <p:spPr/>
        <p:txBody>
          <a:bodyPr/>
          <a:lstStyle/>
          <a:p>
            <a:fld id="{F8FEB175-7AE1-4B66-A823-55E80A74AF1C}" type="slidenum">
              <a:rPr lang="en-US" smtClean="0"/>
              <a:pPr/>
              <a:t>1</a:t>
            </a:fld>
            <a:endParaRPr lang="en-US" dirty="0"/>
          </a:p>
        </p:txBody>
      </p:sp>
    </p:spTree>
    <p:extLst>
      <p:ext uri="{BB962C8B-B14F-4D97-AF65-F5344CB8AC3E}">
        <p14:creationId xmlns:p14="http://schemas.microsoft.com/office/powerpoint/2010/main" val="3350753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FC04C-87CF-872C-104E-EDA423D99E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729F2-EFE4-38C8-FC0C-4CA66790942D}"/>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A06F9541-AF60-BAE1-8479-68CD833EC82C}"/>
              </a:ext>
            </a:extLst>
          </p:cNvPr>
          <p:cNvSpPr>
            <a:spLocks noGrp="1"/>
          </p:cNvSpPr>
          <p:nvPr>
            <p:ph type="body" idx="1"/>
          </p:nvPr>
        </p:nvSpPr>
        <p:spPr/>
        <p:txBody>
          <a:bodyPr/>
          <a:lstStyle/>
          <a:p>
            <a:r>
              <a:rPr lang="en-US" sz="1300" dirty="0">
                <a:latin typeface="Amazon Ember Display" panose="020F0603020204020204" pitchFamily="34" charset="0"/>
              </a:rPr>
              <a:t>So when you are ready to get building where do you get started?</a:t>
            </a:r>
          </a:p>
          <a:p>
            <a:endParaRPr lang="en-US" sz="1300" dirty="0">
              <a:latin typeface="Amazon Ember Display" panose="020F0603020204020204" pitchFamily="34" charset="0"/>
            </a:endParaRPr>
          </a:p>
          <a:p>
            <a:r>
              <a:rPr lang="en-US" sz="1300" dirty="0">
                <a:latin typeface="Amazon Ember Display" panose="020F0603020204020204" pitchFamily="34" charset="0"/>
              </a:rPr>
              <a:t>we continue to reinvent for our customers, and we’ve learned what is needed to bring generative AI to your customers and employees. You need the right tool for the job</a:t>
            </a:r>
          </a:p>
          <a:p>
            <a:endParaRPr lang="en-US" sz="1300" dirty="0">
              <a:latin typeface="Amazon Ember Display" panose="020F0603020204020204" pitchFamily="34" charset="0"/>
            </a:endParaRPr>
          </a:p>
          <a:p>
            <a:r>
              <a:rPr lang="en-US" sz="1300" dirty="0">
                <a:latin typeface="Amazon Ember Display" panose="020F0603020204020204" pitchFamily="34" charset="0"/>
              </a:rPr>
              <a:t>If you are an application consumer that just wants to use applications that already have Generative AI capabilities and are enterprise ready, then you d look into the Amazon Q family of services. There are many sessions around here at the summit and many demos and booths that I encourage to visit.</a:t>
            </a:r>
          </a:p>
          <a:p>
            <a:endParaRPr lang="en-US" sz="1300" dirty="0">
              <a:latin typeface="Amazon Ember Display" panose="020F0603020204020204" pitchFamily="34" charset="0"/>
            </a:endParaRPr>
          </a:p>
          <a:p>
            <a:r>
              <a:rPr lang="en-US" sz="1300" dirty="0">
                <a:latin typeface="Amazon Ember Display" panose="020F0603020204020204" pitchFamily="34" charset="0"/>
              </a:rPr>
              <a:t>If you are a builder that wants to build applications powered by LLMs, then you would look into Amazon Bedrock, as it provides access to a large selection of leading foundation models, as well as other level of abstractions to easily create more complex workflows.</a:t>
            </a:r>
          </a:p>
          <a:p>
            <a:endParaRPr lang="en-US" sz="1300" dirty="0">
              <a:latin typeface="Amazon Ember Display" panose="020F0603020204020204" pitchFamily="34" charset="0"/>
            </a:endParaRPr>
          </a:p>
          <a:p>
            <a:r>
              <a:rPr lang="en-US" sz="1300" dirty="0">
                <a:latin typeface="Amazon Ember Display" panose="020F0603020204020204" pitchFamily="34" charset="0"/>
              </a:rPr>
              <a:t>but if instead you have the data science know-how, and you are looking for a performing infrastructure, we have you covered here, thanks to a large choice of GPU, or purpose build chips for training and inference, performing storage and networking. </a:t>
            </a:r>
          </a:p>
        </p:txBody>
      </p:sp>
    </p:spTree>
    <p:extLst>
      <p:ext uri="{BB962C8B-B14F-4D97-AF65-F5344CB8AC3E}">
        <p14:creationId xmlns:p14="http://schemas.microsoft.com/office/powerpoint/2010/main" val="412696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D8C1D-016D-241C-624B-C557CFB0B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CA441-499E-F1BF-7768-5FA24AF00755}"/>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1D8D0857-925B-B002-731B-30E0901ED94E}"/>
              </a:ext>
            </a:extLst>
          </p:cNvPr>
          <p:cNvSpPr>
            <a:spLocks noGrp="1"/>
          </p:cNvSpPr>
          <p:nvPr>
            <p:ph type="body" idx="1"/>
          </p:nvPr>
        </p:nvSpPr>
        <p:spPr/>
        <p:txBody>
          <a:bodyPr/>
          <a:lstStyle/>
          <a:p>
            <a:r>
              <a:rPr lang="en-US" sz="1300" dirty="0" err="1">
                <a:latin typeface="Amazon Ember Display" panose="020F0603020204020204" pitchFamily="34" charset="0"/>
              </a:rPr>
              <a:t>SageMaker</a:t>
            </a:r>
            <a:r>
              <a:rPr lang="en-US" sz="1300" dirty="0">
                <a:latin typeface="Amazon Ember Display" panose="020F0603020204020204" pitchFamily="34" charset="0"/>
              </a:rPr>
              <a:t> </a:t>
            </a:r>
            <a:r>
              <a:rPr lang="en-US" sz="1300" dirty="0" err="1">
                <a:latin typeface="Amazon Ember Display" panose="020F0603020204020204" pitchFamily="34" charset="0"/>
              </a:rPr>
              <a:t>HyperPod</a:t>
            </a:r>
            <a:r>
              <a:rPr lang="en-US" sz="1300" dirty="0">
                <a:latin typeface="Amazon Ember Display" panose="020F0603020204020204" pitchFamily="34" charset="0"/>
              </a:rPr>
              <a:t> sits at this level, as a mean to abstract some of the complexity associated in managing the infrastructure at its lowest level.</a:t>
            </a:r>
            <a:endParaRPr lang="en-US" sz="1300" dirty="0"/>
          </a:p>
        </p:txBody>
      </p:sp>
    </p:spTree>
    <p:extLst>
      <p:ext uri="{BB962C8B-B14F-4D97-AF65-F5344CB8AC3E}">
        <p14:creationId xmlns:p14="http://schemas.microsoft.com/office/powerpoint/2010/main" val="1900518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algn="l"/>
            <a:r>
              <a:rPr lang="en-US" b="0" i="0" dirty="0">
                <a:solidFill>
                  <a:srgbClr val="000000"/>
                </a:solidFill>
                <a:effectLst/>
                <a:highlight>
                  <a:srgbClr val="FFFFFF"/>
                </a:highlight>
                <a:latin typeface="Inter"/>
              </a:rPr>
              <a:t>While </a:t>
            </a:r>
            <a:r>
              <a:rPr lang="en-US" b="1" i="0" u="sng" dirty="0">
                <a:solidFill>
                  <a:srgbClr val="3366CC"/>
                </a:solidFill>
                <a:effectLst/>
                <a:highlight>
                  <a:srgbClr val="FFFFFF"/>
                </a:highlight>
                <a:latin typeface="Inter"/>
              </a:rPr>
              <a:t>GenAI FMs</a:t>
            </a:r>
            <a:r>
              <a:rPr lang="en-US" b="1" i="0" u="none" dirty="0">
                <a:solidFill>
                  <a:srgbClr val="3366CC"/>
                </a:solidFill>
                <a:effectLst/>
                <a:highlight>
                  <a:srgbClr val="FFFFFF"/>
                </a:highlight>
                <a:latin typeface="Inter"/>
              </a:rPr>
              <a:t> </a:t>
            </a:r>
            <a:r>
              <a:rPr lang="en-US" b="0" i="0" dirty="0">
                <a:solidFill>
                  <a:srgbClr val="000000"/>
                </a:solidFill>
                <a:effectLst/>
                <a:highlight>
                  <a:srgbClr val="FFFFFF"/>
                </a:highlight>
                <a:latin typeface="Inter"/>
              </a:rPr>
              <a:t>are incredibly powerful, they are not one-size-fits-all solutions. To achieve optimal results for your specific use case, customization is often required. Here are some reasons why customization is crucial:</a:t>
            </a:r>
          </a:p>
          <a:p>
            <a:pPr algn="l"/>
            <a:r>
              <a:rPr lang="en-US" b="1" i="0" dirty="0">
                <a:solidFill>
                  <a:srgbClr val="000000"/>
                </a:solidFill>
                <a:effectLst/>
                <a:highlight>
                  <a:srgbClr val="FFFFFF"/>
                </a:highlight>
                <a:latin typeface="Inter"/>
              </a:rPr>
              <a:t>Domain-Specific Adaptation:</a:t>
            </a:r>
            <a:r>
              <a:rPr lang="en-US" b="0" i="0" dirty="0">
                <a:solidFill>
                  <a:srgbClr val="000000"/>
                </a:solidFill>
                <a:effectLst/>
                <a:highlight>
                  <a:srgbClr val="FFFFFF"/>
                </a:highlight>
                <a:latin typeface="Inter"/>
              </a:rPr>
              <a:t> AI foundation models may lack specialized knowledge in certain domains. Customization can help them adapt to specific industries, such as healthcare, finance, or legal.</a:t>
            </a:r>
          </a:p>
          <a:p>
            <a:pPr algn="l"/>
            <a:r>
              <a:rPr lang="en-US" b="1" i="0" dirty="0">
                <a:solidFill>
                  <a:srgbClr val="000000"/>
                </a:solidFill>
                <a:effectLst/>
                <a:highlight>
                  <a:srgbClr val="FFFFFF"/>
                </a:highlight>
                <a:latin typeface="Inter"/>
              </a:rPr>
              <a:t>Data Specificity:</a:t>
            </a:r>
            <a:r>
              <a:rPr lang="en-US" b="0" i="0" dirty="0">
                <a:solidFill>
                  <a:srgbClr val="000000"/>
                </a:solidFill>
                <a:effectLst/>
                <a:highlight>
                  <a:srgbClr val="FFFFFF"/>
                </a:highlight>
                <a:latin typeface="Inter"/>
              </a:rPr>
              <a:t> Training data may differ significantly from one project to another. Customization allows you to fine-tune your model with your own data, making it more relevant to your use case.</a:t>
            </a:r>
          </a:p>
          <a:p>
            <a:pPr algn="l"/>
            <a:r>
              <a:rPr lang="en-US" b="1" i="0" dirty="0">
                <a:solidFill>
                  <a:srgbClr val="000000"/>
                </a:solidFill>
                <a:effectLst/>
                <a:highlight>
                  <a:srgbClr val="FFFFFF"/>
                </a:highlight>
                <a:latin typeface="Inter"/>
              </a:rPr>
              <a:t>Efficiency</a:t>
            </a:r>
            <a:r>
              <a:rPr lang="en-US" b="0" i="0" dirty="0">
                <a:solidFill>
                  <a:srgbClr val="000000"/>
                </a:solidFill>
                <a:effectLst/>
                <a:highlight>
                  <a:srgbClr val="FFFFFF"/>
                </a:highlight>
                <a:latin typeface="Inter"/>
              </a:rPr>
              <a:t>: A fully-trained foundation model can be resource-intensive, making it impractical for some applications. Fine-tuning can result in a more efficient model tailored to your needs.</a:t>
            </a:r>
          </a:p>
          <a:p>
            <a:endParaRPr lang="en-US" dirty="0"/>
          </a:p>
        </p:txBody>
      </p:sp>
      <p:sp>
        <p:nvSpPr>
          <p:cNvPr id="4" name="Slide Number Placeholder 3"/>
          <p:cNvSpPr>
            <a:spLocks noGrp="1"/>
          </p:cNvSpPr>
          <p:nvPr>
            <p:ph type="sldNum" sz="quarter" idx="5"/>
          </p:nvPr>
        </p:nvSpPr>
        <p:spPr/>
        <p:txBody>
          <a:bodyPr/>
          <a:lstStyle/>
          <a:p>
            <a:fld id="{33B8F2D4-4DCD-004E-9164-1DDC24A5718B}" type="slidenum">
              <a:rPr lang="en-US" smtClean="0"/>
              <a:t>4</a:t>
            </a:fld>
            <a:endParaRPr lang="en-US" dirty="0"/>
          </a:p>
        </p:txBody>
      </p:sp>
    </p:spTree>
    <p:extLst>
      <p:ext uri="{BB962C8B-B14F-4D97-AF65-F5344CB8AC3E}">
        <p14:creationId xmlns:p14="http://schemas.microsoft.com/office/powerpoint/2010/main" val="5282873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B8F2D4-4DCD-004E-9164-1DDC24A5718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12080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1">
          <a:extLst>
            <a:ext uri="{FF2B5EF4-FFF2-40B4-BE49-F238E27FC236}">
              <a16:creationId xmlns:a16="http://schemas.microsoft.com/office/drawing/2014/main" id="{0A0C3763-5E88-D2A1-FA1D-7B01E8927F38}"/>
            </a:ext>
          </a:extLst>
        </p:cNvPr>
        <p:cNvGrpSpPr/>
        <p:nvPr/>
      </p:nvGrpSpPr>
      <p:grpSpPr>
        <a:xfrm>
          <a:off x="0" y="0"/>
          <a:ext cx="0" cy="0"/>
          <a:chOff x="0" y="0"/>
          <a:chExt cx="0" cy="0"/>
        </a:xfrm>
      </p:grpSpPr>
      <p:sp>
        <p:nvSpPr>
          <p:cNvPr id="2132" name="Google Shape;2132;g300b16dbeb1_4_32:notes">
            <a:extLst>
              <a:ext uri="{FF2B5EF4-FFF2-40B4-BE49-F238E27FC236}">
                <a16:creationId xmlns:a16="http://schemas.microsoft.com/office/drawing/2014/main" id="{3B4FDF58-0E42-683D-0753-9C878685EC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3" name="Google Shape;2133;g300b16dbeb1_4_32:notes">
            <a:extLst>
              <a:ext uri="{FF2B5EF4-FFF2-40B4-BE49-F238E27FC236}">
                <a16:creationId xmlns:a16="http://schemas.microsoft.com/office/drawing/2014/main" id="{A0D4F112-1D2A-3637-67A4-11D7EF0D5B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400"/>
              </a:spcBef>
              <a:spcAft>
                <a:spcPts val="0"/>
              </a:spcAft>
              <a:buClr>
                <a:schemeClr val="dk1"/>
              </a:buClr>
              <a:buSzPts val="1100"/>
              <a:buFont typeface="Optimistic Display Light"/>
              <a:buChar char="●"/>
            </a:pPr>
            <a:r>
              <a:rPr lang="en" b="1" dirty="0">
                <a:solidFill>
                  <a:schemeClr val="dk1"/>
                </a:solidFill>
                <a:latin typeface="Optimistic Text"/>
                <a:ea typeface="Optimistic Text"/>
                <a:cs typeface="Optimistic Text"/>
                <a:sym typeface="Optimistic Text"/>
              </a:rPr>
              <a:t>Secondary Considerations: Cost and Latency:</a:t>
            </a:r>
            <a:r>
              <a:rPr lang="en" dirty="0">
                <a:solidFill>
                  <a:schemeClr val="dk1"/>
                </a:solidFill>
                <a:latin typeface="Optimistic Text Light"/>
                <a:ea typeface="Optimistic Text Light"/>
                <a:cs typeface="Optimistic Text Light"/>
                <a:sym typeface="Optimistic Text Light"/>
              </a:rPr>
              <a:t> Once a model that meets the accuracy threshold is identified, shift focus to optimizing operational efficiencies. Evaluate the models that satisfy the accuracy requirement on the basis of cost-effectiveness and processing speed. This ensures that while the primary criterion of accuracy is met, the model deployed is also the most economical and efficient for your needs.  From there you can proceed with:</a:t>
            </a:r>
            <a:endParaRPr dirty="0">
              <a:solidFill>
                <a:schemeClr val="dk1"/>
              </a:solidFill>
              <a:latin typeface="Optimistic Text Light"/>
              <a:ea typeface="Optimistic Text Light"/>
              <a:cs typeface="Optimistic Text Light"/>
              <a:sym typeface="Optimistic Text Light"/>
            </a:endParaRPr>
          </a:p>
          <a:p>
            <a:pPr marL="914400" lvl="1" indent="-298450" algn="l" rtl="0">
              <a:lnSpc>
                <a:spcPct val="115000"/>
              </a:lnSpc>
              <a:spcBef>
                <a:spcPts val="0"/>
              </a:spcBef>
              <a:spcAft>
                <a:spcPts val="0"/>
              </a:spcAft>
              <a:buClr>
                <a:schemeClr val="dk1"/>
              </a:buClr>
              <a:buSzPts val="1100"/>
              <a:buFont typeface="Optimistic Display Light"/>
              <a:buChar char="○"/>
            </a:pPr>
            <a:r>
              <a:rPr lang="en" b="1" dirty="0">
                <a:solidFill>
                  <a:schemeClr val="dk1"/>
                </a:solidFill>
                <a:latin typeface="Optimistic Text"/>
                <a:ea typeface="Optimistic Text"/>
                <a:cs typeface="Optimistic Text"/>
                <a:sym typeface="Optimistic Text"/>
              </a:rPr>
              <a:t>Evaluation of a More Compact Model:</a:t>
            </a:r>
            <a:r>
              <a:rPr lang="en" dirty="0">
                <a:solidFill>
                  <a:schemeClr val="dk1"/>
                </a:solidFill>
                <a:latin typeface="Optimistic Text Light"/>
                <a:ea typeface="Optimistic Text Light"/>
                <a:cs typeface="Optimistic Text Light"/>
                <a:sym typeface="Optimistic Text Light"/>
              </a:rPr>
              <a:t> Test a smaller, less resource-intensive model to see if it can achieve similar accuracy levels at reduced cost and latency. For example, test Llama 8B vs. 11B.</a:t>
            </a:r>
            <a:endParaRPr dirty="0">
              <a:solidFill>
                <a:schemeClr val="dk1"/>
              </a:solidFill>
              <a:latin typeface="Optimistic Text Light"/>
              <a:ea typeface="Optimistic Text Light"/>
              <a:cs typeface="Optimistic Text Light"/>
              <a:sym typeface="Optimistic Text Light"/>
            </a:endParaRPr>
          </a:p>
          <a:p>
            <a:pPr marL="914400" lvl="1" indent="-298450" algn="l" rtl="0">
              <a:lnSpc>
                <a:spcPct val="115000"/>
              </a:lnSpc>
              <a:spcBef>
                <a:spcPts val="0"/>
              </a:spcBef>
              <a:spcAft>
                <a:spcPts val="0"/>
              </a:spcAft>
              <a:buClr>
                <a:schemeClr val="dk1"/>
              </a:buClr>
              <a:buSzPts val="1100"/>
              <a:buFont typeface="Optimistic Display Light"/>
              <a:buChar char="○"/>
            </a:pPr>
            <a:r>
              <a:rPr lang="en" b="1" dirty="0">
                <a:solidFill>
                  <a:schemeClr val="dk1"/>
                </a:solidFill>
                <a:latin typeface="Optimistic Text"/>
                <a:ea typeface="Optimistic Text"/>
                <a:cs typeface="Optimistic Text"/>
                <a:sym typeface="Optimistic Text"/>
              </a:rPr>
              <a:t>Refinement through Model Distillation:</a:t>
            </a:r>
            <a:r>
              <a:rPr lang="en" dirty="0">
                <a:solidFill>
                  <a:schemeClr val="dk1"/>
                </a:solidFill>
                <a:latin typeface="Optimistic Text Light"/>
                <a:ea typeface="Optimistic Text Light"/>
                <a:cs typeface="Optimistic Text Light"/>
                <a:sym typeface="Optimistic Text Light"/>
              </a:rPr>
              <a:t> Model distillation is a technique where a smaller model (student) is trained to replicate the behavior of a larger, more complex model (teacher). This process involves transferring the knowledge from the larger model to the smaller one, aiming to retain similar performance metrics in a more economical and efficient manner.</a:t>
            </a:r>
          </a:p>
          <a:p>
            <a:pPr marL="914400" lvl="1" indent="-298450" algn="l" rtl="0">
              <a:lnSpc>
                <a:spcPct val="115000"/>
              </a:lnSpc>
              <a:spcBef>
                <a:spcPts val="0"/>
              </a:spcBef>
              <a:spcAft>
                <a:spcPts val="0"/>
              </a:spcAft>
              <a:buClr>
                <a:schemeClr val="dk1"/>
              </a:buClr>
              <a:buSzPts val="1100"/>
              <a:buFont typeface="Optimistic Display Light"/>
              <a:buChar char="○"/>
            </a:pPr>
            <a:endParaRPr lang="en" dirty="0">
              <a:solidFill>
                <a:schemeClr val="dk1"/>
              </a:solidFill>
              <a:latin typeface="Optimistic Text Light"/>
              <a:ea typeface="Optimistic Text Light"/>
              <a:cs typeface="Optimistic Text Light"/>
              <a:sym typeface="Optimistic Text Light"/>
            </a:endParaRPr>
          </a:p>
          <a:p>
            <a:pPr marL="914400" lvl="1" indent="-298450" algn="l" rtl="0">
              <a:lnSpc>
                <a:spcPct val="115000"/>
              </a:lnSpc>
              <a:spcBef>
                <a:spcPts val="0"/>
              </a:spcBef>
              <a:spcAft>
                <a:spcPts val="0"/>
              </a:spcAft>
              <a:buClr>
                <a:schemeClr val="dk1"/>
              </a:buClr>
              <a:buSzPts val="1100"/>
              <a:buFont typeface="Optimistic Display Light"/>
              <a:buChar char="○"/>
            </a:pPr>
            <a:endParaRPr lang="en" dirty="0">
              <a:solidFill>
                <a:schemeClr val="dk1"/>
              </a:solidFill>
              <a:latin typeface="Optimistic Text Light"/>
              <a:ea typeface="Optimistic Text Light"/>
              <a:cs typeface="Optimistic Text Light"/>
              <a:sym typeface="Optimistic Text Light"/>
            </a:endParaRPr>
          </a:p>
          <a:p>
            <a:pPr marL="914400" lvl="1" indent="-298450" algn="l" rtl="0">
              <a:lnSpc>
                <a:spcPct val="115000"/>
              </a:lnSpc>
              <a:spcBef>
                <a:spcPts val="0"/>
              </a:spcBef>
              <a:spcAft>
                <a:spcPts val="0"/>
              </a:spcAft>
              <a:buClr>
                <a:schemeClr val="dk1"/>
              </a:buClr>
              <a:buSzPts val="1100"/>
              <a:buFont typeface="Optimistic Display Light"/>
              <a:buChar char="○"/>
            </a:pPr>
            <a:endParaRPr lang="en-US" dirty="0">
              <a:solidFill>
                <a:schemeClr val="dk1"/>
              </a:solidFill>
              <a:latin typeface="Optimistic Text Light"/>
              <a:ea typeface="Optimistic Text Light"/>
              <a:cs typeface="Optimistic Text Light"/>
              <a:sym typeface="Optimistic Text Light"/>
            </a:endParaRPr>
          </a:p>
        </p:txBody>
      </p:sp>
    </p:spTree>
    <p:extLst>
      <p:ext uri="{BB962C8B-B14F-4D97-AF65-F5344CB8AC3E}">
        <p14:creationId xmlns:p14="http://schemas.microsoft.com/office/powerpoint/2010/main" val="1989704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of the massive size of foundation models and the datasets used for training, organizations need to split the data into chunks and load them onto a distributed training cluster with hundreds, or even </a:t>
            </a:r>
            <a:r>
              <a:rPr lang="en-US" sz="1200" i="1" kern="1200" dirty="0">
                <a:solidFill>
                  <a:schemeClr val="tx1"/>
                </a:solidFill>
                <a:effectLst/>
                <a:latin typeface="+mn-lt"/>
                <a:ea typeface="+mn-ea"/>
                <a:cs typeface="+mn-cs"/>
              </a:rPr>
              <a:t>thousands </a:t>
            </a:r>
            <a:r>
              <a:rPr lang="en-US" sz="1200" kern="1200" dirty="0">
                <a:solidFill>
                  <a:schemeClr val="tx1"/>
                </a:solidFill>
                <a:effectLst/>
                <a:latin typeface="+mn-lt"/>
                <a:ea typeface="+mn-ea"/>
                <a:cs typeface="+mn-cs"/>
              </a:rPr>
              <a:t>of accelerators. </a:t>
            </a:r>
            <a:endParaRPr lang="en-US" dirty="0"/>
          </a:p>
          <a:p>
            <a:pPr marL="0" marR="0" lvl="0" indent="0" algn="l" defTabSz="914400" rtl="0" eaLnBrk="1" fontAlgn="auto" latinLnBrk="0" hangingPunct="1">
              <a:lnSpc>
                <a:spcPct val="100000"/>
              </a:lnSpc>
              <a:spcBef>
                <a:spcPts val="0"/>
              </a:spcBef>
              <a:spcAft>
                <a:spcPts val="300"/>
              </a:spcAft>
              <a:buClrTx/>
              <a:buSzTx/>
              <a:buFontTx/>
              <a:buNone/>
              <a:tabLst/>
              <a:defRPr/>
            </a:pPr>
            <a:endParaRPr lang="en-US" dirty="0"/>
          </a:p>
          <a:p>
            <a:r>
              <a:rPr lang="en-US" dirty="0"/>
              <a:t>First, we want to be training on the latest hardware. There is continuous innovation and every few years the training performance increases by 2 to 9 x. However, as with any large distributed system, there can be hardware challenges, and we need to think about health checks and making sure the hardware is working correctly to minimize disruption. We also want to think about orchestration of this hardware and ensuring that the various components involved in model training  are happening correctly.</a:t>
            </a:r>
          </a:p>
          <a:p>
            <a:endParaRPr lang="en-US" dirty="0"/>
          </a:p>
          <a:p>
            <a:r>
              <a:rPr lang="en-US" dirty="0"/>
              <a:t>We also talked about how you need large datasets for larger models. There are various pitfalls in storing, processing, and loading these datasets. Doing this efficiently can require significant development effort. Similarly, we need to think about scaling up the infrastructure as well as the training algorithm. For example, today’s largest models don’t fit on a single GPU. We have to think about breaking down the model across these GPUs, and figuring out how to continue training efficiently.</a:t>
            </a:r>
          </a:p>
          <a:p>
            <a:endParaRPr lang="en-US" dirty="0"/>
          </a:p>
          <a:p>
            <a:r>
              <a:rPr lang="en-US" dirty="0"/>
              <a:t>Finally, we have to think about cost. Some papers share that the compute for training their large scale models can cost at least hundreds of thousands or millions of dollars. The machine learning lifecycle often starts with sporadic experiments to try out various ideas, but this can result in low utilization if you’re holding a large set of GPUs. We also want to think about how much time machine learning scientists are fighting against infrastructure as opposed to exploring model improvements. Many customers tell us that the ML team’s time is the most valuable resource, and the number one priority is ensuring their time is spent efficiently.</a:t>
            </a:r>
          </a:p>
          <a:p>
            <a:endParaRPr lang="en-US" dirty="0"/>
          </a:p>
          <a:p>
            <a:r>
              <a:rPr lang="en-US" sz="1200" kern="1200" dirty="0">
                <a:solidFill>
                  <a:schemeClr val="tx1"/>
                </a:solidFill>
                <a:effectLst/>
                <a:latin typeface="+mn-lt"/>
                <a:ea typeface="+mn-ea"/>
                <a:cs typeface="+mn-cs"/>
              </a:rPr>
              <a:t>Training a foundation model can be incredibly challenging.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need to acquire large amounts of data, create and maintain a large cluster of accelerators, write code to distribute model training across the cluster, frequently inspect and optimize the model, and manually remediate hardware issues. And all of this requires deep ML expertise. </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a lot of work, because in order to make efficient use of compute and network resources, the distribution needs to be tailored to the characteristics of the data, the model architecture, as well as the underlying hardware configuration. That means you have to write a lot of code and optimize it repeatedly.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addition, customers need to frequently pause and inspect model performance, optimize the code to make course corrections, and restart model training. To do this, customers manually save checkpoints of the model state so that training is able to resume without progress loss once the corrections are applied.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Finally, when any of the thousands of accelerators in the cluster fail, the entire training process is halted. </a:t>
            </a:r>
          </a:p>
          <a:p>
            <a:r>
              <a:rPr lang="en-US" sz="1200" kern="1200" dirty="0">
                <a:solidFill>
                  <a:schemeClr val="tx1"/>
                </a:solidFill>
                <a:effectLst/>
                <a:latin typeface="+mn-lt"/>
                <a:ea typeface="+mn-ea"/>
                <a:cs typeface="+mn-cs"/>
              </a:rPr>
              <a:t>To resolve the issue, customers have to identify, isolate, repair, and recover the faulty instance, or change configurations to continue without it, further delaying progress.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3D89E5F-BEEF-42A1-A57B-E5A736D51194}" type="slidenum">
              <a:rPr kumimoji="0" lang="en-US" sz="1000" b="0" i="0" u="none" strike="noStrike" kern="1200" cap="none" spc="0" normalizeH="0" baseline="0" noProof="0" smtClean="0">
                <a:ln>
                  <a:noFill/>
                </a:ln>
                <a:solidFill>
                  <a:srgbClr val="000000"/>
                </a:solidFill>
                <a:effectLst/>
                <a:uLnTx/>
                <a:uFillTx/>
                <a:latin typeface="Amazon Ember Display"/>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dirty="0">
              <a:ln>
                <a:noFill/>
              </a:ln>
              <a:solidFill>
                <a:srgbClr val="000000"/>
              </a:solidFill>
              <a:effectLst/>
              <a:uLnTx/>
              <a:uFillTx/>
              <a:latin typeface="Amazon Ember Display"/>
              <a:ea typeface="+mn-ea"/>
              <a:cs typeface="+mn-cs"/>
            </a:endParaRPr>
          </a:p>
        </p:txBody>
      </p:sp>
    </p:spTree>
    <p:extLst>
      <p:ext uri="{BB962C8B-B14F-4D97-AF65-F5344CB8AC3E}">
        <p14:creationId xmlns:p14="http://schemas.microsoft.com/office/powerpoint/2010/main" val="2776841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F482D-8E85-5FC2-FF44-67845E090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0B708-829B-AE32-95F5-B22F08F1F203}"/>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191ABE33-7C60-8273-A60E-96D0F69B805D}"/>
              </a:ext>
            </a:extLst>
          </p:cNvPr>
          <p:cNvSpPr>
            <a:spLocks noGrp="1"/>
          </p:cNvSpPr>
          <p:nvPr>
            <p:ph type="body" idx="1"/>
          </p:nvPr>
        </p:nvSpPr>
        <p:spPr/>
        <p:txBody>
          <a:bodyPr/>
          <a:lstStyle/>
          <a:p>
            <a:pPr>
              <a:spcBef>
                <a:spcPct val="0"/>
              </a:spcBef>
              <a:spcAft>
                <a:spcPct val="600000"/>
              </a:spcAft>
            </a:pPr>
            <a:endParaRPr lang="en-US" sz="1800">
              <a:solidFill>
                <a:srgbClr val="000000"/>
              </a:solidFill>
              <a:latin typeface="Calibri (Body)"/>
            </a:endParaRPr>
          </a:p>
        </p:txBody>
      </p:sp>
      <p:sp>
        <p:nvSpPr>
          <p:cNvPr id="4" name="Slide Number Placeholder 3">
            <a:extLst>
              <a:ext uri="{FF2B5EF4-FFF2-40B4-BE49-F238E27FC236}">
                <a16:creationId xmlns:a16="http://schemas.microsoft.com/office/drawing/2014/main" id="{0AF2EF83-74F0-79CA-19B9-32D55A49ADC1}"/>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Calibri (Body)"/>
                <a:ea typeface="+mn-ea"/>
                <a:cs typeface="+mn-cs"/>
              </a:rPr>
              <a:t>43</a:t>
            </a:r>
          </a:p>
        </p:txBody>
      </p:sp>
    </p:spTree>
    <p:extLst>
      <p:ext uri="{BB962C8B-B14F-4D97-AF65-F5344CB8AC3E}">
        <p14:creationId xmlns:p14="http://schemas.microsoft.com/office/powerpoint/2010/main" val="4111623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US">
                <a:latin typeface="+mn-lt"/>
              </a:rPr>
              <a:t>Here is an example architecture: The </a:t>
            </a:r>
            <a:r>
              <a:rPr lang="en-US" err="1">
                <a:latin typeface="+mn-lt"/>
              </a:rPr>
              <a:t>HyperPod</a:t>
            </a:r>
            <a:r>
              <a:rPr lang="en-US">
                <a:latin typeface="+mn-lt"/>
              </a:rPr>
              <a:t> cluster nodes are provisioned within the service account and connected via cross account Elastic Network Interfaces. </a:t>
            </a:r>
            <a:r>
              <a:rPr lang="en-US" err="1">
                <a:latin typeface="+mn-lt"/>
              </a:rPr>
              <a:t>FSx</a:t>
            </a:r>
            <a:r>
              <a:rPr lang="en-US">
                <a:latin typeface="+mn-lt"/>
              </a:rPr>
              <a:t> for </a:t>
            </a:r>
            <a:r>
              <a:rPr lang="en-US" err="1">
                <a:latin typeface="+mn-lt"/>
              </a:rPr>
              <a:t>Lustre</a:t>
            </a:r>
            <a:r>
              <a:rPr lang="en-US">
                <a:latin typeface="+mn-lt"/>
              </a:rPr>
              <a:t> Filesystem within the same </a:t>
            </a:r>
            <a:r>
              <a:rPr lang="en-US" err="1">
                <a:latin typeface="+mn-lt"/>
              </a:rPr>
              <a:t>Availabiltiy</a:t>
            </a:r>
            <a:r>
              <a:rPr lang="en-US">
                <a:latin typeface="+mn-lt"/>
              </a:rPr>
              <a:t> Zone is mounted to all the cluster nodes, and kept synced to a source S3 bucket via Data Repository Association.  Users access the cluster via SSM / SSH to submit jobs. Optionally, users can deploy an Observability stack that integrates directly with </a:t>
            </a:r>
            <a:r>
              <a:rPr lang="en-US" err="1">
                <a:latin typeface="+mn-lt"/>
              </a:rPr>
              <a:t>HyperPod</a:t>
            </a:r>
            <a:r>
              <a:rPr lang="en-US">
                <a:latin typeface="+mn-lt"/>
              </a:rPr>
              <a:t> to export host level hardware metrics to an Amazon Managed Prometheus and Grafana workspace.</a:t>
            </a:r>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8FEB175-7AE1-4B66-A823-55E80A74AF1C}" type="slidenum">
              <a:rPr kumimoji="0" lang="en-US" sz="1000" b="0" i="0" u="none" strike="noStrike" kern="1200" cap="none" spc="0" normalizeH="0" baseline="0" noProof="0" smtClean="0">
                <a:ln>
                  <a:noFill/>
                </a:ln>
                <a:solidFill>
                  <a:srgbClr val="000000"/>
                </a:solidFill>
                <a:effectLst/>
                <a:uLnTx/>
                <a:uFillTx/>
                <a:latin typeface="Amazon Ember"/>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srgbClr val="000000"/>
              </a:solidFill>
              <a:effectLst/>
              <a:uLnTx/>
              <a:uFillTx/>
              <a:latin typeface="Amazon Ember"/>
              <a:ea typeface="+mn-ea"/>
              <a:cs typeface="+mn-cs"/>
            </a:endParaRPr>
          </a:p>
        </p:txBody>
      </p:sp>
    </p:spTree>
    <p:extLst>
      <p:ext uri="{BB962C8B-B14F-4D97-AF65-F5344CB8AC3E}">
        <p14:creationId xmlns:p14="http://schemas.microsoft.com/office/powerpoint/2010/main" val="1190930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731B3-ABCC-15DC-19B4-C0E3EC0C7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F7DE8-DD3A-6DEA-2D6C-DCE6B62278CD}"/>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532BB75A-7A04-D278-9F4E-2805E2CDFABE}"/>
              </a:ext>
            </a:extLst>
          </p:cNvPr>
          <p:cNvSpPr>
            <a:spLocks noGrp="1"/>
          </p:cNvSpPr>
          <p:nvPr>
            <p:ph type="body" idx="1"/>
          </p:nvPr>
        </p:nvSpPr>
        <p:spPr/>
        <p:txBody>
          <a:bodyPr/>
          <a:lstStyle/>
          <a:p>
            <a:r>
              <a:rPr lang="en-US">
                <a:latin typeface="+mn-lt"/>
              </a:rPr>
              <a:t>Here is an example architecture: The </a:t>
            </a:r>
            <a:r>
              <a:rPr lang="en-US" err="1">
                <a:latin typeface="+mn-lt"/>
              </a:rPr>
              <a:t>HyperPod</a:t>
            </a:r>
            <a:r>
              <a:rPr lang="en-US">
                <a:latin typeface="+mn-lt"/>
              </a:rPr>
              <a:t> cluster nodes are provisioned within the service account and connected via cross account Elastic Network Interfaces. </a:t>
            </a:r>
            <a:r>
              <a:rPr lang="en-US" err="1">
                <a:latin typeface="+mn-lt"/>
              </a:rPr>
              <a:t>FSx</a:t>
            </a:r>
            <a:r>
              <a:rPr lang="en-US">
                <a:latin typeface="+mn-lt"/>
              </a:rPr>
              <a:t> for </a:t>
            </a:r>
            <a:r>
              <a:rPr lang="en-US" err="1">
                <a:latin typeface="+mn-lt"/>
              </a:rPr>
              <a:t>Lustre</a:t>
            </a:r>
            <a:r>
              <a:rPr lang="en-US">
                <a:latin typeface="+mn-lt"/>
              </a:rPr>
              <a:t> Filesystem within the same </a:t>
            </a:r>
            <a:r>
              <a:rPr lang="en-US" err="1">
                <a:latin typeface="+mn-lt"/>
              </a:rPr>
              <a:t>Availabiltiy</a:t>
            </a:r>
            <a:r>
              <a:rPr lang="en-US">
                <a:latin typeface="+mn-lt"/>
              </a:rPr>
              <a:t> Zone is mounted to all the cluster nodes, and kept synced to a source S3 bucket via Data Repository Association.  Users access the cluster via SSM / SSH to submit jobs. Optionally, users can deploy an Observability stack that integrates directly with </a:t>
            </a:r>
            <a:r>
              <a:rPr lang="en-US" err="1">
                <a:latin typeface="+mn-lt"/>
              </a:rPr>
              <a:t>HyperPod</a:t>
            </a:r>
            <a:r>
              <a:rPr lang="en-US">
                <a:latin typeface="+mn-lt"/>
              </a:rPr>
              <a:t> to export host level hardware metrics to an Amazon Managed Prometheus and Grafana workspace.</a:t>
            </a:r>
          </a:p>
        </p:txBody>
      </p:sp>
      <p:sp>
        <p:nvSpPr>
          <p:cNvPr id="4" name="Slide Number Placeholder 3">
            <a:extLst>
              <a:ext uri="{FF2B5EF4-FFF2-40B4-BE49-F238E27FC236}">
                <a16:creationId xmlns:a16="http://schemas.microsoft.com/office/drawing/2014/main" id="{B95F73CA-17C2-E4DA-0035-F95DFF2E70E3}"/>
              </a:ext>
            </a:extLst>
          </p:cNvPr>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8FEB175-7AE1-4B66-A823-55E80A74AF1C}" type="slidenum">
              <a:rPr kumimoji="0" lang="en-US" sz="1000" b="0" i="0" u="none" strike="noStrike" kern="1200" cap="none" spc="0" normalizeH="0" baseline="0" noProof="0" smtClean="0">
                <a:ln>
                  <a:noFill/>
                </a:ln>
                <a:solidFill>
                  <a:srgbClr val="000000"/>
                </a:solidFill>
                <a:effectLst/>
                <a:uLnTx/>
                <a:uFillTx/>
                <a:latin typeface="Amazon Ember"/>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srgbClr val="000000"/>
              </a:solidFill>
              <a:effectLst/>
              <a:uLnTx/>
              <a:uFillTx/>
              <a:latin typeface="Amazon Ember"/>
              <a:ea typeface="+mn-ea"/>
              <a:cs typeface="+mn-cs"/>
            </a:endParaRPr>
          </a:p>
        </p:txBody>
      </p:sp>
    </p:spTree>
    <p:extLst>
      <p:ext uri="{BB962C8B-B14F-4D97-AF65-F5344CB8AC3E}">
        <p14:creationId xmlns:p14="http://schemas.microsoft.com/office/powerpoint/2010/main" val="2597463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those working with today’s most popular models, </a:t>
            </a:r>
            <a:r>
              <a:rPr lang="en-US" sz="1200" b="0" i="0" kern="1200" dirty="0" err="1">
                <a:solidFill>
                  <a:schemeClr val="tx1"/>
                </a:solidFill>
                <a:effectLst/>
                <a:latin typeface="+mn-lt"/>
                <a:ea typeface="+mn-ea"/>
                <a:cs typeface="+mn-cs"/>
              </a:rPr>
              <a:t>HyperPod</a:t>
            </a:r>
            <a:r>
              <a:rPr lang="en-US" sz="1200" b="0" i="0" kern="1200" dirty="0">
                <a:solidFill>
                  <a:schemeClr val="tx1"/>
                </a:solidFill>
                <a:effectLst/>
                <a:latin typeface="+mn-lt"/>
                <a:ea typeface="+mn-ea"/>
                <a:cs typeface="+mn-cs"/>
              </a:rPr>
              <a:t> also offers over </a:t>
            </a:r>
            <a:r>
              <a:rPr lang="en-US" sz="1200" b="0" i="0" u="sng" kern="1200" dirty="0">
                <a:solidFill>
                  <a:schemeClr val="tx1"/>
                </a:solidFill>
                <a:effectLst/>
                <a:latin typeface="+mn-lt"/>
                <a:ea typeface="+mn-ea"/>
                <a:cs typeface="+mn-cs"/>
                <a:hlinkClick r:id="rId3"/>
              </a:rPr>
              <a:t>30 curated model training recipes</a:t>
            </a:r>
            <a:r>
              <a:rPr lang="en-US" sz="1200" b="0" i="0" kern="1200" dirty="0">
                <a:solidFill>
                  <a:schemeClr val="tx1"/>
                </a:solidFill>
                <a:effectLst/>
                <a:latin typeface="+mn-lt"/>
                <a:ea typeface="+mn-ea"/>
                <a:cs typeface="+mn-cs"/>
              </a:rPr>
              <a:t>, including support for </a:t>
            </a:r>
            <a:r>
              <a:rPr lang="en-US" sz="1200" b="0" i="0" u="sng" kern="1200" dirty="0">
                <a:solidFill>
                  <a:schemeClr val="tx1"/>
                </a:solidFill>
                <a:effectLst/>
                <a:latin typeface="+mn-lt"/>
                <a:ea typeface="+mn-ea"/>
                <a:cs typeface="+mn-cs"/>
                <a:hlinkClick r:id="rId4"/>
              </a:rPr>
              <a:t>OpenAI GPT-OSS</a:t>
            </a:r>
            <a:r>
              <a:rPr lang="en-US" sz="1200" b="0" i="0" kern="1200" dirty="0">
                <a:solidFill>
                  <a:schemeClr val="tx1"/>
                </a:solidFill>
                <a:effectLst/>
                <a:latin typeface="+mn-lt"/>
                <a:ea typeface="+mn-ea"/>
                <a:cs typeface="+mn-cs"/>
              </a:rPr>
              <a:t>, </a:t>
            </a:r>
            <a:r>
              <a:rPr lang="en-US" sz="1200" b="0" i="0" u="sng" kern="1200" dirty="0">
                <a:solidFill>
                  <a:schemeClr val="tx1"/>
                </a:solidFill>
                <a:effectLst/>
                <a:latin typeface="+mn-lt"/>
                <a:ea typeface="+mn-ea"/>
                <a:cs typeface="+mn-cs"/>
                <a:hlinkClick r:id="rId5"/>
              </a:rPr>
              <a:t>DeepSeek R1</a:t>
            </a:r>
            <a:r>
              <a:rPr lang="en-US" sz="1200" b="0" i="0" kern="1200" dirty="0">
                <a:solidFill>
                  <a:schemeClr val="tx1"/>
                </a:solidFill>
                <a:effectLst/>
                <a:latin typeface="+mn-lt"/>
                <a:ea typeface="+mn-ea"/>
                <a:cs typeface="+mn-cs"/>
              </a:rPr>
              <a:t>, Llama, Mistral, and </a:t>
            </a:r>
            <a:r>
              <a:rPr lang="en-US" sz="1200" b="0" i="0" kern="1200" dirty="0" err="1">
                <a:solidFill>
                  <a:schemeClr val="tx1"/>
                </a:solidFill>
                <a:effectLst/>
                <a:latin typeface="+mn-lt"/>
                <a:ea typeface="+mn-ea"/>
                <a:cs typeface="+mn-cs"/>
              </a:rPr>
              <a:t>Mixtral</a:t>
            </a:r>
            <a:r>
              <a:rPr lang="en-US" sz="1200" b="0" i="0" kern="1200" dirty="0">
                <a:solidFill>
                  <a:schemeClr val="tx1"/>
                </a:solidFill>
                <a:effectLst/>
                <a:latin typeface="+mn-lt"/>
                <a:ea typeface="+mn-ea"/>
                <a:cs typeface="+mn-cs"/>
              </a:rPr>
              <a:t>. These recipes automate key steps like loading training datasets, applying distributed training techniques, and configuring systems for checkpointing and recovery from infrastructure failures.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13</a:t>
            </a:fld>
            <a:endParaRPr lang="en-US"/>
          </a:p>
        </p:txBody>
      </p:sp>
    </p:spTree>
    <p:extLst>
      <p:ext uri="{BB962C8B-B14F-4D97-AF65-F5344CB8AC3E}">
        <p14:creationId xmlns:p14="http://schemas.microsoft.com/office/powerpoint/2010/main" val="2141190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3D89E5F-BEEF-42A1-A57B-E5A736D51194}" type="slidenum">
              <a:rPr kumimoji="0" lang="en-US" sz="1000" b="0" i="0" u="none" strike="noStrike" kern="1200" cap="none" spc="0" normalizeH="0" baseline="0" noProof="0" smtClean="0">
                <a:ln>
                  <a:noFill/>
                </a:ln>
                <a:solidFill>
                  <a:srgbClr val="000000"/>
                </a:solidFill>
                <a:effectLst/>
                <a:uLnTx/>
                <a:uFillTx/>
                <a:latin typeface="Amazon Ember"/>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000" b="0" i="0" u="none" strike="noStrike" kern="1200" cap="none" spc="0" normalizeH="0" baseline="0" noProof="0">
              <a:ln>
                <a:noFill/>
              </a:ln>
              <a:solidFill>
                <a:srgbClr val="000000"/>
              </a:solidFill>
              <a:effectLst/>
              <a:uLnTx/>
              <a:uFillTx/>
              <a:latin typeface="Amazon Ember"/>
              <a:ea typeface="+mn-ea"/>
              <a:cs typeface="+mn-cs"/>
            </a:endParaRPr>
          </a:p>
        </p:txBody>
      </p:sp>
    </p:spTree>
    <p:extLst>
      <p:ext uri="{BB962C8B-B14F-4D97-AF65-F5344CB8AC3E}">
        <p14:creationId xmlns:p14="http://schemas.microsoft.com/office/powerpoint/2010/main" val="307946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Times New Roman" panose="02020603050405020304" pitchFamily="18" charset="0"/>
              </a:rPr>
              <a:t>H100s: ~3.4 failures per 1000 node hours</a:t>
            </a:r>
            <a:endParaRPr lang="en-US" sz="180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Symbol" panose="05050102010706020507" pitchFamily="18" charset="2"/>
              <a:buChar char=""/>
            </a:pPr>
            <a:r>
              <a:rPr lang="en-US" sz="1800">
                <a:effectLst/>
                <a:latin typeface="Calibri" panose="020F0502020204030204" pitchFamily="34" charset="0"/>
                <a:ea typeface="Times New Roman" panose="02020603050405020304" pitchFamily="18" charset="0"/>
              </a:rPr>
              <a:t>A100s: ~6.5 failures per 1000 node hours</a:t>
            </a:r>
            <a:endParaRPr lang="en-US" sz="180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8FEB175-7AE1-4B66-A823-55E80A74AF1C}" type="slidenum">
              <a:rPr kumimoji="0" lang="en-US" sz="1000" b="0" i="0" u="none" strike="noStrike" kern="1200" cap="none" spc="0" normalizeH="0" baseline="0" noProof="0" smtClean="0">
                <a:ln>
                  <a:noFill/>
                </a:ln>
                <a:solidFill>
                  <a:srgbClr val="000000"/>
                </a:solidFill>
                <a:effectLst/>
                <a:uLnTx/>
                <a:uFillTx/>
                <a:latin typeface="Amazon Ember"/>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000" b="0" i="0" u="none" strike="noStrike" kern="1200" cap="none" spc="0" normalizeH="0" baseline="0" noProof="0">
              <a:ln>
                <a:noFill/>
              </a:ln>
              <a:solidFill>
                <a:srgbClr val="000000"/>
              </a:solidFill>
              <a:effectLst/>
              <a:uLnTx/>
              <a:uFillTx/>
              <a:latin typeface="Amazon Ember"/>
              <a:ea typeface="+mn-ea"/>
              <a:cs typeface="+mn-cs"/>
            </a:endParaRPr>
          </a:p>
        </p:txBody>
      </p:sp>
    </p:spTree>
    <p:extLst>
      <p:ext uri="{BB962C8B-B14F-4D97-AF65-F5344CB8AC3E}">
        <p14:creationId xmlns:p14="http://schemas.microsoft.com/office/powerpoint/2010/main" val="13531836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4DAD2-7F74-1D56-7D3B-2E8EBD5E6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A30B9-636C-D745-C7A1-AD99D1FF6D26}"/>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C8085533-9FAB-84E5-68AB-D7816E2F12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CBD489-6740-5297-7C15-E8AD948CFCB8}"/>
              </a:ext>
            </a:extLst>
          </p:cNvPr>
          <p:cNvSpPr>
            <a:spLocks noGrp="1"/>
          </p:cNvSpPr>
          <p:nvPr>
            <p:ph type="sldNum" sz="quarter" idx="5"/>
          </p:nvPr>
        </p:nvSpPr>
        <p:spPr/>
        <p:txBody>
          <a:bodyPr/>
          <a:lstStyle/>
          <a:p>
            <a:fld id="{F8FEB175-7AE1-4B66-A823-55E80A74AF1C}" type="slidenum">
              <a:rPr lang="en-US" smtClean="0"/>
              <a:pPr/>
              <a:t>16</a:t>
            </a:fld>
            <a:endParaRPr lang="en-US" dirty="0"/>
          </a:p>
        </p:txBody>
      </p:sp>
    </p:spTree>
    <p:extLst>
      <p:ext uri="{BB962C8B-B14F-4D97-AF65-F5344CB8AC3E}">
        <p14:creationId xmlns:p14="http://schemas.microsoft.com/office/powerpoint/2010/main" val="3425469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You can use purpose-built ML tools in SageMaker </a:t>
            </a:r>
            <a:r>
              <a:rPr lang="en-US" sz="1200" kern="1200" err="1">
                <a:solidFill>
                  <a:schemeClr val="tx1"/>
                </a:solidFill>
                <a:effectLst/>
                <a:latin typeface="+mn-lt"/>
                <a:ea typeface="+mn-ea"/>
                <a:cs typeface="+mn-cs"/>
              </a:rPr>
              <a:t>HyperPod</a:t>
            </a:r>
            <a:r>
              <a:rPr lang="en-US" sz="1200" kern="1200">
                <a:solidFill>
                  <a:schemeClr val="tx1"/>
                </a:solidFill>
                <a:effectLst/>
                <a:latin typeface="+mn-lt"/>
                <a:ea typeface="+mn-ea"/>
                <a:cs typeface="+mn-cs"/>
              </a:rPr>
              <a:t> to improve training performance. For example, Amazon SageMaker with </a:t>
            </a:r>
            <a:r>
              <a:rPr lang="en-US" sz="1200" kern="1200" err="1">
                <a:solidFill>
                  <a:schemeClr val="tx1"/>
                </a:solidFill>
                <a:effectLst/>
                <a:latin typeface="+mn-lt"/>
                <a:ea typeface="+mn-ea"/>
                <a:cs typeface="+mn-cs"/>
              </a:rPr>
              <a:t>TensorBoard</a:t>
            </a:r>
            <a:r>
              <a:rPr lang="en-US" sz="1200" kern="1200">
                <a:solidFill>
                  <a:schemeClr val="tx1"/>
                </a:solidFill>
                <a:effectLst/>
                <a:latin typeface="+mn-lt"/>
                <a:ea typeface="+mn-ea"/>
                <a:cs typeface="+mn-cs"/>
              </a:rPr>
              <a:t> helps you to save development time by visualizing the model architecture to identify and remediate convergence issues, such as validation loss not converging or vanishing gradients. Amazon SageMaker Debugger provides </a:t>
            </a:r>
            <a:r>
              <a:rPr lang="en-US" sz="1200" u="none" kern="1200">
                <a:solidFill>
                  <a:schemeClr val="tx1"/>
                </a:solidFill>
                <a:effectLst/>
                <a:latin typeface="+mn-lt"/>
                <a:ea typeface="+mn-ea"/>
                <a:cs typeface="+mn-cs"/>
              </a:rPr>
              <a:t>built-in rules </a:t>
            </a:r>
            <a:r>
              <a:rPr lang="en-US" sz="1200" kern="1200">
                <a:solidFill>
                  <a:schemeClr val="tx1"/>
                </a:solidFill>
                <a:effectLst/>
                <a:latin typeface="+mn-lt"/>
                <a:ea typeface="+mn-ea"/>
                <a:cs typeface="+mn-cs"/>
              </a:rPr>
              <a:t>for detecting model convergence issues, such as overfitting, saturated activation functions, vanishing gradients, and more. </a:t>
            </a:r>
            <a:endParaRPr lang="en-US"/>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8FEB175-7AE1-4B66-A823-55E80A74AF1C}" type="slidenum">
              <a:rPr kumimoji="0" lang="en-US" sz="1000" b="0" i="0" u="none" strike="noStrike" kern="1200" cap="none" spc="0" normalizeH="0" baseline="0" noProof="0" smtClean="0">
                <a:ln>
                  <a:noFill/>
                </a:ln>
                <a:solidFill>
                  <a:srgbClr val="000000"/>
                </a:solidFill>
                <a:effectLst/>
                <a:uLnTx/>
                <a:uFillTx/>
                <a:latin typeface="Amazon Ember"/>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000" b="0" i="0" u="none" strike="noStrike" kern="1200" cap="none" spc="0" normalizeH="0" baseline="0" noProof="0">
              <a:ln>
                <a:noFill/>
              </a:ln>
              <a:solidFill>
                <a:srgbClr val="000000"/>
              </a:solidFill>
              <a:effectLst/>
              <a:uLnTx/>
              <a:uFillTx/>
              <a:latin typeface="Amazon Ember"/>
              <a:ea typeface="+mn-ea"/>
              <a:cs typeface="+mn-cs"/>
            </a:endParaRPr>
          </a:p>
        </p:txBody>
      </p:sp>
    </p:spTree>
    <p:extLst>
      <p:ext uri="{BB962C8B-B14F-4D97-AF65-F5344CB8AC3E}">
        <p14:creationId xmlns:p14="http://schemas.microsoft.com/office/powerpoint/2010/main" val="25689145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342900" indent="-342900">
              <a:buAutoNum type="arabicPeriod"/>
            </a:pPr>
            <a:r>
              <a:rPr lang="en-US" dirty="0"/>
              <a:t>Customers can use </a:t>
            </a:r>
            <a:r>
              <a:rPr lang="en-US" dirty="0" err="1"/>
              <a:t>MLflow</a:t>
            </a:r>
            <a:r>
              <a:rPr lang="en-US" dirty="0"/>
              <a:t> from their preferred ML platform – SageMaker, EC2, EKS etc. </a:t>
            </a:r>
          </a:p>
          <a:p>
            <a:pPr marL="342900" indent="-342900">
              <a:buAutoNum type="arabicPeriod"/>
            </a:pPr>
            <a:r>
              <a:rPr lang="en-US" dirty="0"/>
              <a:t>Customers can use </a:t>
            </a:r>
            <a:r>
              <a:rPr lang="en-US" dirty="0" err="1"/>
              <a:t>MLflow</a:t>
            </a:r>
            <a:r>
              <a:rPr lang="en-US" dirty="0"/>
              <a:t> to log metrics, compare their runs on the </a:t>
            </a:r>
            <a:r>
              <a:rPr lang="en-US" dirty="0" err="1"/>
              <a:t>MLflow</a:t>
            </a:r>
            <a:r>
              <a:rPr lang="en-US" dirty="0"/>
              <a:t> UI and register models.</a:t>
            </a:r>
          </a:p>
          <a:p>
            <a:pPr marL="342900" indent="-342900">
              <a:buAutoNum type="arabicPeriod"/>
            </a:pPr>
            <a:r>
              <a:rPr lang="en-US" dirty="0"/>
              <a:t>Customers can have multiple </a:t>
            </a:r>
            <a:r>
              <a:rPr lang="en-US" dirty="0" err="1"/>
              <a:t>MLflow</a:t>
            </a:r>
            <a:r>
              <a:rPr lang="en-US" dirty="0"/>
              <a:t> Tracking Servers in an account, typically one per team or business problem. Models across these </a:t>
            </a:r>
            <a:r>
              <a:rPr lang="en-US" dirty="0" err="1"/>
              <a:t>MLflow</a:t>
            </a:r>
            <a:r>
              <a:rPr lang="en-US" dirty="0"/>
              <a:t> Model Registries can be mirrored in the SageMaker Model Registry for simplified management, automatic Model Card creation, and an approval system. </a:t>
            </a:r>
          </a:p>
          <a:p>
            <a:pPr marL="342900" indent="-342900">
              <a:buAutoNum type="arabicPeriod"/>
            </a:pPr>
            <a:r>
              <a:rPr lang="en-US" dirty="0"/>
              <a:t>Once approved, customers can deploy </a:t>
            </a:r>
            <a:r>
              <a:rPr lang="en-US" dirty="0" err="1"/>
              <a:t>MLflow</a:t>
            </a:r>
            <a:r>
              <a:rPr lang="en-US" dirty="0"/>
              <a:t> Models to SageMaker</a:t>
            </a:r>
          </a:p>
          <a:p>
            <a:pPr marL="342900" indent="-342900">
              <a:buAutoNum type="arabicPeriod"/>
            </a:pPr>
            <a:r>
              <a:rPr lang="en-US" dirty="0"/>
              <a:t>Auto register model to SageMaker Model Registry for centralized model management</a:t>
            </a:r>
          </a:p>
          <a:p>
            <a:pPr marL="342900" indent="-342900">
              <a:buAutoNum type="arabicPeriod"/>
            </a:pPr>
            <a:r>
              <a:rPr lang="en-US" dirty="0"/>
              <a:t>Auto create model card for centralized model documentation</a:t>
            </a:r>
          </a:p>
          <a:p>
            <a:endParaRPr lang="en-US" dirty="0"/>
          </a:p>
          <a:p>
            <a:r>
              <a:rPr lang="en-US" dirty="0"/>
              <a:t>- Experiment using </a:t>
            </a:r>
            <a:r>
              <a:rPr lang="en-US" dirty="0" err="1"/>
              <a:t>MLflow</a:t>
            </a:r>
            <a:r>
              <a:rPr lang="en-US" dirty="0"/>
              <a:t> with fully managed infrastructure – Q2 2024</a:t>
            </a:r>
          </a:p>
          <a:p>
            <a:endParaRPr lang="en-US" dirty="0"/>
          </a:p>
          <a:p>
            <a:r>
              <a:rPr lang="en-US" dirty="0"/>
              <a:t>In 2024, we will launch the next generation of SageMaker Experiments using a fully managed </a:t>
            </a:r>
            <a:r>
              <a:rPr lang="en-US" dirty="0" err="1"/>
              <a:t>MLflow</a:t>
            </a:r>
            <a:r>
              <a:rPr lang="en-US" dirty="0"/>
              <a:t> service. </a:t>
            </a:r>
          </a:p>
          <a:p>
            <a:endParaRPr lang="en-US" dirty="0"/>
          </a:p>
          <a:p>
            <a:r>
              <a:rPr lang="en-US" dirty="0"/>
              <a:t>This will include all features that are available in Open Source </a:t>
            </a:r>
            <a:r>
              <a:rPr lang="en-US" dirty="0" err="1"/>
              <a:t>MLflow</a:t>
            </a:r>
            <a:r>
              <a:rPr lang="en-US" dirty="0"/>
              <a:t> (SDK and UI) with added AWS benefits of fully managed infrastructure and integration with AWS IAM so customers can write IAM policies to manage access to their </a:t>
            </a:r>
            <a:r>
              <a:rPr lang="en-US" dirty="0" err="1"/>
              <a:t>MLflow</a:t>
            </a:r>
            <a:r>
              <a:rPr lang="en-US" dirty="0"/>
              <a:t> Tracking Servers. Customers can access the </a:t>
            </a:r>
            <a:r>
              <a:rPr lang="en-US" dirty="0" err="1"/>
              <a:t>MLflow</a:t>
            </a:r>
            <a:r>
              <a:rPr lang="en-US" dirty="0"/>
              <a:t> UI directly through a pre-signed URL or via Studio v2. </a:t>
            </a:r>
          </a:p>
          <a:p>
            <a:endParaRPr lang="en-US" dirty="0"/>
          </a:p>
          <a:p>
            <a:r>
              <a:rPr lang="en-US" dirty="0"/>
              <a:t>- </a:t>
            </a:r>
            <a:r>
              <a:rPr lang="en-US" sz="1200" dirty="0"/>
              <a:t>Deploy models from </a:t>
            </a:r>
            <a:r>
              <a:rPr lang="en-US" sz="1200" dirty="0" err="1"/>
              <a:t>MLflow</a:t>
            </a:r>
            <a:r>
              <a:rPr lang="en-US" sz="1200" dirty="0"/>
              <a:t> to SageMaker Inference</a:t>
            </a:r>
          </a:p>
          <a:p>
            <a:endParaRPr lang="en-US" sz="1200" dirty="0"/>
          </a:p>
          <a:p>
            <a:r>
              <a:rPr lang="en-US" sz="1200" dirty="0"/>
              <a:t>SageMaker Inference will natively support models in the </a:t>
            </a:r>
            <a:r>
              <a:rPr lang="en-US" sz="1200" dirty="0" err="1"/>
              <a:t>MLflow</a:t>
            </a:r>
            <a:r>
              <a:rPr lang="en-US" sz="1200" dirty="0"/>
              <a:t> Model format so customers do not need to build customer containers to host </a:t>
            </a:r>
            <a:r>
              <a:rPr lang="en-US" sz="1200" dirty="0" err="1"/>
              <a:t>MLflow</a:t>
            </a:r>
            <a:r>
              <a:rPr lang="en-US" sz="1200" dirty="0"/>
              <a:t> Models and can take advantage of SageMaker DLCs. </a:t>
            </a:r>
          </a:p>
          <a:p>
            <a:endParaRPr lang="en-US" sz="1200" dirty="0"/>
          </a:p>
          <a:p>
            <a:r>
              <a:rPr lang="en-US" dirty="0"/>
              <a:t>- </a:t>
            </a:r>
            <a:r>
              <a:rPr lang="en-US" sz="1200" dirty="0"/>
              <a:t>Evaluate model performance in an experiment </a:t>
            </a:r>
          </a:p>
          <a:p>
            <a:endParaRPr lang="en-US" sz="1200" dirty="0"/>
          </a:p>
          <a:p>
            <a:r>
              <a:rPr lang="en-US" sz="1200" dirty="0"/>
              <a:t>Customers can use </a:t>
            </a:r>
            <a:r>
              <a:rPr lang="en-US" sz="1200" dirty="0" err="1"/>
              <a:t>MLflow’s</a:t>
            </a:r>
            <a:r>
              <a:rPr lang="en-US" sz="1200" dirty="0"/>
              <a:t> model evaluation capabilities to evaluate both classical ML models,  Deep Learning models, and </a:t>
            </a:r>
            <a:r>
              <a:rPr lang="en-US" sz="1200" dirty="0" err="1"/>
              <a:t>GenAI</a:t>
            </a:r>
            <a:r>
              <a:rPr lang="en-US" sz="1200" dirty="0"/>
              <a:t> models. Additionally, in H2 we will offer customers the option to use SageMaker Clarify to evaluate their models logged in an </a:t>
            </a:r>
            <a:r>
              <a:rPr lang="en-US" sz="1200" dirty="0" err="1"/>
              <a:t>MLflow</a:t>
            </a:r>
            <a:r>
              <a:rPr lang="en-US" sz="1200" dirty="0"/>
              <a:t> Run and view the results of the Clarify job on the </a:t>
            </a:r>
            <a:r>
              <a:rPr lang="en-US" sz="1200" dirty="0" err="1"/>
              <a:t>MLflow</a:t>
            </a:r>
            <a:r>
              <a:rPr lang="en-US" sz="1200" dirty="0"/>
              <a:t> UI. </a:t>
            </a:r>
          </a:p>
          <a:p>
            <a:endParaRPr lang="en-US" sz="1200" dirty="0"/>
          </a:p>
          <a:p>
            <a:r>
              <a:rPr lang="en-US" sz="1200" dirty="0"/>
              <a:t>- Track fine-tuning jobs from LLMs from JumpStart in an experiment</a:t>
            </a:r>
          </a:p>
          <a:p>
            <a:endParaRPr lang="en-US" sz="1200" dirty="0"/>
          </a:p>
          <a:p>
            <a:r>
              <a:rPr lang="en-US" sz="1200" dirty="0"/>
              <a:t>JumpStart will be integrated with </a:t>
            </a:r>
            <a:r>
              <a:rPr lang="en-US" sz="1200" dirty="0" err="1"/>
              <a:t>MLflow</a:t>
            </a:r>
            <a:r>
              <a:rPr lang="en-US" sz="1200" dirty="0"/>
              <a:t> so that customers who choose to use JumpStart’s fine-tuning capabilities can view their fine-tuning metrics in </a:t>
            </a:r>
            <a:r>
              <a:rPr lang="en-US" sz="1200" dirty="0" err="1"/>
              <a:t>MLflow</a:t>
            </a:r>
            <a:r>
              <a:rPr lang="en-US" sz="1200" dirty="0"/>
              <a:t> Runs and Experiments. They can use the </a:t>
            </a:r>
            <a:r>
              <a:rPr lang="en-US" sz="1200" dirty="0" err="1"/>
              <a:t>MLflow</a:t>
            </a:r>
            <a:r>
              <a:rPr lang="en-US" sz="1200" dirty="0"/>
              <a:t> UI to compare different fine-tuning attempts and Register the best fine-tuned model to the </a:t>
            </a:r>
            <a:r>
              <a:rPr lang="en-US" sz="1200" dirty="0" err="1"/>
              <a:t>MLflow</a:t>
            </a:r>
            <a:r>
              <a:rPr lang="en-US" sz="1200" dirty="0"/>
              <a:t> Model Registry. </a:t>
            </a:r>
          </a:p>
          <a:p>
            <a:endParaRPr lang="en-US" sz="1200" dirty="0"/>
          </a:p>
          <a:p>
            <a:endParaRPr lang="en-US" dirty="0"/>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8FEB175-7AE1-4B66-A823-55E80A74AF1C}" type="slidenum">
              <a:rPr kumimoji="0" lang="en-US" sz="1000" b="0" i="0" u="none" strike="noStrike" kern="1200" cap="none" spc="0" normalizeH="0" baseline="0" noProof="0" smtClean="0">
                <a:ln>
                  <a:noFill/>
                </a:ln>
                <a:solidFill>
                  <a:srgbClr val="000000"/>
                </a:solidFill>
                <a:effectLst/>
                <a:uLnTx/>
                <a:uFillTx/>
                <a:latin typeface="Amazon Ember"/>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000" b="0" i="0" u="none" strike="noStrike" kern="1200" cap="none" spc="0" normalizeH="0" baseline="0" noProof="0">
              <a:ln>
                <a:noFill/>
              </a:ln>
              <a:solidFill>
                <a:srgbClr val="000000"/>
              </a:solidFill>
              <a:effectLst/>
              <a:uLnTx/>
              <a:uFillTx/>
              <a:latin typeface="Amazon Ember"/>
              <a:ea typeface="+mn-ea"/>
              <a:cs typeface="+mn-cs"/>
            </a:endParaRPr>
          </a:p>
        </p:txBody>
      </p:sp>
    </p:spTree>
    <p:extLst>
      <p:ext uri="{BB962C8B-B14F-4D97-AF65-F5344CB8AC3E}">
        <p14:creationId xmlns:p14="http://schemas.microsoft.com/office/powerpoint/2010/main" val="13172709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16B9B-6ABA-50EC-7B20-6B982DCC7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F027F-3BE6-35FB-F628-455BB4C8C664}"/>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217A334C-4068-7683-2298-5FE8CCE496F6}"/>
              </a:ext>
            </a:extLst>
          </p:cNvPr>
          <p:cNvSpPr>
            <a:spLocks noGrp="1"/>
          </p:cNvSpPr>
          <p:nvPr>
            <p:ph type="body" idx="1"/>
          </p:nvPr>
        </p:nvSpPr>
        <p:spPr/>
        <p:txBody>
          <a:bodyPr/>
          <a:lstStyle/>
          <a:p>
            <a:pPr marL="0" marR="0" lvl="0" indent="0" algn="l" defTabSz="904876" rtl="0" eaLnBrk="1" fontAlgn="auto" latinLnBrk="0" hangingPunct="1">
              <a:lnSpc>
                <a:spcPct val="100000"/>
              </a:lnSpc>
              <a:spcBef>
                <a:spcPts val="0"/>
              </a:spcBef>
              <a:spcAft>
                <a:spcPts val="0"/>
              </a:spcAft>
              <a:buClrTx/>
              <a:buSzTx/>
              <a:buFontTx/>
              <a:buNone/>
              <a:tabLst/>
              <a:defRPr/>
            </a:pPr>
            <a:r>
              <a:rPr lang="en-US" sz="1200" b="1" dirty="0">
                <a:effectLst/>
                <a:latin typeface="Amazon Ember" panose="020B0603020204020204" pitchFamily="34" charset="0"/>
                <a:ea typeface="DengXian" panose="02010600030101010101" pitchFamily="2" charset="-122"/>
                <a:cs typeface="Mangal" panose="02040503050203030202" pitchFamily="18" charset="0"/>
              </a:rPr>
              <a:t>Key Message: </a:t>
            </a:r>
            <a:r>
              <a:rPr lang="en-US" b="0" i="0" dirty="0">
                <a:solidFill>
                  <a:srgbClr val="000716"/>
                </a:solidFill>
                <a:effectLst/>
                <a:highlight>
                  <a:srgbClr val="F4F4F4"/>
                </a:highlight>
                <a:latin typeface="Amazon Ember" panose="020B0603020204020204" pitchFamily="34" charset="0"/>
              </a:rPr>
              <a:t>Amazon SageMaker offers purpose-built tools for end-to-end foundation model development and experimentation. </a:t>
            </a:r>
            <a:endParaRPr lang="en-US" sz="1200" dirty="0">
              <a:effectLst/>
              <a:latin typeface="Amazon Ember" panose="020B0603020204020204" pitchFamily="34" charset="0"/>
              <a:ea typeface="DengXian" panose="02010600030101010101" pitchFamily="2" charset="-122"/>
              <a:cs typeface="Mangal" panose="02040503050203030202" pitchFamily="18" charset="0"/>
            </a:endParaRPr>
          </a:p>
          <a:p>
            <a:pPr marL="0" marR="0" lvl="0" indent="0" algn="l" defTabSz="904876" rtl="0" eaLnBrk="1" fontAlgn="auto" latinLnBrk="0" hangingPunct="1">
              <a:lnSpc>
                <a:spcPct val="100000"/>
              </a:lnSpc>
              <a:spcBef>
                <a:spcPts val="0"/>
              </a:spcBef>
              <a:spcAft>
                <a:spcPts val="0"/>
              </a:spcAft>
              <a:buClrTx/>
              <a:buSzTx/>
              <a:buFontTx/>
              <a:buNone/>
              <a:tabLst/>
              <a:defRPr/>
            </a:pPr>
            <a:endParaRPr lang="en-US" sz="1200" dirty="0">
              <a:effectLst/>
              <a:latin typeface="Amazon Ember" panose="020B0603020204020204" pitchFamily="34" charset="0"/>
              <a:ea typeface="DengXian" panose="02010600030101010101" pitchFamily="2" charset="-122"/>
              <a:cs typeface="Mangal" panose="02040503050203030202" pitchFamily="18" charset="0"/>
            </a:endParaRPr>
          </a:p>
          <a:p>
            <a:pPr marL="0" marR="0" lvl="0" indent="0" algn="l" defTabSz="904876" rtl="0" eaLnBrk="1" fontAlgn="auto" latinLnBrk="0" hangingPunct="1">
              <a:lnSpc>
                <a:spcPct val="100000"/>
              </a:lnSpc>
              <a:spcBef>
                <a:spcPts val="0"/>
              </a:spcBef>
              <a:spcAft>
                <a:spcPts val="0"/>
              </a:spcAft>
              <a:buClrTx/>
              <a:buSzTx/>
              <a:buFontTx/>
              <a:buNone/>
              <a:tabLst/>
              <a:defRPr/>
            </a:pPr>
            <a:r>
              <a:rPr lang="en-US" sz="1200" b="1" dirty="0">
                <a:effectLst/>
                <a:latin typeface="Amazon Ember" panose="020B0603020204020204" pitchFamily="34" charset="0"/>
                <a:ea typeface="DengXian" panose="02010600030101010101" pitchFamily="2" charset="-122"/>
                <a:cs typeface="Mangal" panose="02040503050203030202" pitchFamily="18" charset="0"/>
              </a:rPr>
              <a:t>Talking Points: </a:t>
            </a:r>
          </a:p>
          <a:p>
            <a:pPr marL="0" marR="0" lvl="0" indent="0" algn="l" defTabSz="904876" rtl="0" eaLnBrk="1" fontAlgn="auto" latinLnBrk="0" hangingPunct="1">
              <a:lnSpc>
                <a:spcPct val="100000"/>
              </a:lnSpc>
              <a:spcBef>
                <a:spcPts val="0"/>
              </a:spcBef>
              <a:spcAft>
                <a:spcPts val="0"/>
              </a:spcAft>
              <a:buClrTx/>
              <a:buSzTx/>
              <a:buFontTx/>
              <a:buNone/>
              <a:tabLst/>
              <a:defRPr/>
            </a:pPr>
            <a:r>
              <a:rPr lang="en-US" sz="1200" dirty="0">
                <a:effectLst/>
                <a:latin typeface="Amazon Ember" panose="020B0603020204020204" pitchFamily="34" charset="0"/>
                <a:ea typeface="DengXian" panose="02010600030101010101" pitchFamily="2" charset="-122"/>
                <a:cs typeface="Mangal" panose="02040503050203030202" pitchFamily="18" charset="0"/>
              </a:rPr>
              <a:t>To help customers prepare massive amounts of training datasets with high relevance and accuracy, SageMaker offers scalable tools to for data cleansing, data enrichment, error detection, and data formatting.</a:t>
            </a:r>
            <a:r>
              <a:rPr lang="en-US" dirty="0"/>
              <a:t> </a:t>
            </a:r>
            <a:endParaRPr lang="en-US" b="0" i="0" dirty="0">
              <a:solidFill>
                <a:srgbClr val="000716"/>
              </a:solidFill>
              <a:effectLst/>
              <a:highlight>
                <a:srgbClr val="F4F4F4"/>
              </a:highlight>
              <a:latin typeface="Amazon Ember" panose="020B0603020204020204" pitchFamily="34" charset="0"/>
            </a:endParaRPr>
          </a:p>
          <a:p>
            <a:r>
              <a:rPr lang="en-US" b="0" i="0" dirty="0">
                <a:solidFill>
                  <a:srgbClr val="000716"/>
                </a:solidFill>
                <a:effectLst/>
                <a:highlight>
                  <a:srgbClr val="F4F4F4"/>
                </a:highlight>
                <a:latin typeface="Amazon Ember" panose="020B0603020204020204" pitchFamily="34" charset="0"/>
              </a:rPr>
              <a:t>That's why we offer purpose built tooling specifically for building foundation models. </a:t>
            </a:r>
          </a:p>
          <a:p>
            <a:pPr marL="228600" indent="-228600">
              <a:buFont typeface="+mj-lt"/>
              <a:buAutoNum type="arabicPeriod"/>
            </a:pP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Build models with the broadest selection of IDEs in </a:t>
            </a:r>
            <a:r>
              <a:rPr lang="en-US" sz="1200"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SageMaker Studio. </a:t>
            </a:r>
            <a:r>
              <a:rPr lang="en-US" b="0" i="0" dirty="0">
                <a:solidFill>
                  <a:srgbClr val="000716"/>
                </a:solidFill>
                <a:effectLst/>
                <a:highlight>
                  <a:srgbClr val="F4F4F4"/>
                </a:highlight>
                <a:latin typeface="Amazon Ember" panose="020B0603020204020204" pitchFamily="34" charset="0"/>
              </a:rPr>
              <a:t>You can pick whichever notebook environment you like best - </a:t>
            </a:r>
            <a:r>
              <a:rPr lang="en-US" b="0" i="0" dirty="0" err="1">
                <a:solidFill>
                  <a:srgbClr val="000716"/>
                </a:solidFill>
                <a:effectLst/>
                <a:highlight>
                  <a:srgbClr val="F4F4F4"/>
                </a:highlight>
                <a:latin typeface="Amazon Ember" panose="020B0603020204020204" pitchFamily="34" charset="0"/>
              </a:rPr>
              <a:t>Jupyter</a:t>
            </a:r>
            <a:r>
              <a:rPr lang="en-US" b="0" i="0" dirty="0">
                <a:solidFill>
                  <a:srgbClr val="000716"/>
                </a:solidFill>
                <a:effectLst/>
                <a:highlight>
                  <a:srgbClr val="F4F4F4"/>
                </a:highlight>
                <a:latin typeface="Amazon Ember" panose="020B0603020204020204" pitchFamily="34" charset="0"/>
              </a:rPr>
              <a:t>, </a:t>
            </a:r>
            <a:r>
              <a:rPr lang="en-US" b="0" i="0" dirty="0" err="1">
                <a:solidFill>
                  <a:srgbClr val="000716"/>
                </a:solidFill>
                <a:effectLst/>
                <a:highlight>
                  <a:srgbClr val="F4F4F4"/>
                </a:highlight>
                <a:latin typeface="Amazon Ember" panose="020B0603020204020204" pitchFamily="34" charset="0"/>
              </a:rPr>
              <a:t>VSCode</a:t>
            </a:r>
            <a:r>
              <a:rPr lang="en-US" b="0" i="0" dirty="0">
                <a:solidFill>
                  <a:srgbClr val="000716"/>
                </a:solidFill>
                <a:effectLst/>
                <a:highlight>
                  <a:srgbClr val="F4F4F4"/>
                </a:highlight>
                <a:latin typeface="Amazon Ember" panose="020B0603020204020204" pitchFamily="34" charset="0"/>
              </a:rPr>
              <a:t>, RStudio - whatever makes you most productive.</a:t>
            </a:r>
          </a:p>
          <a:p>
            <a:pPr marL="228600" marR="0" lvl="0" indent="-228600" algn="l" defTabSz="904876" rtl="0" eaLnBrk="1" fontAlgn="auto" latinLnBrk="0" hangingPunct="1">
              <a:lnSpc>
                <a:spcPct val="100000"/>
              </a:lnSpc>
              <a:spcBef>
                <a:spcPts val="0"/>
              </a:spcBef>
              <a:spcAft>
                <a:spcPts val="0"/>
              </a:spcAft>
              <a:buClrTx/>
              <a:buSzTx/>
              <a:buFont typeface="+mj-lt"/>
              <a:buAutoNum type="arabicPeriod"/>
              <a:tabLst/>
              <a:defRPr/>
            </a:pPr>
            <a:r>
              <a:rPr lang="en-US" b="0" i="0" dirty="0">
                <a:solidFill>
                  <a:srgbClr val="000716"/>
                </a:solidFill>
                <a:effectLst/>
                <a:highlight>
                  <a:srgbClr val="F4F4F4"/>
                </a:highlight>
                <a:latin typeface="Amazon Ember" panose="020B0603020204020204" pitchFamily="34" charset="0"/>
              </a:rPr>
              <a:t> And you won't be stuck trying to move data around from one system to the next either. </a:t>
            </a:r>
            <a:r>
              <a:rPr lang="en-US" sz="1200" dirty="0">
                <a:effectLst/>
                <a:latin typeface="Amazon Ember" panose="020B0603020204020204" pitchFamily="34" charset="0"/>
                <a:ea typeface="DengXian" panose="02010600030101010101" pitchFamily="2" charset="-122"/>
                <a:cs typeface="Mangal" panose="02040503050203030202" pitchFamily="18" charset="0"/>
              </a:rPr>
              <a:t>Customers can also connect, access, and query data from a wide variety of popular AWS and third-party data sources. </a:t>
            </a:r>
            <a:r>
              <a:rPr lang="en-US" b="0" i="0" dirty="0">
                <a:solidFill>
                  <a:srgbClr val="000716"/>
                </a:solidFill>
                <a:effectLst/>
                <a:highlight>
                  <a:srgbClr val="F4F4F4"/>
                </a:highlight>
                <a:latin typeface="Amazon Ember" panose="020B0603020204020204" pitchFamily="34" charset="0"/>
              </a:rPr>
              <a:t>Query data sources, process with EMR &amp; Glue, Redshift, </a:t>
            </a:r>
            <a:r>
              <a:rPr lang="en-US" b="0" i="0" dirty="0" err="1">
                <a:solidFill>
                  <a:srgbClr val="000716"/>
                </a:solidFill>
                <a:effectLst/>
                <a:highlight>
                  <a:srgbClr val="F4F4F4"/>
                </a:highlight>
                <a:latin typeface="Amazon Ember" panose="020B0603020204020204" pitchFamily="34" charset="0"/>
              </a:rPr>
              <a:t>etc</a:t>
            </a:r>
            <a:r>
              <a:rPr lang="en-US" b="0" i="0" dirty="0">
                <a:solidFill>
                  <a:srgbClr val="000716"/>
                </a:solidFill>
                <a:effectLst/>
                <a:highlight>
                  <a:srgbClr val="F4F4F4"/>
                </a:highlight>
                <a:latin typeface="Amazon Ember" panose="020B0603020204020204" pitchFamily="34" charset="0"/>
              </a:rPr>
              <a:t> to train your models, all within SageMaker. </a:t>
            </a:r>
          </a:p>
          <a:p>
            <a:pPr marL="228600" indent="-228600">
              <a:buFont typeface="+mj-lt"/>
              <a:buAutoNum type="arabicPeriod"/>
            </a:pPr>
            <a:r>
              <a:rPr lang="en-US" b="0" i="0" dirty="0">
                <a:solidFill>
                  <a:srgbClr val="000716"/>
                </a:solidFill>
                <a:effectLst/>
                <a:highlight>
                  <a:srgbClr val="F4F4F4"/>
                </a:highlight>
                <a:latin typeface="Amazon Ember" panose="020B0603020204020204" pitchFamily="34" charset="0"/>
              </a:rPr>
              <a:t>You can even collaborate live with your team in-notebook so you're not constantly merging changes from different copies. </a:t>
            </a:r>
          </a:p>
          <a:p>
            <a:pPr marL="228600" indent="-228600">
              <a:buFont typeface="+mj-lt"/>
              <a:buAutoNum type="arabicPeriod"/>
            </a:pPr>
            <a:r>
              <a:rPr lang="en-US" b="0" i="0" dirty="0">
                <a:solidFill>
                  <a:srgbClr val="000716"/>
                </a:solidFill>
                <a:effectLst/>
                <a:highlight>
                  <a:srgbClr val="F4F4F4"/>
                </a:highlight>
                <a:latin typeface="Amazon Ember" panose="020B0603020204020204" pitchFamily="34" charset="0"/>
              </a:rPr>
              <a:t>The key advantage here is that we handle all the infrastructure, integration, and tooling so you can actually focus on building better foundation models rather than fighting with notebooks and clusters. I think you'll be surprised at how much faster your experiments and FM development will move.</a:t>
            </a:r>
          </a:p>
          <a:p>
            <a:endParaRPr lang="en-US" b="0" i="0" dirty="0">
              <a:solidFill>
                <a:srgbClr val="000716"/>
              </a:solidFill>
              <a:effectLst/>
              <a:highlight>
                <a:srgbClr val="F4F4F4"/>
              </a:highlight>
              <a:latin typeface="Amazon Ember" panose="020B0603020204020204" pitchFamily="34" charset="0"/>
            </a:endParaRPr>
          </a:p>
          <a:p>
            <a:r>
              <a:rPr lang="en-US" b="0" i="0" dirty="0">
                <a:solidFill>
                  <a:srgbClr val="000716"/>
                </a:solidFill>
                <a:effectLst/>
                <a:highlight>
                  <a:srgbClr val="F4F4F4"/>
                </a:highlight>
                <a:latin typeface="Amazon Ember" panose="020B0603020204020204" pitchFamily="34" charset="0"/>
              </a:rPr>
              <a:t> </a:t>
            </a:r>
            <a:r>
              <a:rPr lang="en-US" b="1" i="0" dirty="0">
                <a:solidFill>
                  <a:srgbClr val="000716"/>
                </a:solidFill>
                <a:effectLst/>
                <a:highlight>
                  <a:srgbClr val="F4F4F4"/>
                </a:highlight>
                <a:latin typeface="Amazon Ember" panose="020B0603020204020204" pitchFamily="34" charset="0"/>
              </a:rPr>
              <a:t>Transition: </a:t>
            </a:r>
            <a:r>
              <a:rPr lang="en-US" b="0" i="0" dirty="0">
                <a:solidFill>
                  <a:srgbClr val="000716"/>
                </a:solidFill>
                <a:effectLst/>
                <a:highlight>
                  <a:srgbClr val="F4F4F4"/>
                </a:highlight>
                <a:latin typeface="Amazon Ember" panose="020B0603020204020204" pitchFamily="34" charset="0"/>
              </a:rPr>
              <a:t>Now that I've covered the development tools, let's talk about how we can assist training and tuning best practices as you prepare these foundation models for production use.</a:t>
            </a:r>
            <a:endParaRPr lang="en-US" b="0" dirty="0"/>
          </a:p>
        </p:txBody>
      </p:sp>
    </p:spTree>
    <p:extLst>
      <p:ext uri="{BB962C8B-B14F-4D97-AF65-F5344CB8AC3E}">
        <p14:creationId xmlns:p14="http://schemas.microsoft.com/office/powerpoint/2010/main" val="2283055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3D89E5F-BEEF-42A1-A57B-E5A736D51194}" type="slidenum">
              <a:rPr kumimoji="0" lang="en-US" sz="1000" b="0" i="0" u="none" strike="noStrike" kern="1200" cap="none" spc="0" normalizeH="0" baseline="0" noProof="0" smtClean="0">
                <a:ln>
                  <a:noFill/>
                </a:ln>
                <a:solidFill>
                  <a:srgbClr val="000000"/>
                </a:solidFill>
                <a:effectLst/>
                <a:uLnTx/>
                <a:uFillTx/>
                <a:latin typeface="Amazon Ember"/>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000" b="0" i="0" u="none" strike="noStrike" kern="1200" cap="none" spc="0" normalizeH="0" baseline="0" noProof="0">
              <a:ln>
                <a:noFill/>
              </a:ln>
              <a:solidFill>
                <a:srgbClr val="000000"/>
              </a:solidFill>
              <a:effectLst/>
              <a:uLnTx/>
              <a:uFillTx/>
              <a:latin typeface="Amazon Ember"/>
              <a:ea typeface="+mn-ea"/>
              <a:cs typeface="+mn-cs"/>
            </a:endParaRPr>
          </a:p>
        </p:txBody>
      </p:sp>
    </p:spTree>
    <p:extLst>
      <p:ext uri="{BB962C8B-B14F-4D97-AF65-F5344CB8AC3E}">
        <p14:creationId xmlns:p14="http://schemas.microsoft.com/office/powerpoint/2010/main" val="536553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3D89E5F-BEEF-42A1-A57B-E5A736D51194}" type="slidenum">
              <a:rPr kumimoji="0" lang="en-US" sz="1000" b="0" i="0" u="none" strike="noStrike" kern="1200" cap="none" spc="0" normalizeH="0" baseline="0" noProof="0" smtClean="0">
                <a:ln>
                  <a:noFill/>
                </a:ln>
                <a:solidFill>
                  <a:srgbClr val="000000"/>
                </a:solidFill>
                <a:effectLst/>
                <a:uLnTx/>
                <a:uFillTx/>
                <a:latin typeface="Amazon Ember"/>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000" b="0" i="0" u="none" strike="noStrike" kern="1200" cap="none" spc="0" normalizeH="0" baseline="0" noProof="0">
              <a:ln>
                <a:noFill/>
              </a:ln>
              <a:solidFill>
                <a:srgbClr val="000000"/>
              </a:solidFill>
              <a:effectLst/>
              <a:uLnTx/>
              <a:uFillTx/>
              <a:latin typeface="Amazon Ember"/>
              <a:ea typeface="+mn-ea"/>
              <a:cs typeface="+mn-cs"/>
            </a:endParaRPr>
          </a:p>
        </p:txBody>
      </p:sp>
    </p:spTree>
    <p:extLst>
      <p:ext uri="{BB962C8B-B14F-4D97-AF65-F5344CB8AC3E}">
        <p14:creationId xmlns:p14="http://schemas.microsoft.com/office/powerpoint/2010/main" val="3370231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B4D55-63C8-DFBA-EDB7-0E28E6F13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835F1-531E-136F-66A7-9667E8BC6C13}"/>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40461770-109E-235A-B355-DA0FEA42D758}"/>
              </a:ext>
            </a:extLst>
          </p:cNvPr>
          <p:cNvSpPr>
            <a:spLocks noGrp="1"/>
          </p:cNvSpPr>
          <p:nvPr>
            <p:ph type="body" idx="1"/>
          </p:nvPr>
        </p:nvSpPr>
        <p:spPr/>
        <p:txBody>
          <a:bodyPr/>
          <a:lstStyle/>
          <a:p>
            <a:r>
              <a:rPr lang="en-AT" sz="1800" dirty="0">
                <a:effectLst/>
                <a:latin typeface="Calibri" panose="020F0502020204030204" pitchFamily="34" charset="0"/>
                <a:ea typeface="Calibri" panose="020F0502020204030204" pitchFamily="34" charset="0"/>
                <a:cs typeface="Times New Roman" panose="02020603050405020304" pitchFamily="18" charset="0"/>
              </a:rPr>
              <a:t>So there are three main areas of SageMaker Hyper Pod um that provides benefits to customers training foundation models.</a:t>
            </a:r>
          </a:p>
          <a:p>
            <a:endParaRPr lang="en-AT" sz="1800" dirty="0">
              <a:effectLst/>
              <a:latin typeface="Calibri" panose="020F0502020204030204" pitchFamily="34" charset="0"/>
              <a:ea typeface="Calibri" panose="020F0502020204030204" pitchFamily="34" charset="0"/>
              <a:cs typeface="Times New Roman" panose="02020603050405020304" pitchFamily="18" charset="0"/>
            </a:endParaRPr>
          </a:p>
          <a:p>
            <a:r>
              <a:rPr lang="en-AT" sz="1800" dirty="0">
                <a:effectLst/>
                <a:latin typeface="Calibri" panose="020F0502020204030204" pitchFamily="34" charset="0"/>
                <a:ea typeface="Calibri" panose="020F0502020204030204" pitchFamily="34" charset="0"/>
                <a:cs typeface="Times New Roman" panose="02020603050405020304" pitchFamily="18" charset="0"/>
              </a:rPr>
              <a:t>One is that we provide a resilient training environment. So the clusters that you can provision with Hyper Pod are self healing. If there is a hardware failure, Hyper Pod will automatically recover from that failure reload from the last checkpoint and resume training all without any customer intervention required at scale. This can reduce training time by up to 20%.</a:t>
            </a:r>
          </a:p>
          <a:p>
            <a:endParaRPr lang="en-AT" sz="1800" dirty="0">
              <a:effectLst/>
              <a:latin typeface="Calibri" panose="020F0502020204030204" pitchFamily="34" charset="0"/>
              <a:ea typeface="Calibri" panose="020F0502020204030204" pitchFamily="34" charset="0"/>
              <a:cs typeface="Times New Roman" panose="02020603050405020304" pitchFamily="18" charset="0"/>
            </a:endParaRPr>
          </a:p>
          <a:p>
            <a:r>
              <a:rPr lang="en-AT" sz="1800" dirty="0">
                <a:effectLst/>
                <a:latin typeface="Calibri" panose="020F0502020204030204" pitchFamily="34" charset="0"/>
                <a:ea typeface="Calibri" panose="020F0502020204030204" pitchFamily="34" charset="0"/>
                <a:cs typeface="Times New Roman" panose="02020603050405020304" pitchFamily="18" charset="0"/>
              </a:rPr>
              <a:t>In addition, we also provide access to Sage makers distributed training libraries which are optimized for AWS networking infrastructure and can provide an improvement on training or reduced training time again by another 20%.</a:t>
            </a:r>
          </a:p>
          <a:p>
            <a:endParaRPr lang="en-AT" sz="1800" dirty="0">
              <a:effectLst/>
              <a:latin typeface="Calibri" panose="020F0502020204030204" pitchFamily="34" charset="0"/>
              <a:ea typeface="Calibri" panose="020F0502020204030204" pitchFamily="34" charset="0"/>
              <a:cs typeface="Times New Roman" panose="02020603050405020304" pitchFamily="18" charset="0"/>
            </a:endParaRPr>
          </a:p>
          <a:p>
            <a:r>
              <a:rPr lang="en-AT" sz="1800" dirty="0">
                <a:effectLst/>
                <a:latin typeface="Calibri" panose="020F0502020204030204" pitchFamily="34" charset="0"/>
                <a:ea typeface="Calibri" panose="020F0502020204030204" pitchFamily="34" charset="0"/>
                <a:cs typeface="Times New Roman" panose="02020603050405020304" pitchFamily="18" charset="0"/>
              </a:rPr>
              <a:t>And lastly, the user experience around the need to iterate and control multiple layers of the tech stack. When you're in the training environment is really critical for rapid iterations on model design, the ability to start and stop jobs with low latency SSH to any cluster instance, install whatever frameworks debugging tools, software libraries, custom optimizations are needed for training those models are really critical for a lot of the customers developing these.</a:t>
            </a:r>
            <a:r>
              <a:rPr lang="en-AT" dirty="0">
                <a:effectLst/>
              </a:rPr>
              <a:t> </a:t>
            </a:r>
            <a:endParaRPr lang="en-US" dirty="0"/>
          </a:p>
        </p:txBody>
      </p:sp>
      <p:sp>
        <p:nvSpPr>
          <p:cNvPr id="4" name="Slide Number Placeholder 3">
            <a:extLst>
              <a:ext uri="{FF2B5EF4-FFF2-40B4-BE49-F238E27FC236}">
                <a16:creationId xmlns:a16="http://schemas.microsoft.com/office/drawing/2014/main" id="{F607E694-62BD-B71A-F310-A7DE52676111}"/>
              </a:ext>
            </a:extLst>
          </p:cNvPr>
          <p:cNvSpPr>
            <a:spLocks noGrp="1"/>
          </p:cNvSpPr>
          <p:nvPr>
            <p:ph type="sldNum" sz="quarter" idx="5"/>
          </p:nvPr>
        </p:nvSpPr>
        <p:spPr/>
        <p:txBody>
          <a:bodyPr/>
          <a:lstStyle/>
          <a:p>
            <a:fld id="{F8FEB175-7AE1-4B66-A823-55E80A74AF1C}" type="slidenum">
              <a:rPr lang="en-US" smtClean="0"/>
              <a:pPr/>
              <a:t>25</a:t>
            </a:fld>
            <a:endParaRPr lang="en-US" dirty="0"/>
          </a:p>
        </p:txBody>
      </p:sp>
    </p:spTree>
    <p:extLst>
      <p:ext uri="{BB962C8B-B14F-4D97-AF65-F5344CB8AC3E}">
        <p14:creationId xmlns:p14="http://schemas.microsoft.com/office/powerpoint/2010/main" val="30577486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959B9-03B4-91A2-BF28-C4C6EEB0E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83766-5943-0335-A448-23CA61D22810}"/>
              </a:ext>
            </a:extLst>
          </p:cNvPr>
          <p:cNvSpPr>
            <a:spLocks noGrp="1" noRot="1" noChangeAspect="1"/>
          </p:cNvSpPr>
          <p:nvPr>
            <p:ph type="sldImg"/>
          </p:nvPr>
        </p:nvSpPr>
        <p:spPr>
          <a:xfrm>
            <a:off x="3241675" y="263525"/>
            <a:ext cx="5622925" cy="3162300"/>
          </a:xfrm>
        </p:spPr>
      </p:sp>
      <p:sp>
        <p:nvSpPr>
          <p:cNvPr id="3" name="Notes Placeholder 2">
            <a:extLst>
              <a:ext uri="{FF2B5EF4-FFF2-40B4-BE49-F238E27FC236}">
                <a16:creationId xmlns:a16="http://schemas.microsoft.com/office/drawing/2014/main" id="{9739DA6E-1994-7BD6-D5D6-2BE75C9F97C2}"/>
              </a:ext>
            </a:extLst>
          </p:cNvPr>
          <p:cNvSpPr>
            <a:spLocks noGrp="1"/>
          </p:cNvSpPr>
          <p:nvPr>
            <p:ph type="body" idx="1"/>
          </p:nvPr>
        </p:nvSpPr>
        <p:spPr/>
        <p:txBody>
          <a:bodyPr/>
          <a:lstStyle/>
          <a:p>
            <a:pPr marL="0" algn="l" defTabSz="2142046" rtl="0" eaLnBrk="1" latinLnBrk="0" hangingPunct="1"/>
            <a:endParaRPr lang="en-US" sz="1000" kern="1200" dirty="0">
              <a:solidFill>
                <a:schemeClr val="tx1"/>
              </a:solidFill>
              <a:effectLst/>
              <a:latin typeface="+mn-lt"/>
              <a:ea typeface="+mn-ea"/>
              <a:cs typeface="+mn-cs"/>
            </a:endParaRPr>
          </a:p>
          <a:p>
            <a:pPr marL="0" algn="l" defTabSz="2142046" rtl="0" eaLnBrk="1" latinLnBrk="0" hangingPunct="1"/>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C814CCF-384F-8758-B978-16FA3C0434AA}"/>
              </a:ext>
            </a:extLst>
          </p:cNvPr>
          <p:cNvSpPr>
            <a:spLocks noGrp="1"/>
          </p:cNvSpPr>
          <p:nvPr>
            <p:ph type="sldNum" sz="quarter" idx="5"/>
          </p:nvPr>
        </p:nvSpPr>
        <p:spPr/>
        <p:txBody>
          <a:bodyPr/>
          <a:lstStyle/>
          <a:p>
            <a:pPr marL="0" marR="0" lvl="0" indent="0" algn="r" defTabSz="1071021" rtl="0" eaLnBrk="1" fontAlgn="auto" latinLnBrk="0" hangingPunct="1">
              <a:lnSpc>
                <a:spcPct val="100000"/>
              </a:lnSpc>
              <a:spcBef>
                <a:spcPts val="0"/>
              </a:spcBef>
              <a:spcAft>
                <a:spcPts val="0"/>
              </a:spcAft>
              <a:buClrTx/>
              <a:buSzTx/>
              <a:buFontTx/>
              <a:buNone/>
              <a:tabLst/>
              <a:defRPr/>
            </a:pPr>
            <a:fld id="{79C357A3-3AAE-7F4A-8AA9-8B2BBE2982DB}" type="slidenum">
              <a:rPr kumimoji="0" lang="en-US" sz="15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071021" rtl="0" eaLnBrk="1" fontAlgn="auto" latinLnBrk="0" hangingPunct="1">
                <a:lnSpc>
                  <a:spcPct val="100000"/>
                </a:lnSpc>
                <a:spcBef>
                  <a:spcPts val="0"/>
                </a:spcBef>
                <a:spcAft>
                  <a:spcPts val="0"/>
                </a:spcAft>
                <a:buClrTx/>
                <a:buSzTx/>
                <a:buFontTx/>
                <a:buNone/>
                <a:tabLst/>
                <a:defRPr/>
              </a:pPr>
              <a:t>26</a:t>
            </a:fld>
            <a:endParaRPr kumimoji="0" lang="en-US"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41616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435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AA1041-9B3C-439E-B0CD-6B58F9A3AC8B}" type="slidenum">
              <a:rPr lang="en-US" smtClean="0"/>
              <a:pPr/>
              <a:t>27</a:t>
            </a:fld>
            <a:endParaRPr lang="en-US" dirty="0"/>
          </a:p>
        </p:txBody>
      </p:sp>
    </p:spTree>
    <p:extLst>
      <p:ext uri="{BB962C8B-B14F-4D97-AF65-F5344CB8AC3E}">
        <p14:creationId xmlns:p14="http://schemas.microsoft.com/office/powerpoint/2010/main" val="4211623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435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AA1041-9B3C-439E-B0CD-6B58F9A3AC8B}" type="slidenum">
              <a:rPr lang="en-US" smtClean="0"/>
              <a:pPr/>
              <a:t>28</a:t>
            </a:fld>
            <a:endParaRPr lang="en-US" dirty="0"/>
          </a:p>
        </p:txBody>
      </p:sp>
    </p:spTree>
    <p:extLst>
      <p:ext uri="{BB962C8B-B14F-4D97-AF65-F5344CB8AC3E}">
        <p14:creationId xmlns:p14="http://schemas.microsoft.com/office/powerpoint/2010/main" val="30637222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435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AA1041-9B3C-439E-B0CD-6B58F9A3AC8B}" type="slidenum">
              <a:rPr lang="en-US" smtClean="0"/>
              <a:pPr/>
              <a:t>29</a:t>
            </a:fld>
            <a:endParaRPr lang="en-US" dirty="0"/>
          </a:p>
        </p:txBody>
      </p:sp>
    </p:spTree>
    <p:extLst>
      <p:ext uri="{BB962C8B-B14F-4D97-AF65-F5344CB8AC3E}">
        <p14:creationId xmlns:p14="http://schemas.microsoft.com/office/powerpoint/2010/main" val="31080009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435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AA1041-9B3C-439E-B0CD-6B58F9A3AC8B}" type="slidenum">
              <a:rPr lang="en-US" smtClean="0"/>
              <a:pPr/>
              <a:t>30</a:t>
            </a:fld>
            <a:endParaRPr lang="en-US" dirty="0"/>
          </a:p>
        </p:txBody>
      </p:sp>
    </p:spTree>
    <p:extLst>
      <p:ext uri="{BB962C8B-B14F-4D97-AF65-F5344CB8AC3E}">
        <p14:creationId xmlns:p14="http://schemas.microsoft.com/office/powerpoint/2010/main" val="34469209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435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AA1041-9B3C-439E-B0CD-6B58F9A3AC8B}" type="slidenum">
              <a:rPr lang="en-US" smtClean="0"/>
              <a:pPr/>
              <a:t>31</a:t>
            </a:fld>
            <a:endParaRPr lang="en-US" dirty="0"/>
          </a:p>
        </p:txBody>
      </p:sp>
    </p:spTree>
    <p:extLst>
      <p:ext uri="{BB962C8B-B14F-4D97-AF65-F5344CB8AC3E}">
        <p14:creationId xmlns:p14="http://schemas.microsoft.com/office/powerpoint/2010/main" val="34469209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51435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CAA1041-9B3C-439E-B0CD-6B58F9A3AC8B}" type="slidenum">
              <a:rPr lang="en-US" smtClean="0"/>
              <a:pPr/>
              <a:t>32</a:t>
            </a:fld>
            <a:endParaRPr lang="en-US" dirty="0"/>
          </a:p>
        </p:txBody>
      </p:sp>
    </p:spTree>
    <p:extLst>
      <p:ext uri="{BB962C8B-B14F-4D97-AF65-F5344CB8AC3E}">
        <p14:creationId xmlns:p14="http://schemas.microsoft.com/office/powerpoint/2010/main" val="30080102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0B91E-A31D-DCEB-2D77-576CBD4C34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C6500-2E44-AEE3-7890-DEE0BC0B4B58}"/>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D15E2CE7-25A5-AD73-545A-5C57C2EE85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A137B0-F2CB-AF42-3D64-8924BEEE0F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B8F2D4-4DCD-004E-9164-1DDC24A5718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711636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2420D-4157-27A3-6D2B-9F108011C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C1486-0B06-18D9-6C92-8F0351CF469D}"/>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1C6690A7-7AF8-7893-E8B3-A3A03D3824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DFF6F7-BC37-032F-0877-505A08AC18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B8F2D4-4DCD-004E-9164-1DDC24A5718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760248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2.png"/><Relationship Id="rId1" Type="http://schemas.openxmlformats.org/officeDocument/2006/relationships/slideMaster" Target="../slideMasters/slideMaster2.xml"/><Relationship Id="rId4" Type="http://schemas.openxmlformats.org/officeDocument/2006/relationships/image" Target="../media/image43.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4.png"/><Relationship Id="rId1" Type="http://schemas.openxmlformats.org/officeDocument/2006/relationships/slideMaster" Target="../slideMasters/slideMaster2.xml"/><Relationship Id="rId4" Type="http://schemas.openxmlformats.org/officeDocument/2006/relationships/image" Target="../media/image45.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6.png"/><Relationship Id="rId1" Type="http://schemas.openxmlformats.org/officeDocument/2006/relationships/slideMaster" Target="../slideMasters/slideMaster2.xml"/><Relationship Id="rId4" Type="http://schemas.openxmlformats.org/officeDocument/2006/relationships/image" Target="../media/image41.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Master" Target="../slideMasters/slideMaster3.xml"/><Relationship Id="rId4" Type="http://schemas.openxmlformats.org/officeDocument/2006/relationships/image" Target="../media/image50.pn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Master" Target="../slideMasters/slideMaster3.xml"/><Relationship Id="rId4" Type="http://schemas.openxmlformats.org/officeDocument/2006/relationships/image" Target="../media/image50.pn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Master" Target="../slideMasters/slideMaster3.xml"/><Relationship Id="rId4" Type="http://schemas.openxmlformats.org/officeDocument/2006/relationships/image" Target="../media/image50.pn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ide 1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C1902C-75F7-534A-DA79-C070E1D034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1" i="0" cap="all" spc="3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11" name="TextBox 10">
            <a:extLst>
              <a:ext uri="{FF2B5EF4-FFF2-40B4-BE49-F238E27FC236}">
                <a16:creationId xmlns:a16="http://schemas.microsoft.com/office/drawing/2014/main" id="{F9CE4815-926B-43B6-82AB-971B1A89CEF6}"/>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7" name="Picture 6">
            <a:extLst>
              <a:ext uri="{FF2B5EF4-FFF2-40B4-BE49-F238E27FC236}">
                <a16:creationId xmlns:a16="http://schemas.microsoft.com/office/drawing/2014/main" id="{A3E43EBB-89F7-CE68-C5FA-E5E366904B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Tree>
    <p:extLst>
      <p:ext uri="{BB962C8B-B14F-4D97-AF65-F5344CB8AC3E}">
        <p14:creationId xmlns:p14="http://schemas.microsoft.com/office/powerpoint/2010/main" val="35109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D603374-8180-8E01-BA18-DE11A6BC29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8CD09BF-BE98-954E-8C83-FD00798ACA28}"/>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AAF119F6-59CF-C06E-9DEE-68747AC5B537}"/>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1" i="0" cap="all" spc="3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3C5437D4-D83E-F7AB-7C05-4D16F6D780CF}"/>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9" name="Picture 8">
            <a:extLst>
              <a:ext uri="{FF2B5EF4-FFF2-40B4-BE49-F238E27FC236}">
                <a16:creationId xmlns:a16="http://schemas.microsoft.com/office/drawing/2014/main" id="{F2065812-9ABB-8591-F3F0-CA1C02DB18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spTree>
    <p:extLst>
      <p:ext uri="{BB962C8B-B14F-4D97-AF65-F5344CB8AC3E}">
        <p14:creationId xmlns:p14="http://schemas.microsoft.com/office/powerpoint/2010/main" val="3668517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1C">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265AB5E-77C0-1B4E-7AF6-71F7343718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53CAD519-9A88-CC6D-C64F-32781DE12863}"/>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AECD1BDB-3933-70D1-D0B1-585F679690F4}"/>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6" name="Text Placeholder 7">
            <a:extLst>
              <a:ext uri="{FF2B5EF4-FFF2-40B4-BE49-F238E27FC236}">
                <a16:creationId xmlns:a16="http://schemas.microsoft.com/office/drawing/2014/main" id="{49BD2DDE-9CEA-E55B-45AC-E81DC0520AEE}"/>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1" i="0" cap="all" spc="3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6F4339BC-5512-257D-D251-96C726B3928B}"/>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2A8E9AEE-EE0A-4511-286D-B7E92DB33387}"/>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9" name="Picture 8">
            <a:extLst>
              <a:ext uri="{FF2B5EF4-FFF2-40B4-BE49-F238E27FC236}">
                <a16:creationId xmlns:a16="http://schemas.microsoft.com/office/drawing/2014/main" id="{D69DB8BB-A96F-21D2-BD02-CDCB6C03824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itle 1">
            <a:extLst>
              <a:ext uri="{FF2B5EF4-FFF2-40B4-BE49-F238E27FC236}">
                <a16:creationId xmlns:a16="http://schemas.microsoft.com/office/drawing/2014/main" id="{4C69315F-6BED-09F1-C555-D62EBCC2C2CC}"/>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spTree>
    <p:extLst>
      <p:ext uri="{BB962C8B-B14F-4D97-AF65-F5344CB8AC3E}">
        <p14:creationId xmlns:p14="http://schemas.microsoft.com/office/powerpoint/2010/main" val="237522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A">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3E1A9C0-25D4-6213-F6DE-1B604250E5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60F04AFD-CEAF-D96A-9FBC-950044545866}"/>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0187CBED-F3F8-A0AE-DBEA-EEEA1D2E7660}"/>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21" name="Rounded Rectangle 20">
            <a:extLst>
              <a:ext uri="{FF2B5EF4-FFF2-40B4-BE49-F238E27FC236}">
                <a16:creationId xmlns:a16="http://schemas.microsoft.com/office/drawing/2014/main" id="{55857500-2C8E-9211-5B61-DC83BC3450CB}"/>
              </a:ext>
            </a:extLst>
          </p:cNvPr>
          <p:cNvSpPr/>
          <p:nvPr userDrawn="1"/>
        </p:nvSpPr>
        <p:spPr>
          <a:xfrm>
            <a:off x="609598" y="304800"/>
            <a:ext cx="2993681" cy="288951"/>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1" dirty="0" err="1">
              <a:solidFill>
                <a:schemeClr val="tx1"/>
              </a:solidFill>
            </a:endParaRPr>
          </a:p>
        </p:txBody>
      </p:sp>
      <p:sp>
        <p:nvSpPr>
          <p:cNvPr id="6" name="Text Placeholder 7">
            <a:extLst>
              <a:ext uri="{FF2B5EF4-FFF2-40B4-BE49-F238E27FC236}">
                <a16:creationId xmlns:a16="http://schemas.microsoft.com/office/drawing/2014/main" id="{17F887A3-28C2-6DE9-5807-21C410AB73B1}"/>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BBFEBE6D-8293-FD48-7C86-4989B458ECE3}"/>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0F412FE6-3787-9446-924A-F202645A1CFC}"/>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9" name="Picture 8">
            <a:extLst>
              <a:ext uri="{FF2B5EF4-FFF2-40B4-BE49-F238E27FC236}">
                <a16:creationId xmlns:a16="http://schemas.microsoft.com/office/drawing/2014/main" id="{B6B38457-CE92-7B1F-6614-6136E9F8F98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2" name="TextBox 21">
            <a:extLst>
              <a:ext uri="{FF2B5EF4-FFF2-40B4-BE49-F238E27FC236}">
                <a16:creationId xmlns:a16="http://schemas.microsoft.com/office/drawing/2014/main" id="{19ABE821-C29F-8323-0B26-4C07043DC762}"/>
              </a:ext>
            </a:extLst>
          </p:cNvPr>
          <p:cNvSpPr txBox="1"/>
          <p:nvPr userDrawn="1"/>
        </p:nvSpPr>
        <p:spPr>
          <a:xfrm>
            <a:off x="-135802" y="2471596"/>
            <a:ext cx="65" cy="369332"/>
          </a:xfrm>
          <a:prstGeom prst="rect">
            <a:avLst/>
          </a:prstGeom>
          <a:noFill/>
        </p:spPr>
        <p:txBody>
          <a:bodyPr wrap="none" lIns="0" rIns="0" rtlCol="0">
            <a:spAutoFit/>
          </a:bodyPr>
          <a:lstStyle/>
          <a:p>
            <a:pPr algn="l"/>
            <a:endParaRPr lang="en-US" dirty="0" err="1"/>
          </a:p>
        </p:txBody>
      </p:sp>
      <p:sp>
        <p:nvSpPr>
          <p:cNvPr id="23" name="Title 1">
            <a:extLst>
              <a:ext uri="{FF2B5EF4-FFF2-40B4-BE49-F238E27FC236}">
                <a16:creationId xmlns:a16="http://schemas.microsoft.com/office/drawing/2014/main" id="{10165371-E8F4-C898-9295-C3E433A3EF22}"/>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spTree>
    <p:extLst>
      <p:ext uri="{BB962C8B-B14F-4D97-AF65-F5344CB8AC3E}">
        <p14:creationId xmlns:p14="http://schemas.microsoft.com/office/powerpoint/2010/main" val="337433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2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2F7587B-9987-686E-FBA3-C703A03595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20" name="Picture 19">
            <a:extLst>
              <a:ext uri="{FF2B5EF4-FFF2-40B4-BE49-F238E27FC236}">
                <a16:creationId xmlns:a16="http://schemas.microsoft.com/office/drawing/2014/main" id="{9AF3C931-F34B-7961-BC75-B4572B02F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1" dirty="0" err="1">
              <a:solidFill>
                <a:schemeClr val="tx1"/>
              </a:solidFill>
            </a:endParaRPr>
          </a:p>
        </p:txBody>
      </p:sp>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2" name="Title 1">
            <a:extLst>
              <a:ext uri="{FF2B5EF4-FFF2-40B4-BE49-F238E27FC236}">
                <a16:creationId xmlns:a16="http://schemas.microsoft.com/office/drawing/2014/main" id="{26F28616-0D97-9CAF-203B-33E2A2B5C1D1}"/>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spTree>
    <p:extLst>
      <p:ext uri="{BB962C8B-B14F-4D97-AF65-F5344CB8AC3E}">
        <p14:creationId xmlns:p14="http://schemas.microsoft.com/office/powerpoint/2010/main" val="2198376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2B">
    <p:spTree>
      <p:nvGrpSpPr>
        <p:cNvPr id="1" name=""/>
        <p:cNvGrpSpPr/>
        <p:nvPr/>
      </p:nvGrpSpPr>
      <p:grpSpPr>
        <a:xfrm>
          <a:off x="0" y="0"/>
          <a:ext cx="0" cy="0"/>
          <a:chOff x="0" y="0"/>
          <a:chExt cx="0" cy="0"/>
        </a:xfrm>
      </p:grpSpPr>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pic>
        <p:nvPicPr>
          <p:cNvPr id="2" name="Picture 1">
            <a:extLst>
              <a:ext uri="{FF2B5EF4-FFF2-40B4-BE49-F238E27FC236}">
                <a16:creationId xmlns:a16="http://schemas.microsoft.com/office/drawing/2014/main" id="{BE5BDDB8-98EE-F01A-753C-07B65A3249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20" name="Picture 19">
            <a:extLst>
              <a:ext uri="{FF2B5EF4-FFF2-40B4-BE49-F238E27FC236}">
                <a16:creationId xmlns:a16="http://schemas.microsoft.com/office/drawing/2014/main" id="{9AF3C931-F34B-7961-BC75-B4572B02F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1" dirty="0" err="1">
              <a:solidFill>
                <a:schemeClr val="tx1"/>
              </a:solidFill>
            </a:endParaRP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3" name="Text Placeholder 7">
            <a:extLst>
              <a:ext uri="{FF2B5EF4-FFF2-40B4-BE49-F238E27FC236}">
                <a16:creationId xmlns:a16="http://schemas.microsoft.com/office/drawing/2014/main" id="{111574D8-2193-6E96-F970-CA48F920463D}"/>
              </a:ext>
            </a:extLst>
          </p:cNvPr>
          <p:cNvSpPr>
            <a:spLocks noGrp="1"/>
          </p:cNvSpPr>
          <p:nvPr>
            <p:ph type="body" sz="quarter" idx="13"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4" name="Title 1">
            <a:extLst>
              <a:ext uri="{FF2B5EF4-FFF2-40B4-BE49-F238E27FC236}">
                <a16:creationId xmlns:a16="http://schemas.microsoft.com/office/drawing/2014/main" id="{CF67C28C-2194-7DE3-C4ED-8EF747692F60}"/>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spTree>
    <p:extLst>
      <p:ext uri="{BB962C8B-B14F-4D97-AF65-F5344CB8AC3E}">
        <p14:creationId xmlns:p14="http://schemas.microsoft.com/office/powerpoint/2010/main" val="929522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F1B3F-5EAF-BF4D-EAC3-027F3AE85E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a:xfrm>
            <a:off x="525376" y="914401"/>
            <a:ext cx="10972800" cy="590931"/>
          </a:xfrm>
          <a:prstGeom prst="rect">
            <a:avLst/>
          </a:prstGeom>
        </p:spPr>
        <p:txBody>
          <a:bodyPr/>
          <a:lstStyle>
            <a:lvl1pPr>
              <a:defRPr sz="3600" b="0"/>
            </a:lvl1pPr>
          </a:lstStyle>
          <a:p>
            <a:r>
              <a:rPr lang="en-US" dirty="0"/>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4495800"/>
          </a:xfrm>
        </p:spPr>
        <p:txBody>
          <a:bodyPr/>
          <a:lstStyle>
            <a:lvl1pPr marL="0" indent="0">
              <a:spcAft>
                <a:spcPts val="3000"/>
              </a:spcAft>
              <a:buNone/>
              <a:defRPr sz="2400"/>
            </a:lvl1pPr>
            <a:lvl2pPr marL="0" indent="0">
              <a:spcAft>
                <a:spcPts val="3000"/>
              </a:spcAft>
              <a:buNone/>
              <a:defRPr sz="2400"/>
            </a:lvl2pPr>
            <a:lvl3pPr marL="0" indent="0">
              <a:spcAft>
                <a:spcPts val="3000"/>
              </a:spcAft>
              <a:buNone/>
              <a:defRPr sz="2400"/>
            </a:lvl3pPr>
            <a:lvl4pPr marL="0" indent="0">
              <a:spcAft>
                <a:spcPts val="3000"/>
              </a:spcAft>
              <a:buNone/>
              <a:defRPr sz="2400"/>
            </a:lvl4pPr>
            <a:lvl5pPr marL="0" indent="0">
              <a:spcAft>
                <a:spcPts val="3000"/>
              </a:spcAft>
              <a:buNone/>
              <a:defRPr sz="2400"/>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p>
            <a:fld id="{06736434-7E81-994B-854B-1BF33F160A0D}" type="datetime1">
              <a:rPr lang="en-US" smtClean="0"/>
              <a:t>9/12/25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70614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9356ED-54C0-AD03-2028-FEFC88C137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4495800"/>
          </a:xfrm>
        </p:spPr>
        <p:txBody>
          <a:bodyPr/>
          <a:lstStyle>
            <a:lvl1pPr marL="0" indent="0">
              <a:spcAft>
                <a:spcPts val="3000"/>
              </a:spcAft>
              <a:buNone/>
              <a:defRPr sz="2400"/>
            </a:lvl1pPr>
            <a:lvl2pPr marL="0" indent="0">
              <a:spcAft>
                <a:spcPts val="3000"/>
              </a:spcAft>
              <a:buNone/>
              <a:defRPr sz="2400"/>
            </a:lvl2pPr>
            <a:lvl3pPr marL="0" indent="0">
              <a:spcAft>
                <a:spcPts val="3000"/>
              </a:spcAft>
              <a:buNone/>
              <a:defRPr sz="2400"/>
            </a:lvl3pPr>
            <a:lvl4pPr marL="0" indent="0">
              <a:spcAft>
                <a:spcPts val="3000"/>
              </a:spcAft>
              <a:buNone/>
              <a:defRPr sz="2400"/>
            </a:lvl4pPr>
            <a:lvl5pPr marL="0" indent="0">
              <a:spcAft>
                <a:spcPts val="3000"/>
              </a:spcAft>
              <a:buNone/>
              <a:defRPr sz="2400"/>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p>
            <a:fld id="{06736434-7E81-994B-854B-1BF33F160A0D}" type="datetime1">
              <a:rPr lang="en-US" smtClean="0"/>
              <a:t>9/12/25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E9F3380B-4C2C-4CFA-5735-2689C62E6B51}"/>
              </a:ext>
            </a:extLst>
          </p:cNvPr>
          <p:cNvSpPr>
            <a:spLocks noGrp="1"/>
          </p:cNvSpPr>
          <p:nvPr>
            <p:ph type="title" hasCustomPrompt="1"/>
          </p:nvPr>
        </p:nvSpPr>
        <p:spPr>
          <a:xfrm>
            <a:off x="525376" y="914401"/>
            <a:ext cx="10972800" cy="590931"/>
          </a:xfrm>
          <a:prstGeom prst="rect">
            <a:avLst/>
          </a:prstGeom>
        </p:spPr>
        <p:txBody>
          <a:bodyPr/>
          <a:lstStyle>
            <a:lvl1pPr>
              <a:defRPr sz="3600" b="0"/>
            </a:lvl1pPr>
          </a:lstStyle>
          <a:p>
            <a:r>
              <a:rPr lang="en-US" dirty="0"/>
              <a:t>Agenda layout</a:t>
            </a:r>
          </a:p>
        </p:txBody>
      </p:sp>
    </p:spTree>
    <p:extLst>
      <p:ext uri="{BB962C8B-B14F-4D97-AF65-F5344CB8AC3E}">
        <p14:creationId xmlns:p14="http://schemas.microsoft.com/office/powerpoint/2010/main" val="1070793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67722-074B-A21B-E711-8760B52945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4495800"/>
          </a:xfrm>
        </p:spPr>
        <p:txBody>
          <a:bodyPr/>
          <a:lstStyle>
            <a:lvl1pPr marL="0" indent="0">
              <a:spcAft>
                <a:spcPts val="3000"/>
              </a:spcAft>
              <a:buNone/>
              <a:defRPr sz="2400"/>
            </a:lvl1pPr>
            <a:lvl2pPr marL="0" indent="0">
              <a:spcAft>
                <a:spcPts val="3000"/>
              </a:spcAft>
              <a:buNone/>
              <a:defRPr sz="2400"/>
            </a:lvl2pPr>
            <a:lvl3pPr marL="0" indent="0">
              <a:spcAft>
                <a:spcPts val="3000"/>
              </a:spcAft>
              <a:buNone/>
              <a:defRPr sz="2400"/>
            </a:lvl3pPr>
            <a:lvl4pPr marL="0" indent="0">
              <a:spcAft>
                <a:spcPts val="3000"/>
              </a:spcAft>
              <a:buNone/>
              <a:defRPr sz="2400"/>
            </a:lvl4pPr>
            <a:lvl5pPr marL="0" indent="0">
              <a:spcAft>
                <a:spcPts val="3000"/>
              </a:spcAft>
              <a:buNone/>
              <a:defRPr sz="2400"/>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p>
            <a:fld id="{06736434-7E81-994B-854B-1BF33F160A0D}" type="datetime1">
              <a:rPr lang="en-US" smtClean="0"/>
              <a:t>9/12/25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ADD7451C-3F29-6F6D-F332-22252720A08E}"/>
              </a:ext>
            </a:extLst>
          </p:cNvPr>
          <p:cNvSpPr>
            <a:spLocks noGrp="1"/>
          </p:cNvSpPr>
          <p:nvPr>
            <p:ph type="title" hasCustomPrompt="1"/>
          </p:nvPr>
        </p:nvSpPr>
        <p:spPr>
          <a:xfrm>
            <a:off x="525376" y="914401"/>
            <a:ext cx="10972800" cy="590931"/>
          </a:xfrm>
          <a:prstGeom prst="rect">
            <a:avLst/>
          </a:prstGeom>
        </p:spPr>
        <p:txBody>
          <a:bodyPr/>
          <a:lstStyle>
            <a:lvl1pPr>
              <a:defRPr sz="3600" b="0"/>
            </a:lvl1pPr>
          </a:lstStyle>
          <a:p>
            <a:r>
              <a:rPr lang="en-US" dirty="0"/>
              <a:t>Agenda layout</a:t>
            </a:r>
          </a:p>
        </p:txBody>
      </p:sp>
    </p:spTree>
    <p:extLst>
      <p:ext uri="{BB962C8B-B14F-4D97-AF65-F5344CB8AC3E}">
        <p14:creationId xmlns:p14="http://schemas.microsoft.com/office/powerpoint/2010/main" val="189305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p>
            <a:fld id="{9600D62F-E191-C046-B6EA-E79BE99AA24A}" type="datetime1">
              <a:rPr lang="en-US" smtClean="0"/>
              <a:t>9/12/25</a:t>
            </a:fld>
            <a:endParaRPr lang="en-US"/>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42579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Gradient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2C0AD3-8E0A-E268-62C3-C4FC5A4FB6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a:solidFill>
                  <a:schemeClr val="tx2"/>
                </a:solidFill>
              </a:defRPr>
            </a:lvl1pPr>
          </a:lstStyle>
          <a:p>
            <a:r>
              <a:rPr lang="en-US" dirty="0"/>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p>
            <a:fld id="{393093C1-DE68-B74B-A980-4E3BCEBC269D}" type="datetime1">
              <a:rPr lang="en-US" smtClean="0"/>
              <a:t>9/12/25</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2"/>
                </a:solidFill>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4428B6B8-8E5D-CCC5-1806-0A8018C1A944}"/>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3401688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Gradient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0C3FBB-5E23-AF69-9744-2F6B8EFD3C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a:solidFill>
                  <a:schemeClr val="tx2"/>
                </a:solidFill>
              </a:defRPr>
            </a:lvl1pPr>
          </a:lstStyle>
          <a:p>
            <a:r>
              <a:rPr lang="en-US" dirty="0"/>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p>
            <a:fld id="{393093C1-DE68-B74B-A980-4E3BCEBC269D}" type="datetime1">
              <a:rPr lang="en-US" smtClean="0"/>
              <a:t>9/12/25</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2"/>
                </a:solidFill>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F9F4A711-3A53-0556-7C8C-BBE097FED1A5}"/>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316544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Gradient 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89A2D94-1136-E0D2-3E6B-F8762074B8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a:solidFill>
                  <a:schemeClr val="tx2"/>
                </a:solidFill>
              </a:defRPr>
            </a:lvl1pPr>
          </a:lstStyle>
          <a:p>
            <a:r>
              <a:rPr lang="en-US" dirty="0"/>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p>
            <a:fld id="{393093C1-DE68-B74B-A980-4E3BCEBC269D}" type="datetime1">
              <a:rPr lang="en-US" smtClean="0"/>
              <a:t>9/12/25</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2"/>
                </a:solidFill>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1D5991EA-CAC1-E0F6-9D55-149B6A0AE199}"/>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222602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609600" y="1455968"/>
            <a:ext cx="10972800" cy="341632"/>
          </a:xfrm>
        </p:spPr>
        <p:txBody>
          <a:bodyPr/>
          <a:lstStyle>
            <a:lvl1pPr marL="0" indent="0">
              <a:buNone/>
              <a:defRPr sz="1800" b="0" i="0" cap="none" spc="0" baseline="0"/>
            </a:lvl1pPr>
          </a:lstStyle>
          <a:p>
            <a:pPr lvl="0"/>
            <a:r>
              <a:rPr lang="en-US" dirty="0"/>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p>
            <a:fld id="{31D3B374-854B-EF47-9B56-0018B9F83111}" type="datetime1">
              <a:rPr lang="en-US" smtClean="0"/>
              <a:t>9/12/25</a:t>
            </a:fld>
            <a:endParaRPr lang="en-US"/>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p>
            <a:endParaRPr lang="en-US"/>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024204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p>
            <a:fld id="{238B2222-37A4-5449-B1D9-9B13ADA59E84}" type="datetime1">
              <a:rPr lang="en-US" smtClean="0"/>
              <a:t>9/12/25</a:t>
            </a:fld>
            <a:endParaRPr lang="en-US"/>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49339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marL="0" indent="0">
              <a:spcAft>
                <a:spcPts val="1800"/>
              </a:spcAft>
              <a:buNone/>
              <a:defRPr/>
            </a:lvl1pPr>
            <a:lvl2pPr marL="285750" indent="0">
              <a:spcAft>
                <a:spcPts val="1800"/>
              </a:spcAft>
              <a:buNone/>
              <a:defRPr/>
            </a:lvl2pPr>
            <a:lvl3pPr marL="628650" indent="0">
              <a:spcAft>
                <a:spcPts val="1800"/>
              </a:spcAft>
              <a:buNone/>
              <a:defRPr/>
            </a:lvl3pPr>
            <a:lvl4pPr marL="914400" indent="0">
              <a:spcAft>
                <a:spcPts val="1800"/>
              </a:spcAft>
              <a:buNone/>
              <a:defRPr/>
            </a:lvl4pPr>
            <a:lvl5pPr marL="1143000" indent="0">
              <a:spcAft>
                <a:spcPts val="180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p>
            <a:fld id="{B9026E32-37D5-A446-8A01-9B6BBEB5E690}" type="datetime1">
              <a:rPr lang="en-US" smtClean="0"/>
              <a:t>9/12/25</a:t>
            </a:fld>
            <a:endParaRPr lang="en-US"/>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597322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a:defRPr/>
            </a:lvl1pPr>
            <a:lvl5pPr>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4" name="Date Placeholder 3">
            <a:extLst>
              <a:ext uri="{FF2B5EF4-FFF2-40B4-BE49-F238E27FC236}">
                <a16:creationId xmlns:a16="http://schemas.microsoft.com/office/drawing/2014/main" id="{5428ABEB-87DF-4979-B8D5-38D09C158222}"/>
              </a:ext>
            </a:extLst>
          </p:cNvPr>
          <p:cNvSpPr>
            <a:spLocks noGrp="1"/>
          </p:cNvSpPr>
          <p:nvPr>
            <p:ph type="dt" sz="half" idx="10"/>
          </p:nvPr>
        </p:nvSpPr>
        <p:spPr/>
        <p:txBody>
          <a:bodyPr/>
          <a:lstStyle/>
          <a:p>
            <a:fld id="{F68F78D1-9721-044C-B65C-A6FC97994CEC}" type="datetime1">
              <a:rPr lang="en-US" smtClean="0"/>
              <a:t>9/12/25</a:t>
            </a:fld>
            <a:endParaRPr lang="en-US"/>
          </a:p>
        </p:txBody>
      </p:sp>
      <p:sp>
        <p:nvSpPr>
          <p:cNvPr id="5" name="Footer Placeholder 4">
            <a:extLst>
              <a:ext uri="{FF2B5EF4-FFF2-40B4-BE49-F238E27FC236}">
                <a16:creationId xmlns:a16="http://schemas.microsoft.com/office/drawing/2014/main" id="{B67DE3A9-1F3C-45F4-9F53-543C4B62D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174197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Title, subtitle,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33600"/>
            <a:ext cx="10972800" cy="4076700"/>
          </a:xfrm>
        </p:spPr>
        <p:txBody>
          <a:bodyPr/>
          <a:lstStyle>
            <a:lvl1pPr marL="0" indent="0">
              <a:spcAft>
                <a:spcPts val="1800"/>
              </a:spcAft>
              <a:buNone/>
              <a:defRPr/>
            </a:lvl1pPr>
            <a:lvl2pPr marL="285750" indent="0">
              <a:spcAft>
                <a:spcPts val="1800"/>
              </a:spcAft>
              <a:buNone/>
              <a:defRPr/>
            </a:lvl2pPr>
            <a:lvl3pPr marL="628650" indent="0">
              <a:spcAft>
                <a:spcPts val="1800"/>
              </a:spcAft>
              <a:buNone/>
              <a:defRPr/>
            </a:lvl3pPr>
            <a:lvl4pPr marL="914400" indent="0">
              <a:spcAft>
                <a:spcPts val="1800"/>
              </a:spcAft>
              <a:buNone/>
              <a:defRPr/>
            </a:lvl4pPr>
            <a:lvl5pPr marL="1143000" indent="0">
              <a:spcAft>
                <a:spcPts val="180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609600"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dirty="0"/>
              <a:t>Enter subtitle</a:t>
            </a:r>
          </a:p>
        </p:txBody>
      </p:sp>
      <p:sp>
        <p:nvSpPr>
          <p:cNvPr id="4" name="Date Placeholder 3">
            <a:extLst>
              <a:ext uri="{FF2B5EF4-FFF2-40B4-BE49-F238E27FC236}">
                <a16:creationId xmlns:a16="http://schemas.microsoft.com/office/drawing/2014/main" id="{876D2500-AAFD-4464-92DE-45442731C6FD}"/>
              </a:ext>
            </a:extLst>
          </p:cNvPr>
          <p:cNvSpPr>
            <a:spLocks noGrp="1"/>
          </p:cNvSpPr>
          <p:nvPr>
            <p:ph type="dt" sz="half" idx="11"/>
          </p:nvPr>
        </p:nvSpPr>
        <p:spPr/>
        <p:txBody>
          <a:bodyPr/>
          <a:lstStyle/>
          <a:p>
            <a:fld id="{C4422CFE-CB70-E144-AF43-F0FCE393742F}" type="datetime1">
              <a:rPr lang="en-US" smtClean="0"/>
              <a:t>9/12/25</a:t>
            </a:fld>
            <a:endParaRPr lang="en-US"/>
          </a:p>
        </p:txBody>
      </p:sp>
      <p:sp>
        <p:nvSpPr>
          <p:cNvPr id="6" name="Footer Placeholder 5">
            <a:extLst>
              <a:ext uri="{FF2B5EF4-FFF2-40B4-BE49-F238E27FC236}">
                <a16:creationId xmlns:a16="http://schemas.microsoft.com/office/drawing/2014/main" id="{77A7C935-E20D-482F-89A5-4255E88216F0}"/>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41649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34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Title, subtitle,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981200"/>
            <a:ext cx="10972800" cy="4229100"/>
          </a:xfrm>
        </p:spPr>
        <p:txBody>
          <a:bodyPr/>
          <a:lstStyle>
            <a:lvl1pPr>
              <a:defRPr/>
            </a:lvl1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609600" y="1457034"/>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dirty="0"/>
              <a:t>Enter subtitle</a:t>
            </a:r>
          </a:p>
        </p:txBody>
      </p:sp>
      <p:sp>
        <p:nvSpPr>
          <p:cNvPr id="5" name="Date Placeholder 4">
            <a:extLst>
              <a:ext uri="{FF2B5EF4-FFF2-40B4-BE49-F238E27FC236}">
                <a16:creationId xmlns:a16="http://schemas.microsoft.com/office/drawing/2014/main" id="{91E9B8C3-36CA-4A97-B3FF-2FCDD97E1A02}"/>
              </a:ext>
            </a:extLst>
          </p:cNvPr>
          <p:cNvSpPr>
            <a:spLocks noGrp="1"/>
          </p:cNvSpPr>
          <p:nvPr>
            <p:ph type="dt" sz="half" idx="11"/>
          </p:nvPr>
        </p:nvSpPr>
        <p:spPr/>
        <p:txBody>
          <a:bodyPr/>
          <a:lstStyle/>
          <a:p>
            <a:fld id="{F4FC2D43-256D-6645-BCF9-A844B8D70195}" type="datetime1">
              <a:rPr lang="en-US" smtClean="0"/>
              <a:t>9/12/25</a:t>
            </a:fld>
            <a:endParaRPr lang="en-US"/>
          </a:p>
        </p:txBody>
      </p:sp>
      <p:sp>
        <p:nvSpPr>
          <p:cNvPr id="6" name="Footer Placeholder 5">
            <a:extLst>
              <a:ext uri="{FF2B5EF4-FFF2-40B4-BE49-F238E27FC236}">
                <a16:creationId xmlns:a16="http://schemas.microsoft.com/office/drawing/2014/main" id="{9AEEE534-0361-47D3-8F92-2D7522A226D4}"/>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40941736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24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5368F4-2030-03F3-1497-C6D85632C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lstStyle>
            <a:lvl1pPr>
              <a:defRPr b="0"/>
            </a:lvl1pPr>
          </a:lstStyle>
          <a:p>
            <a:r>
              <a:rPr lang="en-US" dirty="0"/>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4038599"/>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a:t>
            </a:r>
          </a:p>
          <a:p>
            <a:pPr lvl="1"/>
            <a:r>
              <a:rPr lang="en-US" dirty="0"/>
              <a:t>Second level</a:t>
            </a:r>
          </a:p>
          <a:p>
            <a:pPr lvl="2"/>
            <a:r>
              <a:rPr lang="en-US" dirty="0"/>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p>
            <a:fld id="{08C0C526-AA41-9246-8D2F-123642CF358A}" type="datetime1">
              <a:rPr lang="en-US" smtClean="0"/>
              <a:t>9/12/25</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5F1FFFB4-FF6D-9545-8FF8-67BC87137E26}"/>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8" name="Picture 7">
            <a:extLst>
              <a:ext uri="{FF2B5EF4-FFF2-40B4-BE49-F238E27FC236}">
                <a16:creationId xmlns:a16="http://schemas.microsoft.com/office/drawing/2014/main" id="{0B6EB6BB-732B-826B-70F6-0884CC3AB2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4172912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Content, and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572058-8A2F-63B1-24B9-FF2FF1B020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lstStyle>
            <a:lvl1pPr>
              <a:defRPr b="0"/>
            </a:lvl1pPr>
          </a:lstStyle>
          <a:p>
            <a:r>
              <a:rPr lang="en-US" dirty="0"/>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4038599"/>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a:t>
            </a:r>
          </a:p>
          <a:p>
            <a:pPr lvl="1"/>
            <a:r>
              <a:rPr lang="en-US" dirty="0"/>
              <a:t>Second level</a:t>
            </a:r>
          </a:p>
          <a:p>
            <a:pPr lvl="2"/>
            <a:r>
              <a:rPr lang="en-US" dirty="0"/>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p>
            <a:fld id="{08C0C526-AA41-9246-8D2F-123642CF358A}" type="datetime1">
              <a:rPr lang="en-US" smtClean="0"/>
              <a:t>9/12/25</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9" name="TextBox 8">
            <a:extLst>
              <a:ext uri="{FF2B5EF4-FFF2-40B4-BE49-F238E27FC236}">
                <a16:creationId xmlns:a16="http://schemas.microsoft.com/office/drawing/2014/main" id="{BF3EF575-8224-DA14-5D32-515D4952C561}"/>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10" name="Picture 9">
            <a:extLst>
              <a:ext uri="{FF2B5EF4-FFF2-40B4-BE49-F238E27FC236}">
                <a16:creationId xmlns:a16="http://schemas.microsoft.com/office/drawing/2014/main" id="{73D20E4C-9187-3688-70E3-A4C82F7586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382558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568B873-04D3-AF11-8C29-6653AFF106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438401"/>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2438401"/>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p>
            <a:fld id="{C6CBC29B-2875-A847-90DD-93F5B9D216F5}" type="datetime1">
              <a:rPr lang="en-US" smtClean="0"/>
              <a:t>9/12/25</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344813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44958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44958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p>
            <a:fld id="{C6CBC29B-2875-A847-90DD-93F5B9D216F5}" type="datetime1">
              <a:rPr lang="en-US" smtClean="0"/>
              <a:t>9/12/25</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4096409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b="0"/>
            </a:lvl1pPr>
          </a:lstStyle>
          <a:p>
            <a:r>
              <a:rPr lang="en-US" dirty="0"/>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5248656"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5248656"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6334125" y="1743647"/>
            <a:ext cx="5248656"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6334125" y="2141554"/>
            <a:ext cx="5248656"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7" name="Date Placeholder 6">
            <a:extLst>
              <a:ext uri="{FF2B5EF4-FFF2-40B4-BE49-F238E27FC236}">
                <a16:creationId xmlns:a16="http://schemas.microsoft.com/office/drawing/2014/main" id="{996D1DC3-FE4E-4BC2-8CA3-4ED12B138031}"/>
              </a:ext>
            </a:extLst>
          </p:cNvPr>
          <p:cNvSpPr>
            <a:spLocks noGrp="1"/>
          </p:cNvSpPr>
          <p:nvPr>
            <p:ph type="dt" sz="half" idx="10"/>
          </p:nvPr>
        </p:nvSpPr>
        <p:spPr/>
        <p:txBody>
          <a:bodyPr/>
          <a:lstStyle/>
          <a:p>
            <a:fld id="{D467C09E-9944-944E-A974-7D6AA4E02B83}" type="datetime1">
              <a:rPr lang="en-US" smtClean="0"/>
              <a:t>9/12/25</a:t>
            </a:fld>
            <a:endParaRPr lang="en-US"/>
          </a:p>
        </p:txBody>
      </p:sp>
      <p:sp>
        <p:nvSpPr>
          <p:cNvPr id="8" name="Footer Placeholder 7">
            <a:extLst>
              <a:ext uri="{FF2B5EF4-FFF2-40B4-BE49-F238E27FC236}">
                <a16:creationId xmlns:a16="http://schemas.microsoft.com/office/drawing/2014/main" id="{E24AE993-84F9-4B17-BB98-5AAAFAF3EA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31040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b="0"/>
            </a:lvl1pPr>
          </a:lstStyle>
          <a:p>
            <a:r>
              <a:rPr lang="en-US" dirty="0"/>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3483864"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74364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2141554"/>
            <a:ext cx="3483864"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74364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2141554"/>
            <a:ext cx="3483864"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p>
            <a:fld id="{6F02E835-1245-C748-8E9F-651FE6B45587}" type="datetime1">
              <a:rPr lang="en-US" smtClean="0"/>
              <a:t>9/12/25</a:t>
            </a:fld>
            <a:endParaRPr lang="en-US"/>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p>
            <a:endParaRPr lang="en-US"/>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704503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b="0"/>
            </a:lvl1pPr>
          </a:lstStyle>
          <a:p>
            <a:r>
              <a:rPr lang="en-US" dirty="0"/>
              <a:t>Three-column layout with subheadings and images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328669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3656030"/>
            <a:ext cx="3483864" cy="2554270"/>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328669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3656030"/>
            <a:ext cx="3483864" cy="2554270"/>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328669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3656030"/>
            <a:ext cx="3483864" cy="2554270"/>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Date Placeholder 8">
            <a:extLst>
              <a:ext uri="{FF2B5EF4-FFF2-40B4-BE49-F238E27FC236}">
                <a16:creationId xmlns:a16="http://schemas.microsoft.com/office/drawing/2014/main" id="{FFCFB8E8-C9F0-4143-9378-EA7F6C76665B}"/>
              </a:ext>
            </a:extLst>
          </p:cNvPr>
          <p:cNvSpPr>
            <a:spLocks noGrp="1"/>
          </p:cNvSpPr>
          <p:nvPr>
            <p:ph type="dt" sz="half" idx="12"/>
          </p:nvPr>
        </p:nvSpPr>
        <p:spPr/>
        <p:txBody>
          <a:bodyPr/>
          <a:lstStyle/>
          <a:p>
            <a:fld id="{F96E8718-D810-5D42-BBA7-DBDBA7B074E9}" type="datetime1">
              <a:rPr lang="en-US" smtClean="0"/>
              <a:t>9/12/25</a:t>
            </a:fld>
            <a:endParaRPr lang="en-US"/>
          </a:p>
        </p:txBody>
      </p:sp>
      <p:sp>
        <p:nvSpPr>
          <p:cNvPr id="10" name="Footer Placeholder 9">
            <a:extLst>
              <a:ext uri="{FF2B5EF4-FFF2-40B4-BE49-F238E27FC236}">
                <a16:creationId xmlns:a16="http://schemas.microsoft.com/office/drawing/2014/main" id="{D7D1B458-DF75-45ED-B8CC-69A72676AB03}"/>
              </a:ext>
            </a:extLst>
          </p:cNvPr>
          <p:cNvSpPr>
            <a:spLocks noGrp="1"/>
          </p:cNvSpPr>
          <p:nvPr>
            <p:ph type="ftr" sz="quarter" idx="13"/>
          </p:nvPr>
        </p:nvSpPr>
        <p:spPr/>
        <p:txBody>
          <a:bodyPr/>
          <a:lstStyle/>
          <a:p>
            <a:endParaRPr lang="en-US"/>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p>
            <a:fld id="{EB4B8DE2-A4E8-46E4-8BBF-D75455EFF32C}" type="slidenum">
              <a:rPr lang="en-US" smtClean="0"/>
              <a:pPr/>
              <a:t>‹#›</a:t>
            </a:fld>
            <a:endParaRPr lang="en-US"/>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500631" y="1553369"/>
            <a:ext cx="1701800" cy="1481931"/>
          </a:xfrm>
        </p:spPr>
        <p:txBody>
          <a:bodyPr>
            <a:noAutofit/>
          </a:bodyPr>
          <a:lstStyle>
            <a:lvl1pPr marL="0" indent="0">
              <a:buNone/>
              <a:defRPr sz="1800"/>
            </a:lvl1pPr>
          </a:lstStyle>
          <a:p>
            <a:r>
              <a:rPr lang="en-US" dirty="0"/>
              <a:t>Click icon to add image</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5245099" y="1553369"/>
            <a:ext cx="1701800" cy="1481931"/>
          </a:xfrm>
        </p:spPr>
        <p:txBody>
          <a:bodyPr>
            <a:noAutofit/>
          </a:bodyPr>
          <a:lstStyle>
            <a:lvl1pPr marL="0" indent="0">
              <a:buNone/>
              <a:defRPr sz="1800"/>
            </a:lvl1pPr>
          </a:lstStyle>
          <a:p>
            <a:r>
              <a:rPr lang="en-US" dirty="0"/>
              <a:t>Click icon to add image</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8989568" y="1553369"/>
            <a:ext cx="1701800" cy="1481931"/>
          </a:xfrm>
        </p:spPr>
        <p:txBody>
          <a:bodyPr>
            <a:noAutofit/>
          </a:bodyPr>
          <a:lstStyle>
            <a:lvl1pPr marL="0" indent="0">
              <a:buNone/>
              <a:defRPr sz="1800"/>
            </a:lvl1pPr>
          </a:lstStyle>
          <a:p>
            <a:r>
              <a:rPr lang="en-US" dirty="0"/>
              <a:t>Click icon to add image</a:t>
            </a:r>
          </a:p>
        </p:txBody>
      </p:sp>
    </p:spTree>
    <p:extLst>
      <p:ext uri="{BB962C8B-B14F-4D97-AF65-F5344CB8AC3E}">
        <p14:creationId xmlns:p14="http://schemas.microsoft.com/office/powerpoint/2010/main" val="154642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b="0"/>
            </a:lvl1pPr>
          </a:lstStyle>
          <a:p>
            <a:r>
              <a:rPr lang="en-US" dirty="0"/>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2377440"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743647"/>
            <a:ext cx="2377440"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743647"/>
            <a:ext cx="2377440"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743647"/>
            <a:ext cx="2377440"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p>
            <a:fld id="{2B958DF5-F549-8B46-95E0-C2CB36033BB5}" type="datetime1">
              <a:rPr lang="en-US" smtClean="0"/>
              <a:t>9/12/25</a:t>
            </a:fld>
            <a:endParaRPr lang="en-US"/>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p>
            <a:endParaRPr lang="en-US"/>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703665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539262" y="917577"/>
            <a:ext cx="10972800" cy="535531"/>
          </a:xfrm>
          <a:prstGeom prst="rect">
            <a:avLst/>
          </a:prstGeom>
        </p:spPr>
        <p:txBody>
          <a:bodyPr anchor="t" anchorCtr="0"/>
          <a:lstStyle>
            <a:lvl1pPr>
              <a:defRPr sz="3200" b="0"/>
            </a:lvl1pPr>
          </a:lstStyle>
          <a:p>
            <a:r>
              <a:rPr lang="en-US" dirty="0"/>
              <a:t>Picture with caption layout</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6210300" y="1714501"/>
            <a:ext cx="5372100" cy="4495798"/>
          </a:xfrm>
        </p:spPr>
        <p:txBody>
          <a:bodyPr>
            <a:no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609598" y="1714501"/>
            <a:ext cx="5372101" cy="44957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
        <p:nvSpPr>
          <p:cNvPr id="5" name="Date Placeholder 4">
            <a:extLst>
              <a:ext uri="{FF2B5EF4-FFF2-40B4-BE49-F238E27FC236}">
                <a16:creationId xmlns:a16="http://schemas.microsoft.com/office/drawing/2014/main" id="{9CAB3B1C-D783-464F-B951-6F802A18E624}"/>
              </a:ext>
            </a:extLst>
          </p:cNvPr>
          <p:cNvSpPr>
            <a:spLocks noGrp="1"/>
          </p:cNvSpPr>
          <p:nvPr>
            <p:ph type="dt" sz="half" idx="10"/>
          </p:nvPr>
        </p:nvSpPr>
        <p:spPr/>
        <p:txBody>
          <a:bodyPr/>
          <a:lstStyle/>
          <a:p>
            <a:fld id="{96301397-8FE7-FB4B-82EE-58C288712F6D}" type="datetime1">
              <a:rPr lang="en-US" smtClean="0"/>
              <a:t>9/12/25</a:t>
            </a:fld>
            <a:endParaRPr lang="en-US"/>
          </a:p>
        </p:txBody>
      </p:sp>
      <p:sp>
        <p:nvSpPr>
          <p:cNvPr id="6" name="Footer Placeholder 5">
            <a:extLst>
              <a:ext uri="{FF2B5EF4-FFF2-40B4-BE49-F238E27FC236}">
                <a16:creationId xmlns:a16="http://schemas.microsoft.com/office/drawing/2014/main" id="{ECB0C078-A6D5-4C61-A732-EC72F4B2E5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82962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12192000" cy="6857998"/>
          </a:xfrm>
          <a:solidFill>
            <a:schemeClr val="bg2"/>
          </a:solidFill>
        </p:spPr>
        <p:txBody>
          <a:bodyPr anchor="ctr">
            <a:noAutofit/>
          </a:bodyP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10697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Customer logo wall layout</a:t>
            </a:r>
          </a:p>
        </p:txBody>
      </p:sp>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p>
            <a:fld id="{C3A8789C-A0D1-A74F-A15D-501FE221905E}" type="datetime1">
              <a:rPr lang="en-US" smtClean="0"/>
              <a:t>9/12/25</a:t>
            </a:fld>
            <a:endParaRPr lang="en-US"/>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fld id="{EB4B8DE2-A4E8-46E4-8BBF-D75455EFF32C}" type="slidenum">
              <a:rPr lang="en-US" smtClean="0"/>
              <a:pPr/>
              <a:t>‹#›</a:t>
            </a:fld>
            <a:endParaRPr lang="en-US"/>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Tree>
    <p:extLst>
      <p:ext uri="{BB962C8B-B14F-4D97-AF65-F5344CB8AC3E}">
        <p14:creationId xmlns:p14="http://schemas.microsoft.com/office/powerpoint/2010/main" val="9628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Two-column with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4495800"/>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4495800"/>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3285F99-D5A6-480F-A674-A76B9194560B}"/>
              </a:ext>
            </a:extLst>
          </p:cNvPr>
          <p:cNvSpPr>
            <a:spLocks noGrp="1"/>
          </p:cNvSpPr>
          <p:nvPr>
            <p:ph type="dt" sz="half" idx="10"/>
          </p:nvPr>
        </p:nvSpPr>
        <p:spPr/>
        <p:txBody>
          <a:bodyPr/>
          <a:lstStyle/>
          <a:p>
            <a:fld id="{9C031CC3-E800-D94E-ACE2-59E99B1146F6}" type="datetime1">
              <a:rPr lang="en-US" smtClean="0"/>
              <a:t>9/12/25</a:t>
            </a:fld>
            <a:endParaRPr lang="en-US"/>
          </a:p>
        </p:txBody>
      </p:sp>
      <p:sp>
        <p:nvSpPr>
          <p:cNvPr id="6" name="Footer Placeholder 5">
            <a:extLst>
              <a:ext uri="{FF2B5EF4-FFF2-40B4-BE49-F238E27FC236}">
                <a16:creationId xmlns:a16="http://schemas.microsoft.com/office/drawing/2014/main" id="{A46AC62E-3DD2-43DB-9AAA-009DDB88F8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61762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Two-column with subtitle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0"/>
            <a:ext cx="5248274" cy="40767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598"/>
            <a:ext cx="5248276" cy="40767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dirty="0"/>
              <a:t>Enter subtitle</a:t>
            </a:r>
          </a:p>
        </p:txBody>
      </p:sp>
      <p:sp>
        <p:nvSpPr>
          <p:cNvPr id="6" name="Date Placeholder 5">
            <a:extLst>
              <a:ext uri="{FF2B5EF4-FFF2-40B4-BE49-F238E27FC236}">
                <a16:creationId xmlns:a16="http://schemas.microsoft.com/office/drawing/2014/main" id="{B7882DCB-3FBB-4107-96D9-358054987DA9}"/>
              </a:ext>
            </a:extLst>
          </p:cNvPr>
          <p:cNvSpPr>
            <a:spLocks noGrp="1"/>
          </p:cNvSpPr>
          <p:nvPr>
            <p:ph type="dt" sz="half" idx="11"/>
          </p:nvPr>
        </p:nvSpPr>
        <p:spPr/>
        <p:txBody>
          <a:bodyPr/>
          <a:lstStyle/>
          <a:p>
            <a:fld id="{344B5C68-7AAF-714C-BA5C-79EE2A2BF521}" type="datetime1">
              <a:rPr lang="en-US" smtClean="0"/>
              <a:t>9/12/25</a:t>
            </a:fld>
            <a:endParaRPr lang="en-US"/>
          </a:p>
        </p:txBody>
      </p:sp>
      <p:sp>
        <p:nvSpPr>
          <p:cNvPr id="7" name="Footer Placeholder 6">
            <a:extLst>
              <a:ext uri="{FF2B5EF4-FFF2-40B4-BE49-F238E27FC236}">
                <a16:creationId xmlns:a16="http://schemas.microsoft.com/office/drawing/2014/main" id="{DE50B923-C7E4-4160-8DCE-6199F6C430EF}"/>
              </a:ext>
            </a:extLst>
          </p:cNvPr>
          <p:cNvSpPr>
            <a:spLocks noGrp="1"/>
          </p:cNvSpPr>
          <p:nvPr>
            <p:ph type="ftr" sz="quarter" idx="12"/>
          </p:nvPr>
        </p:nvSpPr>
        <p:spPr/>
        <p:txBody>
          <a:bodyPr/>
          <a:lstStyle/>
          <a:p>
            <a:endParaRPr lang="en-US"/>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98549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userDrawn="1">
          <p15:clr>
            <a:srgbClr val="9FCC3B"/>
          </p15:clr>
        </p15:guide>
        <p15:guide id="3" orient="horz" pos="1128" userDrawn="1">
          <p15:clr>
            <a:srgbClr val="9FCC3B"/>
          </p15:clr>
        </p15:guide>
        <p15:guide id="4" orient="horz" pos="134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Two-column, subtitle,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1"/>
            <a:ext cx="5248274" cy="4076699"/>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600"/>
            <a:ext cx="5248276" cy="4076699"/>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dirty="0"/>
              <a:t>Enter subtitle</a:t>
            </a:r>
          </a:p>
        </p:txBody>
      </p:sp>
      <p:sp>
        <p:nvSpPr>
          <p:cNvPr id="6" name="Date Placeholder 5">
            <a:extLst>
              <a:ext uri="{FF2B5EF4-FFF2-40B4-BE49-F238E27FC236}">
                <a16:creationId xmlns:a16="http://schemas.microsoft.com/office/drawing/2014/main" id="{CFEA9DE9-1720-43CB-BEB4-4A471EA86C1F}"/>
              </a:ext>
            </a:extLst>
          </p:cNvPr>
          <p:cNvSpPr>
            <a:spLocks noGrp="1"/>
          </p:cNvSpPr>
          <p:nvPr>
            <p:ph type="dt" sz="half" idx="11"/>
          </p:nvPr>
        </p:nvSpPr>
        <p:spPr/>
        <p:txBody>
          <a:bodyPr/>
          <a:lstStyle/>
          <a:p>
            <a:fld id="{122D055C-F955-814B-8E36-6633B2B2BF72}" type="datetime1">
              <a:rPr lang="en-US" smtClean="0"/>
              <a:t>9/12/25</a:t>
            </a:fld>
            <a:endParaRPr lang="en-US"/>
          </a:p>
        </p:txBody>
      </p:sp>
      <p:sp>
        <p:nvSpPr>
          <p:cNvPr id="7" name="Footer Placeholder 6">
            <a:extLst>
              <a:ext uri="{FF2B5EF4-FFF2-40B4-BE49-F238E27FC236}">
                <a16:creationId xmlns:a16="http://schemas.microsoft.com/office/drawing/2014/main" id="{C644196F-CE34-473D-A802-821F7968F214}"/>
              </a:ext>
            </a:extLst>
          </p:cNvPr>
          <p:cNvSpPr>
            <a:spLocks noGrp="1"/>
          </p:cNvSpPr>
          <p:nvPr>
            <p:ph type="ftr" sz="quarter" idx="12"/>
          </p:nvPr>
        </p:nvSpPr>
        <p:spPr/>
        <p:txBody>
          <a:bodyPr/>
          <a:lstStyle/>
          <a:p>
            <a:endParaRPr lang="en-US"/>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921148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userDrawn="1">
          <p15:clr>
            <a:srgbClr val="9FCC3B"/>
          </p15:clr>
        </p15:guide>
        <p15:guide id="3" orient="horz" pos="1128" userDrawn="1">
          <p15:clr>
            <a:srgbClr val="9FCC3B"/>
          </p15:clr>
        </p15:guide>
        <p15:guide id="4" orient="horz" pos="134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C826B4EB-F6CC-4C37-3CA9-1BCB13DA1DF9}"/>
              </a:ext>
            </a:extLst>
          </p:cNvPr>
          <p:cNvSpPr/>
          <p:nvPr userDrawn="1"/>
        </p:nvSpPr>
        <p:spPr>
          <a:xfrm>
            <a:off x="512956" y="512957"/>
            <a:ext cx="11159444" cy="5697344"/>
          </a:xfrm>
          <a:prstGeom prst="roundRect">
            <a:avLst>
              <a:gd name="adj" fmla="val 1733"/>
            </a:avLst>
          </a:prstGeom>
          <a:solidFill>
            <a:srgbClr val="EBFFC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1"/>
            </a:lvl1pPr>
          </a:lstStyle>
          <a:p>
            <a:pPr lvl="0"/>
            <a:r>
              <a:rPr lang="en-US" dirty="0"/>
              <a:t>Quoted person’s name</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2BEA218-CD6F-B44E-B26C-C64BF244E0F0}" type="datetime1">
              <a:rPr lang="en-US" smtClean="0"/>
              <a:t>9/12/25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a:p>
        </p:txBody>
      </p:sp>
      <p:pic>
        <p:nvPicPr>
          <p:cNvPr id="7" name="Picture 6">
            <a:extLst>
              <a:ext uri="{FF2B5EF4-FFF2-40B4-BE49-F238E27FC236}">
                <a16:creationId xmlns:a16="http://schemas.microsoft.com/office/drawing/2014/main" id="{A4C903B9-3F7B-FE7A-E8E9-4A85CF64A1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5860" y="1929741"/>
            <a:ext cx="407765" cy="300458"/>
          </a:xfrm>
          <a:prstGeom prst="rect">
            <a:avLst/>
          </a:prstGeom>
        </p:spPr>
      </p:pic>
      <p:sp>
        <p:nvSpPr>
          <p:cNvPr id="8" name="Text Placeholder 10">
            <a:extLst>
              <a:ext uri="{FF2B5EF4-FFF2-40B4-BE49-F238E27FC236}">
                <a16:creationId xmlns:a16="http://schemas.microsoft.com/office/drawing/2014/main" id="{3442E0A2-8098-1B6F-94F7-A9E27EC775EE}"/>
              </a:ext>
            </a:extLst>
          </p:cNvPr>
          <p:cNvSpPr>
            <a:spLocks noGrp="1"/>
          </p:cNvSpPr>
          <p:nvPr>
            <p:ph type="body" sz="quarter" idx="16" hasCustomPrompt="1"/>
          </p:nvPr>
        </p:nvSpPr>
        <p:spPr>
          <a:xfrm>
            <a:off x="1540082" y="4496832"/>
            <a:ext cx="8067261" cy="313932"/>
          </a:xfrm>
        </p:spPr>
        <p:txBody>
          <a:bodyPr/>
          <a:lstStyle>
            <a:lvl1pPr marL="0" indent="0">
              <a:buNone/>
              <a:defRPr sz="1600"/>
            </a:lvl1pPr>
          </a:lstStyle>
          <a:p>
            <a:pPr lvl="0"/>
            <a:r>
              <a:rPr lang="en-US" dirty="0"/>
              <a:t>Quoted person’s affiliation</a:t>
            </a:r>
          </a:p>
        </p:txBody>
      </p:sp>
    </p:spTree>
    <p:extLst>
      <p:ext uri="{BB962C8B-B14F-4D97-AF65-F5344CB8AC3E}">
        <p14:creationId xmlns:p14="http://schemas.microsoft.com/office/powerpoint/2010/main" val="200873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B6475A-312A-4920-A448-D3119241BF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2BEA218-CD6F-B44E-B26C-C64BF244E0F0}" type="datetime1">
              <a:rPr lang="en-US" smtClean="0"/>
              <a:t>9/12/25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6A9F35CF-0293-AD03-12BE-0AD2771A7530}"/>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13" name="Picture 12">
            <a:extLst>
              <a:ext uri="{FF2B5EF4-FFF2-40B4-BE49-F238E27FC236}">
                <a16:creationId xmlns:a16="http://schemas.microsoft.com/office/drawing/2014/main" id="{15E86E16-D3C5-9BCB-7BE2-1CA4299DCF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7" name="Picture 6">
            <a:extLst>
              <a:ext uri="{FF2B5EF4-FFF2-40B4-BE49-F238E27FC236}">
                <a16:creationId xmlns:a16="http://schemas.microsoft.com/office/drawing/2014/main" id="{21597870-2B19-0D8A-342A-58D8A53B215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5860" y="1929741"/>
            <a:ext cx="407765" cy="300458"/>
          </a:xfrm>
          <a:prstGeom prst="rect">
            <a:avLst/>
          </a:prstGeom>
        </p:spPr>
      </p:pic>
    </p:spTree>
    <p:extLst>
      <p:ext uri="{BB962C8B-B14F-4D97-AF65-F5344CB8AC3E}">
        <p14:creationId xmlns:p14="http://schemas.microsoft.com/office/powerpoint/2010/main" val="1960717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Gradien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C6D9BD-DEEA-4A7B-C871-4536799F03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2BEA218-CD6F-B44E-B26C-C64BF244E0F0}" type="datetime1">
              <a:rPr lang="en-US" smtClean="0"/>
              <a:t>9/12/25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59FA2AE2-2071-6FBA-C0DF-DC91D9C45E81}"/>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13" name="Picture 12">
            <a:extLst>
              <a:ext uri="{FF2B5EF4-FFF2-40B4-BE49-F238E27FC236}">
                <a16:creationId xmlns:a16="http://schemas.microsoft.com/office/drawing/2014/main" id="{40CE3C06-636B-539A-57AF-295DAA75FF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7" name="Picture 6">
            <a:extLst>
              <a:ext uri="{FF2B5EF4-FFF2-40B4-BE49-F238E27FC236}">
                <a16:creationId xmlns:a16="http://schemas.microsoft.com/office/drawing/2014/main" id="{CC74E8A6-12A1-F6EB-0A80-786763A2180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5860" y="1929741"/>
            <a:ext cx="407765" cy="300458"/>
          </a:xfrm>
          <a:prstGeom prst="rect">
            <a:avLst/>
          </a:prstGeom>
        </p:spPr>
      </p:pic>
    </p:spTree>
    <p:extLst>
      <p:ext uri="{BB962C8B-B14F-4D97-AF65-F5344CB8AC3E}">
        <p14:creationId xmlns:p14="http://schemas.microsoft.com/office/powerpoint/2010/main" val="2590380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Gradient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91062C-933C-ED0F-B73C-DC245E7FAF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2BEA218-CD6F-B44E-B26C-C64BF244E0F0}" type="datetime1">
              <a:rPr lang="en-US" smtClean="0"/>
              <a:t>9/12/25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2F74E9CC-3075-EE68-DD01-BF810D0A2E59}"/>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13" name="Picture 12">
            <a:extLst>
              <a:ext uri="{FF2B5EF4-FFF2-40B4-BE49-F238E27FC236}">
                <a16:creationId xmlns:a16="http://schemas.microsoft.com/office/drawing/2014/main" id="{10573292-B887-5760-95C0-AEDAC62EB3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7" name="Picture 6">
            <a:extLst>
              <a:ext uri="{FF2B5EF4-FFF2-40B4-BE49-F238E27FC236}">
                <a16:creationId xmlns:a16="http://schemas.microsoft.com/office/drawing/2014/main" id="{3DF1D427-7A2B-E208-9289-2A5A0824C25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5860" y="1929741"/>
            <a:ext cx="407765" cy="300458"/>
          </a:xfrm>
          <a:prstGeom prst="rect">
            <a:avLst/>
          </a:prstGeom>
        </p:spPr>
      </p:pic>
    </p:spTree>
    <p:extLst>
      <p:ext uri="{BB962C8B-B14F-4D97-AF65-F5344CB8AC3E}">
        <p14:creationId xmlns:p14="http://schemas.microsoft.com/office/powerpoint/2010/main" val="85541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D26354-B9D3-DA3A-9E84-842EA468AB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a:solidFill>
                  <a:schemeClr val="tx2"/>
                </a:solidFill>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504A1AE1-7907-F24D-8677-0B8F5F67234B}" type="datetime1">
              <a:rPr lang="en-US" smtClean="0"/>
              <a:t>9/12/25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2"/>
                </a:solidFill>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1BD8B1BE-F62C-9842-9FF0-A53695D03916}"/>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9" name="Picture 8">
            <a:extLst>
              <a:ext uri="{FF2B5EF4-FFF2-40B4-BE49-F238E27FC236}">
                <a16:creationId xmlns:a16="http://schemas.microsoft.com/office/drawing/2014/main" id="{57D7B46F-CBF3-F8B3-401A-040A31AF59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3153960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D43F54-D03F-0326-2168-E4B64C3257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a:solidFill>
                  <a:schemeClr val="tx2"/>
                </a:solidFill>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504A1AE1-7907-F24D-8677-0B8F5F67234B}" type="datetime1">
              <a:rPr lang="en-US" smtClean="0"/>
              <a:t>9/12/25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EB4B8DE2-A4E8-46E4-8BBF-D75455EFF32C}" type="slidenum">
              <a:rPr lang="en-US" smtClean="0"/>
              <a:pPr/>
              <a:t>‹#›</a:t>
            </a:fld>
            <a:endParaRPr lang="en-US" dirty="0"/>
          </a:p>
        </p:txBody>
      </p:sp>
      <p:sp>
        <p:nvSpPr>
          <p:cNvPr id="12" name="TextBox 11">
            <a:extLst>
              <a:ext uri="{FF2B5EF4-FFF2-40B4-BE49-F238E27FC236}">
                <a16:creationId xmlns:a16="http://schemas.microsoft.com/office/drawing/2014/main" id="{68CECC62-1D56-92A3-418D-0EC34FDA9B78}"/>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13" name="Picture 12">
            <a:extLst>
              <a:ext uri="{FF2B5EF4-FFF2-40B4-BE49-F238E27FC236}">
                <a16:creationId xmlns:a16="http://schemas.microsoft.com/office/drawing/2014/main" id="{64951714-F565-6DF2-258E-6733254008D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398074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Option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11771A-14EB-27CD-4981-540766F89D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a:solidFill>
                  <a:schemeClr val="tx2"/>
                </a:solidFill>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504A1AE1-7907-F24D-8677-0B8F5F67234B}" type="datetime1">
              <a:rPr lang="en-US" smtClean="0"/>
              <a:t>9/12/25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1"/>
                </a:solidFill>
              </a:defRPr>
            </a:lvl1pPr>
          </a:lstStyle>
          <a:p>
            <a:fld id="{EB4B8DE2-A4E8-46E4-8BBF-D75455EFF32C}" type="slidenum">
              <a:rPr lang="en-US" smtClean="0"/>
              <a:pPr/>
              <a:t>‹#›</a:t>
            </a:fld>
            <a:endParaRPr lang="en-US" dirty="0"/>
          </a:p>
        </p:txBody>
      </p:sp>
      <p:sp>
        <p:nvSpPr>
          <p:cNvPr id="5" name="TextBox 4">
            <a:extLst>
              <a:ext uri="{FF2B5EF4-FFF2-40B4-BE49-F238E27FC236}">
                <a16:creationId xmlns:a16="http://schemas.microsoft.com/office/drawing/2014/main" id="{6F6FE5FF-6177-0943-300C-32D19148D86C}"/>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9" name="Picture 8">
            <a:extLst>
              <a:ext uri="{FF2B5EF4-FFF2-40B4-BE49-F238E27FC236}">
                <a16:creationId xmlns:a16="http://schemas.microsoft.com/office/drawing/2014/main" id="{385BE82B-F0D4-AF27-F993-CB2CA95285D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25999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Code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A09EAB3-8007-4FDC-BADB-BADCE0CE1871}"/>
              </a:ext>
            </a:extLst>
          </p:cNvPr>
          <p:cNvSpPr>
            <a:spLocks noGrp="1"/>
          </p:cNvSpPr>
          <p:nvPr>
            <p:ph type="dt" sz="half" idx="10"/>
          </p:nvPr>
        </p:nvSpPr>
        <p:spPr/>
        <p:txBody>
          <a:bodyPr/>
          <a:lstStyle/>
          <a:p>
            <a:fld id="{14000039-AC38-8C4D-BBF6-A4179217D919}" type="datetime1">
              <a:rPr lang="en-US" smtClean="0"/>
              <a:t>9/12/25</a:t>
            </a:fld>
            <a:endParaRPr lang="en-US"/>
          </a:p>
        </p:txBody>
      </p:sp>
      <p:sp>
        <p:nvSpPr>
          <p:cNvPr id="5" name="Footer Placeholder 4">
            <a:extLst>
              <a:ext uri="{FF2B5EF4-FFF2-40B4-BE49-F238E27FC236}">
                <a16:creationId xmlns:a16="http://schemas.microsoft.com/office/drawing/2014/main" id="{A5375AEC-53B6-4043-9677-30AD83B02F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913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b="0"/>
            </a:lvl1pPr>
          </a:lstStyle>
          <a:p>
            <a:r>
              <a:rPr lang="en-US" dirty="0"/>
              <a:t>Two-column code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449580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449580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D810155-AFE0-49FD-8E9F-C55D662327A4}"/>
              </a:ext>
            </a:extLst>
          </p:cNvPr>
          <p:cNvSpPr>
            <a:spLocks noGrp="1"/>
          </p:cNvSpPr>
          <p:nvPr>
            <p:ph type="dt" sz="half" idx="10"/>
          </p:nvPr>
        </p:nvSpPr>
        <p:spPr/>
        <p:txBody>
          <a:bodyPr/>
          <a:lstStyle/>
          <a:p>
            <a:fld id="{BA838F1F-E927-864D-8933-A87A9B46D340}" type="datetime1">
              <a:rPr lang="en-US" smtClean="0"/>
              <a:t>9/12/25</a:t>
            </a:fld>
            <a:endParaRPr lang="en-US"/>
          </a:p>
        </p:txBody>
      </p:sp>
      <p:sp>
        <p:nvSpPr>
          <p:cNvPr id="6" name="Footer Placeholder 5">
            <a:extLst>
              <a:ext uri="{FF2B5EF4-FFF2-40B4-BE49-F238E27FC236}">
                <a16:creationId xmlns:a16="http://schemas.microsoft.com/office/drawing/2014/main" id="{C99A757A-A572-48F6-B0E7-EBDAFBA598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78531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653256" y="3226552"/>
            <a:ext cx="6823869" cy="750238"/>
          </a:xfrm>
          <a:prstGeom prst="rect">
            <a:avLst/>
          </a:prstGeom>
        </p:spPr>
        <p:txBody>
          <a:bodyPr/>
          <a:lstStyle>
            <a:lvl1pPr>
              <a:defRPr sz="2800" b="1">
                <a:latin typeface="+mn-lt"/>
              </a:defRPr>
            </a:lvl1pPr>
          </a:lstStyle>
          <a:p>
            <a:r>
              <a:rPr lang="en-US" dirty="0"/>
              <a:t>Enter subtitle</a:t>
            </a:r>
          </a:p>
        </p:txBody>
      </p:sp>
      <p:sp>
        <p:nvSpPr>
          <p:cNvPr id="3" name="Date Placeholder 2">
            <a:extLst>
              <a:ext uri="{FF2B5EF4-FFF2-40B4-BE49-F238E27FC236}">
                <a16:creationId xmlns:a16="http://schemas.microsoft.com/office/drawing/2014/main" id="{35841FE7-5B7D-4299-B262-F8E574B50BA0}"/>
              </a:ext>
            </a:extLst>
          </p:cNvPr>
          <p:cNvSpPr>
            <a:spLocks noGrp="1"/>
          </p:cNvSpPr>
          <p:nvPr>
            <p:ph type="dt" sz="half" idx="10"/>
          </p:nvPr>
        </p:nvSpPr>
        <p:spPr/>
        <p:txBody>
          <a:bodyPr/>
          <a:lstStyle/>
          <a:p>
            <a:fld id="{F5CD9E88-8D52-D44B-9301-05276D5B5248}" type="datetime1">
              <a:rPr lang="en-US" smtClean="0"/>
              <a:t>9/12/25</a:t>
            </a:fld>
            <a:endParaRPr lang="en-US"/>
          </a:p>
        </p:txBody>
      </p:sp>
      <p:sp>
        <p:nvSpPr>
          <p:cNvPr id="4" name="Footer Placeholder 3">
            <a:extLst>
              <a:ext uri="{FF2B5EF4-FFF2-40B4-BE49-F238E27FC236}">
                <a16:creationId xmlns:a16="http://schemas.microsoft.com/office/drawing/2014/main" id="{728617C0-A817-49E3-9857-07752AB401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p>
            <a:fld id="{EB4B8DE2-A4E8-46E4-8BBF-D75455EFF32C}" type="slidenum">
              <a:rPr lang="en-US" smtClean="0"/>
              <a:pPr/>
              <a:t>‹#›</a:t>
            </a:fld>
            <a:endParaRPr lang="en-US"/>
          </a:p>
        </p:txBody>
      </p:sp>
      <p:sp>
        <p:nvSpPr>
          <p:cNvPr id="6" name="TextBox 5">
            <a:extLst>
              <a:ext uri="{FF2B5EF4-FFF2-40B4-BE49-F238E27FC236}">
                <a16:creationId xmlns:a16="http://schemas.microsoft.com/office/drawing/2014/main" id="{90F7951E-E6AB-4553-9142-A91D5BC58C21}"/>
              </a:ext>
            </a:extLst>
          </p:cNvPr>
          <p:cNvSpPr txBox="1"/>
          <p:nvPr userDrawn="1"/>
        </p:nvSpPr>
        <p:spPr>
          <a:xfrm>
            <a:off x="609599" y="2428875"/>
            <a:ext cx="6867525" cy="955666"/>
          </a:xfrm>
          <a:prstGeom prst="rect">
            <a:avLst/>
          </a:prstGeom>
          <a:noFill/>
        </p:spPr>
        <p:txBody>
          <a:bodyPr wrap="square" lIns="0" rtlCol="0">
            <a:noAutofit/>
          </a:bodyPr>
          <a:lstStyle/>
          <a:p>
            <a:r>
              <a:rPr lang="en-US" sz="4800" dirty="0">
                <a:solidFill>
                  <a:schemeClr val="tx2"/>
                </a:solidFill>
                <a:latin typeface="+mn-lt"/>
              </a:rPr>
              <a:t>Q&amp;A</a:t>
            </a:r>
          </a:p>
        </p:txBody>
      </p:sp>
    </p:spTree>
    <p:extLst>
      <p:ext uri="{BB962C8B-B14F-4D97-AF65-F5344CB8AC3E}">
        <p14:creationId xmlns:p14="http://schemas.microsoft.com/office/powerpoint/2010/main" val="276675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73436"/>
            <a:ext cx="7823200" cy="1311128"/>
          </a:xfrm>
          <a:prstGeom prst="rect">
            <a:avLst/>
          </a:prstGeom>
        </p:spPr>
        <p:txBody>
          <a:bodyPr anchor="ctr" anchorCtr="0"/>
          <a:lstStyle>
            <a:lvl1pPr>
              <a:defRPr sz="4400" b="0"/>
            </a:lvl1pPr>
          </a:lstStyle>
          <a:p>
            <a:r>
              <a:rPr lang="en-US" dirty="0"/>
              <a:t>Video or demo divider: Enter “Video” or “Demo” here</a:t>
            </a:r>
          </a:p>
        </p:txBody>
      </p:sp>
    </p:spTree>
    <p:extLst>
      <p:ext uri="{BB962C8B-B14F-4D97-AF65-F5344CB8AC3E}">
        <p14:creationId xmlns:p14="http://schemas.microsoft.com/office/powerpoint/2010/main" val="3287464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userDrawn="1"/>
        </p:nvPicPr>
        <p:blipFill>
          <a:blip r:embed="rId2"/>
          <a:stretch>
            <a:fillRect/>
          </a:stretch>
        </p:blipFill>
        <p:spPr>
          <a:xfrm>
            <a:off x="4994672" y="2327672"/>
            <a:ext cx="2202656" cy="2202656"/>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12192000" cy="6858000"/>
          </a:xfrm>
          <a:solidFill>
            <a:schemeClr val="bg2"/>
          </a:solidFill>
        </p:spPr>
        <p:txBody>
          <a:bodyPr lIns="548640" anchor="ctr">
            <a:noAutofit/>
          </a:bodyPr>
          <a:lstStyle>
            <a:lvl1pPr marL="0" indent="0" algn="ctr">
              <a:buNone/>
              <a:defRPr/>
            </a:lvl1pPr>
          </a:lstStyle>
          <a:p>
            <a:r>
              <a:rPr lang="en-US"/>
              <a:t>Click icon to add media</a:t>
            </a:r>
            <a:endParaRPr lang="en-US" dirty="0"/>
          </a:p>
        </p:txBody>
      </p:sp>
    </p:spTree>
    <p:extLst>
      <p:ext uri="{BB962C8B-B14F-4D97-AF65-F5344CB8AC3E}">
        <p14:creationId xmlns:p14="http://schemas.microsoft.com/office/powerpoint/2010/main" val="352729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539262" y="914401"/>
            <a:ext cx="10972800" cy="646331"/>
          </a:xfrm>
          <a:prstGeom prst="rect">
            <a:avLst/>
          </a:prstGeom>
        </p:spPr>
        <p:txBody>
          <a:bodyPr anchor="t" anchorCtr="0">
            <a:normAutofit/>
          </a:bodyPr>
          <a:lstStyle>
            <a:lvl1pPr>
              <a:defRPr sz="3200" b="0"/>
            </a:lvl1pPr>
          </a:lstStyle>
          <a:p>
            <a:r>
              <a:rPr lang="en-US" dirty="0"/>
              <a:t>Content with caption layout</a:t>
            </a:r>
          </a:p>
        </p:txBody>
      </p:sp>
      <p:sp>
        <p:nvSpPr>
          <p:cNvPr id="3" name="Content Placeholder 2">
            <a:extLst>
              <a:ext uri="{FF2B5EF4-FFF2-40B4-BE49-F238E27FC236}">
                <a16:creationId xmlns:a16="http://schemas.microsoft.com/office/drawing/2014/main" id="{54F6EECF-7227-4AD4-BC6B-F6715716A80F}"/>
              </a:ext>
            </a:extLst>
          </p:cNvPr>
          <p:cNvSpPr>
            <a:spLocks noGrp="1"/>
          </p:cNvSpPr>
          <p:nvPr>
            <p:ph idx="1" hasCustomPrompt="1"/>
          </p:nvPr>
        </p:nvSpPr>
        <p:spPr>
          <a:xfrm>
            <a:off x="6210300" y="1714501"/>
            <a:ext cx="5372100" cy="4484688"/>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609598" y="1725611"/>
            <a:ext cx="5372101" cy="448468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Tree>
    <p:extLst>
      <p:ext uri="{BB962C8B-B14F-4D97-AF65-F5344CB8AC3E}">
        <p14:creationId xmlns:p14="http://schemas.microsoft.com/office/powerpoint/2010/main" val="385405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3FEA24-4BB1-51F6-D1A3-1CDE18E45E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tx2"/>
                </a:solidFill>
                <a:latin typeface="+mn-lt"/>
              </a:rPr>
              <a:t>Thank you!</a:t>
            </a:r>
          </a:p>
        </p:txBody>
      </p:sp>
      <p:pic>
        <p:nvPicPr>
          <p:cNvPr id="5" name="Picture 4">
            <a:extLst>
              <a:ext uri="{FF2B5EF4-FFF2-40B4-BE49-F238E27FC236}">
                <a16:creationId xmlns:a16="http://schemas.microsoft.com/office/drawing/2014/main" id="{C0B9A91F-2413-643E-00B4-F93DC22555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3" name="TextBox 2">
            <a:extLst>
              <a:ext uri="{FF2B5EF4-FFF2-40B4-BE49-F238E27FC236}">
                <a16:creationId xmlns:a16="http://schemas.microsoft.com/office/drawing/2014/main" id="{0902F78A-89C5-9A95-F0BE-08B93E2052E0}"/>
              </a:ext>
            </a:extLst>
          </p:cNvPr>
          <p:cNvSpPr txBox="1"/>
          <p:nvPr userDrawn="1"/>
        </p:nvSpPr>
        <p:spPr>
          <a:xfrm>
            <a:off x="527766" y="6025634"/>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159671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54CF3CEA-C5D6-3EE2-0ADF-9CA879927A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F4CEAE59-88AB-067D-8305-5D60E5C0CC94}"/>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4" name="Text Placeholder 9">
            <a:extLst>
              <a:ext uri="{FF2B5EF4-FFF2-40B4-BE49-F238E27FC236}">
                <a16:creationId xmlns:a16="http://schemas.microsoft.com/office/drawing/2014/main" id="{7ED4E7E8-6939-47DD-F50C-1BE8D7C7AB1B}"/>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5" name="Text Placeholder 7">
            <a:extLst>
              <a:ext uri="{FF2B5EF4-FFF2-40B4-BE49-F238E27FC236}">
                <a16:creationId xmlns:a16="http://schemas.microsoft.com/office/drawing/2014/main" id="{B0E08B7E-513C-0B0B-9DC0-33A10068E811}"/>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6" name="Text Placeholder 9">
            <a:extLst>
              <a:ext uri="{FF2B5EF4-FFF2-40B4-BE49-F238E27FC236}">
                <a16:creationId xmlns:a16="http://schemas.microsoft.com/office/drawing/2014/main" id="{21EF1BFC-F8EA-31FF-2ECB-6FE640057D1C}"/>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7" name="Text Placeholder 7">
            <a:extLst>
              <a:ext uri="{FF2B5EF4-FFF2-40B4-BE49-F238E27FC236}">
                <a16:creationId xmlns:a16="http://schemas.microsoft.com/office/drawing/2014/main" id="{BCF5D785-7779-B4A7-1593-D9E4005D4186}"/>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9" name="Text Placeholder 9">
            <a:extLst>
              <a:ext uri="{FF2B5EF4-FFF2-40B4-BE49-F238E27FC236}">
                <a16:creationId xmlns:a16="http://schemas.microsoft.com/office/drawing/2014/main" id="{6C67EAE0-22D8-7774-6075-2E7C8D357946}"/>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20" name="TextBox 19">
            <a:extLst>
              <a:ext uri="{FF2B5EF4-FFF2-40B4-BE49-F238E27FC236}">
                <a16:creationId xmlns:a16="http://schemas.microsoft.com/office/drawing/2014/main" id="{8B073B14-3FCE-9EBE-8EF4-076D31F5D3A9}"/>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tx2"/>
                </a:solidFill>
                <a:latin typeface="+mn-lt"/>
              </a:rPr>
              <a:t>Thank you!</a:t>
            </a:r>
          </a:p>
        </p:txBody>
      </p:sp>
      <p:sp>
        <p:nvSpPr>
          <p:cNvPr id="21" name="TextBox 20">
            <a:extLst>
              <a:ext uri="{FF2B5EF4-FFF2-40B4-BE49-F238E27FC236}">
                <a16:creationId xmlns:a16="http://schemas.microsoft.com/office/drawing/2014/main" id="{2B64E461-542C-9DF0-B91E-B36341643F32}"/>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dirty="0" err="1"/>
          </a:p>
        </p:txBody>
      </p:sp>
      <p:pic>
        <p:nvPicPr>
          <p:cNvPr id="22" name="Picture 21">
            <a:extLst>
              <a:ext uri="{FF2B5EF4-FFF2-40B4-BE49-F238E27FC236}">
                <a16:creationId xmlns:a16="http://schemas.microsoft.com/office/drawing/2014/main" id="{0625BCAF-5C90-042B-0BAB-CD0E59CCA80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extBox 1">
            <a:extLst>
              <a:ext uri="{FF2B5EF4-FFF2-40B4-BE49-F238E27FC236}">
                <a16:creationId xmlns:a16="http://schemas.microsoft.com/office/drawing/2014/main" id="{DDEC7666-E95B-BA1B-9CE7-A188F672FA46}"/>
              </a:ext>
            </a:extLst>
          </p:cNvPr>
          <p:cNvSpPr txBox="1"/>
          <p:nvPr userDrawn="1"/>
        </p:nvSpPr>
        <p:spPr>
          <a:xfrm>
            <a:off x="527766" y="6025634"/>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2377077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00EE6D9C-875B-CBBD-B13E-569C0B9A8F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C3E01366-E822-32FE-65C0-B3B4125945BA}"/>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4" name="Text Placeholder 9">
            <a:extLst>
              <a:ext uri="{FF2B5EF4-FFF2-40B4-BE49-F238E27FC236}">
                <a16:creationId xmlns:a16="http://schemas.microsoft.com/office/drawing/2014/main" id="{1E78FCF9-F25E-3767-EB4A-8D919FAD0C7D}"/>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5" name="Text Placeholder 7">
            <a:extLst>
              <a:ext uri="{FF2B5EF4-FFF2-40B4-BE49-F238E27FC236}">
                <a16:creationId xmlns:a16="http://schemas.microsoft.com/office/drawing/2014/main" id="{4A1C9D7C-4935-7A74-21C6-B88B45377B89}"/>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6" name="Text Placeholder 9">
            <a:extLst>
              <a:ext uri="{FF2B5EF4-FFF2-40B4-BE49-F238E27FC236}">
                <a16:creationId xmlns:a16="http://schemas.microsoft.com/office/drawing/2014/main" id="{20D6E1ED-92EF-4477-D94E-EDA210EF8854}"/>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7" name="Text Placeholder 7">
            <a:extLst>
              <a:ext uri="{FF2B5EF4-FFF2-40B4-BE49-F238E27FC236}">
                <a16:creationId xmlns:a16="http://schemas.microsoft.com/office/drawing/2014/main" id="{3F1AB78F-B9B6-3B94-6F03-015F0598F319}"/>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9" name="Text Placeholder 9">
            <a:extLst>
              <a:ext uri="{FF2B5EF4-FFF2-40B4-BE49-F238E27FC236}">
                <a16:creationId xmlns:a16="http://schemas.microsoft.com/office/drawing/2014/main" id="{7B0FD9D2-77A6-9253-CB15-84E1C403FB55}"/>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20" name="TextBox 19">
            <a:extLst>
              <a:ext uri="{FF2B5EF4-FFF2-40B4-BE49-F238E27FC236}">
                <a16:creationId xmlns:a16="http://schemas.microsoft.com/office/drawing/2014/main" id="{DAE79A02-C451-B664-9107-9D196F3382D7}"/>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tx2"/>
                </a:solidFill>
                <a:latin typeface="+mn-lt"/>
              </a:rPr>
              <a:t>Thank you!</a:t>
            </a:r>
          </a:p>
        </p:txBody>
      </p:sp>
      <p:sp>
        <p:nvSpPr>
          <p:cNvPr id="21" name="TextBox 20">
            <a:extLst>
              <a:ext uri="{FF2B5EF4-FFF2-40B4-BE49-F238E27FC236}">
                <a16:creationId xmlns:a16="http://schemas.microsoft.com/office/drawing/2014/main" id="{1416FB4C-1D1E-4119-B730-03DD2E265086}"/>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dirty="0" err="1"/>
          </a:p>
        </p:txBody>
      </p:sp>
      <p:pic>
        <p:nvPicPr>
          <p:cNvPr id="22" name="Picture 21">
            <a:extLst>
              <a:ext uri="{FF2B5EF4-FFF2-40B4-BE49-F238E27FC236}">
                <a16:creationId xmlns:a16="http://schemas.microsoft.com/office/drawing/2014/main" id="{30CC1F33-20B4-A2CC-CBF3-F33B6E957A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extBox 1">
            <a:extLst>
              <a:ext uri="{FF2B5EF4-FFF2-40B4-BE49-F238E27FC236}">
                <a16:creationId xmlns:a16="http://schemas.microsoft.com/office/drawing/2014/main" id="{492CA65A-606C-B6BF-5226-3CAA4640D586}"/>
              </a:ext>
            </a:extLst>
          </p:cNvPr>
          <p:cNvSpPr txBox="1"/>
          <p:nvPr userDrawn="1"/>
        </p:nvSpPr>
        <p:spPr>
          <a:xfrm>
            <a:off x="527766" y="6025634"/>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1077792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33D-5535-4C9A-8FE3-B37ABA63B4C7}"/>
              </a:ext>
            </a:extLst>
          </p:cNvPr>
          <p:cNvSpPr>
            <a:spLocks noGrp="1"/>
          </p:cNvSpPr>
          <p:nvPr>
            <p:ph type="title"/>
          </p:nvPr>
        </p:nvSpPr>
        <p:spPr>
          <a:xfrm>
            <a:off x="609600" y="914401"/>
            <a:ext cx="10972800" cy="535531"/>
          </a:xfrm>
          <a:prstGeom prst="rect">
            <a:avLst/>
          </a:prstGeom>
        </p:spPr>
        <p:txBody>
          <a:bodyPr/>
          <a:lstStyle>
            <a:lvl1pPr>
              <a:defRPr b="0"/>
            </a:lvl1pPr>
          </a:lstStyle>
          <a:p>
            <a:r>
              <a:rPr lang="en-US" dirty="0"/>
              <a:t>Click to edit Master title style</a:t>
            </a:r>
          </a:p>
        </p:txBody>
      </p:sp>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609600" y="1718982"/>
            <a:ext cx="10972800" cy="44913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D7BCF1F-274F-4C05-8696-189CDAE0C33B}"/>
              </a:ext>
            </a:extLst>
          </p:cNvPr>
          <p:cNvSpPr>
            <a:spLocks noGrp="1"/>
          </p:cNvSpPr>
          <p:nvPr>
            <p:ph type="dt" sz="half" idx="10"/>
          </p:nvPr>
        </p:nvSpPr>
        <p:spPr/>
        <p:txBody>
          <a:bodyPr/>
          <a:lstStyle/>
          <a:p>
            <a:fld id="{8DF6AC9B-6FB6-E64C-9786-C40DFE89F624}" type="datetime1">
              <a:rPr lang="en-US" smtClean="0"/>
              <a:t>9/12/25</a:t>
            </a:fld>
            <a:endParaRPr lang="en-US"/>
          </a:p>
        </p:txBody>
      </p:sp>
      <p:sp>
        <p:nvSpPr>
          <p:cNvPr id="5" name="Footer Placeholder 4">
            <a:extLst>
              <a:ext uri="{FF2B5EF4-FFF2-40B4-BE49-F238E27FC236}">
                <a16:creationId xmlns:a16="http://schemas.microsoft.com/office/drawing/2014/main" id="{34FBB62C-DD5C-4CC6-98BC-330285579B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p>
            <a:fld id="{625061DB-7406-41C8-A121-52D8D4484FD1}" type="slidenum">
              <a:rPr lang="en-US" smtClean="0"/>
              <a:t>‹#›</a:t>
            </a:fld>
            <a:endParaRPr lang="en-US"/>
          </a:p>
        </p:txBody>
      </p:sp>
    </p:spTree>
    <p:extLst>
      <p:ext uri="{BB962C8B-B14F-4D97-AF65-F5344CB8AC3E}">
        <p14:creationId xmlns:p14="http://schemas.microsoft.com/office/powerpoint/2010/main" val="248409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724900" y="914399"/>
            <a:ext cx="2857500" cy="5295901"/>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609600" y="914399"/>
            <a:ext cx="7962900" cy="52959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8874D-2362-4107-9CFB-6624C519CF0C}"/>
              </a:ext>
            </a:extLst>
          </p:cNvPr>
          <p:cNvSpPr>
            <a:spLocks noGrp="1"/>
          </p:cNvSpPr>
          <p:nvPr>
            <p:ph type="dt" sz="half" idx="10"/>
          </p:nvPr>
        </p:nvSpPr>
        <p:spPr/>
        <p:txBody>
          <a:bodyPr/>
          <a:lstStyle/>
          <a:p>
            <a:fld id="{21DD148F-2774-EA45-8C22-2C39149188FB}" type="datetime1">
              <a:rPr lang="en-US" smtClean="0"/>
              <a:t>9/12/25</a:t>
            </a:fld>
            <a:endParaRPr lang="en-US"/>
          </a:p>
        </p:txBody>
      </p:sp>
      <p:sp>
        <p:nvSpPr>
          <p:cNvPr id="5" name="Footer Placeholder 4">
            <a:extLst>
              <a:ext uri="{FF2B5EF4-FFF2-40B4-BE49-F238E27FC236}">
                <a16:creationId xmlns:a16="http://schemas.microsoft.com/office/drawing/2014/main" id="{0C81FEF1-5834-4539-A37C-ED5E275C6D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p>
            <a:fld id="{625061DB-7406-41C8-A121-52D8D4484FD1}" type="slidenum">
              <a:rPr lang="en-US" smtClean="0"/>
              <a:t>‹#›</a:t>
            </a:fld>
            <a:endParaRPr lang="en-US"/>
          </a:p>
        </p:txBody>
      </p:sp>
    </p:spTree>
    <p:extLst>
      <p:ext uri="{BB962C8B-B14F-4D97-AF65-F5344CB8AC3E}">
        <p14:creationId xmlns:p14="http://schemas.microsoft.com/office/powerpoint/2010/main" val="2847748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4731D4-24B7-407D-A119-09109E0E0D80}"/>
              </a:ext>
            </a:extLst>
          </p:cNvPr>
          <p:cNvSpPr txBox="1"/>
          <p:nvPr userDrawn="1"/>
        </p:nvSpPr>
        <p:spPr>
          <a:xfrm>
            <a:off x="3486150" y="2512370"/>
            <a:ext cx="7353300" cy="1874103"/>
          </a:xfrm>
          <a:prstGeom prst="rect">
            <a:avLst/>
          </a:prstGeom>
          <a:noFill/>
        </p:spPr>
        <p:txBody>
          <a:bodyPr wrap="square" rtlCol="0">
            <a:spAutoFit/>
          </a:bodyPr>
          <a:lstStyle/>
          <a:p>
            <a:pPr algn="l">
              <a:lnSpc>
                <a:spcPct val="80000"/>
              </a:lnSpc>
            </a:pPr>
            <a:r>
              <a:rPr lang="en-US" sz="6000" dirty="0">
                <a:latin typeface="+mj-lt"/>
              </a:rPr>
              <a:t>Do not use layouts after this slide.</a:t>
            </a:r>
            <a:br>
              <a:rPr lang="en-US" sz="6000" dirty="0">
                <a:latin typeface="+mj-lt"/>
              </a:rPr>
            </a:br>
            <a:r>
              <a:rPr lang="en-US" sz="2000" dirty="0">
                <a:latin typeface="+mj-lt"/>
              </a:rPr>
              <a:t>They are not part of the official template.</a:t>
            </a:r>
            <a:endParaRPr lang="en-US" sz="6000" dirty="0">
              <a:latin typeface="+mj-lt"/>
            </a:endParaRPr>
          </a:p>
        </p:txBody>
      </p:sp>
      <p:pic>
        <p:nvPicPr>
          <p:cNvPr id="7" name="Graphic 6" descr="Stop sign">
            <a:extLst>
              <a:ext uri="{FF2B5EF4-FFF2-40B4-BE49-F238E27FC236}">
                <a16:creationId xmlns:a16="http://schemas.microsoft.com/office/drawing/2014/main" id="{2E1D490C-0B7A-44B5-A2CC-97504831122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7250" y="2114549"/>
            <a:ext cx="2628900" cy="2628900"/>
          </a:xfrm>
          <a:prstGeom prst="rect">
            <a:avLst/>
          </a:prstGeom>
        </p:spPr>
      </p:pic>
      <p:sp>
        <p:nvSpPr>
          <p:cNvPr id="8" name="Rectangle 7">
            <a:extLst>
              <a:ext uri="{FF2B5EF4-FFF2-40B4-BE49-F238E27FC236}">
                <a16:creationId xmlns:a16="http://schemas.microsoft.com/office/drawing/2014/main" id="{A56A91D7-A142-41A9-9775-90FA8A0EC8F4}"/>
              </a:ext>
            </a:extLst>
          </p:cNvPr>
          <p:cNvSpPr/>
          <p:nvPr userDrawn="1"/>
        </p:nvSpPr>
        <p:spPr>
          <a:xfrm>
            <a:off x="380999" y="6337300"/>
            <a:ext cx="4943475" cy="520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4A252AA-410C-4410-AE45-9D483892FCD8}"/>
              </a:ext>
            </a:extLst>
          </p:cNvPr>
          <p:cNvSpPr/>
          <p:nvPr userDrawn="1"/>
        </p:nvSpPr>
        <p:spPr>
          <a:xfrm>
            <a:off x="380999" y="163722"/>
            <a:ext cx="4943475" cy="520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9047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Only 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601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ide 1A">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593843-4CBC-A712-CB2B-B4F878BE34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41B6776E-568F-A5A4-981B-E30628F8727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1" i="0" cap="all" spc="3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11" name="TextBox 10">
            <a:extLst>
              <a:ext uri="{FF2B5EF4-FFF2-40B4-BE49-F238E27FC236}">
                <a16:creationId xmlns:a16="http://schemas.microsoft.com/office/drawing/2014/main" id="{F9CE4815-926B-43B6-82AB-971B1A89CEF6}"/>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311644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1C">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273828A-79F8-15CD-9D21-FB44B77FDB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53CAD519-9A88-CC6D-C64F-32781DE12863}"/>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AECD1BDB-3933-70D1-D0B1-585F679690F4}"/>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6" name="Text Placeholder 7">
            <a:extLst>
              <a:ext uri="{FF2B5EF4-FFF2-40B4-BE49-F238E27FC236}">
                <a16:creationId xmlns:a16="http://schemas.microsoft.com/office/drawing/2014/main" id="{49BD2DDE-9CEA-E55B-45AC-E81DC0520AEE}"/>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1" i="0" cap="all" spc="3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6F4339BC-5512-257D-D251-96C726B3928B}"/>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2A8E9AEE-EE0A-4511-286D-B7E92DB33387}"/>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
        <p:nvSpPr>
          <p:cNvPr id="2" name="Title 1">
            <a:extLst>
              <a:ext uri="{FF2B5EF4-FFF2-40B4-BE49-F238E27FC236}">
                <a16:creationId xmlns:a16="http://schemas.microsoft.com/office/drawing/2014/main" id="{4C69315F-6BED-09F1-C555-D62EBCC2C2CC}"/>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pic>
        <p:nvPicPr>
          <p:cNvPr id="11" name="Picture 10">
            <a:extLst>
              <a:ext uri="{FF2B5EF4-FFF2-40B4-BE49-F238E27FC236}">
                <a16:creationId xmlns:a16="http://schemas.microsoft.com/office/drawing/2014/main" id="{FA0E7CF6-AEC8-B8B6-2040-09A0612489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Tree>
    <p:extLst>
      <p:ext uri="{BB962C8B-B14F-4D97-AF65-F5344CB8AC3E}">
        <p14:creationId xmlns:p14="http://schemas.microsoft.com/office/powerpoint/2010/main" val="1008523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lide 1B">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0B1A274-34CE-9318-18E9-83796CAE51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8CD09BF-BE98-954E-8C83-FD00798ACA28}"/>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AAF119F6-59CF-C06E-9DEE-68747AC5B537}"/>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1" i="0" cap="all" spc="3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3C5437D4-D83E-F7AB-7C05-4D16F6D780CF}"/>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pic>
        <p:nvPicPr>
          <p:cNvPr id="11" name="Picture 10">
            <a:extLst>
              <a:ext uri="{FF2B5EF4-FFF2-40B4-BE49-F238E27FC236}">
                <a16:creationId xmlns:a16="http://schemas.microsoft.com/office/drawing/2014/main" id="{47D75C48-1113-B98D-B01C-9CF253E8BBE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Tree>
    <p:extLst>
      <p:ext uri="{BB962C8B-B14F-4D97-AF65-F5344CB8AC3E}">
        <p14:creationId xmlns:p14="http://schemas.microsoft.com/office/powerpoint/2010/main" val="2986355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lide 2A">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C5CAEF-E4CF-4B92-233A-7553242F64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1" cy="6858001"/>
          </a:xfrm>
          <a:prstGeom prst="rect">
            <a:avLst/>
          </a:prstGeom>
        </p:spPr>
      </p:pic>
      <p:sp>
        <p:nvSpPr>
          <p:cNvPr id="3" name="Subtitle 2">
            <a:extLst>
              <a:ext uri="{FF2B5EF4-FFF2-40B4-BE49-F238E27FC236}">
                <a16:creationId xmlns:a16="http://schemas.microsoft.com/office/drawing/2014/main" id="{60F04AFD-CEAF-D96A-9FBC-950044545866}"/>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5" name="Text Placeholder 9">
            <a:extLst>
              <a:ext uri="{FF2B5EF4-FFF2-40B4-BE49-F238E27FC236}">
                <a16:creationId xmlns:a16="http://schemas.microsoft.com/office/drawing/2014/main" id="{0187CBED-F3F8-A0AE-DBEA-EEEA1D2E7660}"/>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21" name="Rounded Rectangle 20">
            <a:extLst>
              <a:ext uri="{FF2B5EF4-FFF2-40B4-BE49-F238E27FC236}">
                <a16:creationId xmlns:a16="http://schemas.microsoft.com/office/drawing/2014/main" id="{55857500-2C8E-9211-5B61-DC83BC3450CB}"/>
              </a:ext>
            </a:extLst>
          </p:cNvPr>
          <p:cNvSpPr/>
          <p:nvPr userDrawn="1"/>
        </p:nvSpPr>
        <p:spPr>
          <a:xfrm>
            <a:off x="609598" y="304800"/>
            <a:ext cx="2993681" cy="288951"/>
          </a:xfrm>
          <a:prstGeom prst="round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1" dirty="0" err="1">
              <a:solidFill>
                <a:schemeClr val="tx1"/>
              </a:solidFill>
            </a:endParaRPr>
          </a:p>
        </p:txBody>
      </p:sp>
      <p:sp>
        <p:nvSpPr>
          <p:cNvPr id="6" name="Text Placeholder 7">
            <a:extLst>
              <a:ext uri="{FF2B5EF4-FFF2-40B4-BE49-F238E27FC236}">
                <a16:creationId xmlns:a16="http://schemas.microsoft.com/office/drawing/2014/main" id="{17F887A3-28C2-6DE9-5807-21C410AB73B1}"/>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7" name="Text Placeholder 11">
            <a:extLst>
              <a:ext uri="{FF2B5EF4-FFF2-40B4-BE49-F238E27FC236}">
                <a16:creationId xmlns:a16="http://schemas.microsoft.com/office/drawing/2014/main" id="{BBFEBE6D-8293-FD48-7C86-4989B458ECE3}"/>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0F412FE6-3787-9446-924A-F202645A1CFC}"/>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
        <p:nvSpPr>
          <p:cNvPr id="22" name="TextBox 21">
            <a:extLst>
              <a:ext uri="{FF2B5EF4-FFF2-40B4-BE49-F238E27FC236}">
                <a16:creationId xmlns:a16="http://schemas.microsoft.com/office/drawing/2014/main" id="{19ABE821-C29F-8323-0B26-4C07043DC762}"/>
              </a:ext>
            </a:extLst>
          </p:cNvPr>
          <p:cNvSpPr txBox="1"/>
          <p:nvPr userDrawn="1"/>
        </p:nvSpPr>
        <p:spPr>
          <a:xfrm>
            <a:off x="-135802" y="2471596"/>
            <a:ext cx="65" cy="369332"/>
          </a:xfrm>
          <a:prstGeom prst="rect">
            <a:avLst/>
          </a:prstGeom>
          <a:noFill/>
        </p:spPr>
        <p:txBody>
          <a:bodyPr wrap="none" lIns="0" rIns="0" rtlCol="0">
            <a:spAutoFit/>
          </a:bodyPr>
          <a:lstStyle/>
          <a:p>
            <a:pPr algn="l"/>
            <a:endParaRPr lang="en-US" dirty="0" err="1"/>
          </a:p>
        </p:txBody>
      </p:sp>
      <p:sp>
        <p:nvSpPr>
          <p:cNvPr id="23" name="Title 1">
            <a:extLst>
              <a:ext uri="{FF2B5EF4-FFF2-40B4-BE49-F238E27FC236}">
                <a16:creationId xmlns:a16="http://schemas.microsoft.com/office/drawing/2014/main" id="{10165371-E8F4-C898-9295-C3E433A3EF22}"/>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pic>
        <p:nvPicPr>
          <p:cNvPr id="10" name="Picture 9">
            <a:extLst>
              <a:ext uri="{FF2B5EF4-FFF2-40B4-BE49-F238E27FC236}">
                <a16:creationId xmlns:a16="http://schemas.microsoft.com/office/drawing/2014/main" id="{1D45EB7E-B60E-0A55-8AB4-0421DDF33C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05455" y="5759695"/>
            <a:ext cx="740228" cy="442870"/>
          </a:xfrm>
          <a:prstGeom prst="rect">
            <a:avLst/>
          </a:prstGeom>
        </p:spPr>
      </p:pic>
    </p:spTree>
    <p:extLst>
      <p:ext uri="{BB962C8B-B14F-4D97-AF65-F5344CB8AC3E}">
        <p14:creationId xmlns:p14="http://schemas.microsoft.com/office/powerpoint/2010/main" val="206820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2B">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46A2E1-DADB-E7FA-8523-F125A4AEE48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1" dirty="0" err="1">
              <a:solidFill>
                <a:schemeClr val="tx1"/>
              </a:solidFill>
            </a:endParaRPr>
          </a:p>
        </p:txBody>
      </p:sp>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2" name="Title 1">
            <a:extLst>
              <a:ext uri="{FF2B5EF4-FFF2-40B4-BE49-F238E27FC236}">
                <a16:creationId xmlns:a16="http://schemas.microsoft.com/office/drawing/2014/main" id="{26F28616-0D97-9CAF-203B-33E2A2B5C1D1}"/>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pic>
        <p:nvPicPr>
          <p:cNvPr id="9" name="Picture 8">
            <a:extLst>
              <a:ext uri="{FF2B5EF4-FFF2-40B4-BE49-F238E27FC236}">
                <a16:creationId xmlns:a16="http://schemas.microsoft.com/office/drawing/2014/main" id="{B6139FD2-9628-8192-7052-B005333F7B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05455" y="5759695"/>
            <a:ext cx="740228" cy="442870"/>
          </a:xfrm>
          <a:prstGeom prst="rect">
            <a:avLst/>
          </a:prstGeom>
        </p:spPr>
      </p:pic>
    </p:spTree>
    <p:extLst>
      <p:ext uri="{BB962C8B-B14F-4D97-AF65-F5344CB8AC3E}">
        <p14:creationId xmlns:p14="http://schemas.microsoft.com/office/powerpoint/2010/main" val="281899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Slide 2B">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F178C6C-A11A-B7DA-DE97-C5EF3DA242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defRPr>
            </a:lvl1pPr>
          </a:lstStyle>
          <a:p>
            <a:pPr lvl="0"/>
            <a:r>
              <a:rPr lang="en-US" dirty="0"/>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a:solidFill>
                  <a:schemeClr val="tx2"/>
                </a:solidFill>
              </a:defRPr>
            </a:lvl1pPr>
          </a:lstStyle>
          <a:p>
            <a:pPr lvl="0"/>
            <a:r>
              <a:rPr lang="en-US" dirty="0"/>
              <a:t>Speaker job title</a:t>
            </a:r>
            <a:br>
              <a:rPr lang="en-US" dirty="0"/>
            </a:br>
            <a:r>
              <a:rPr lang="en-US" dirty="0"/>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1" dirty="0" err="1">
              <a:solidFill>
                <a:schemeClr val="tx1"/>
              </a:solidFill>
            </a:endParaRP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3" name="Text Placeholder 7">
            <a:extLst>
              <a:ext uri="{FF2B5EF4-FFF2-40B4-BE49-F238E27FC236}">
                <a16:creationId xmlns:a16="http://schemas.microsoft.com/office/drawing/2014/main" id="{111574D8-2193-6E96-F970-CA48F920463D}"/>
              </a:ext>
            </a:extLst>
          </p:cNvPr>
          <p:cNvSpPr>
            <a:spLocks noGrp="1"/>
          </p:cNvSpPr>
          <p:nvPr>
            <p:ph type="body" sz="quarter" idx="13"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4" name="Title 1">
            <a:extLst>
              <a:ext uri="{FF2B5EF4-FFF2-40B4-BE49-F238E27FC236}">
                <a16:creationId xmlns:a16="http://schemas.microsoft.com/office/drawing/2014/main" id="{CF67C28C-2194-7DE3-C4ED-8EF747692F60}"/>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a:solidFill>
                  <a:schemeClr val="tx2"/>
                </a:solidFill>
              </a:defRPr>
            </a:lvl1pPr>
          </a:lstStyle>
          <a:p>
            <a:r>
              <a:rPr lang="en-US" dirty="0"/>
              <a:t>Enter title</a:t>
            </a:r>
          </a:p>
        </p:txBody>
      </p:sp>
      <p:pic>
        <p:nvPicPr>
          <p:cNvPr id="13" name="Picture 12">
            <a:extLst>
              <a:ext uri="{FF2B5EF4-FFF2-40B4-BE49-F238E27FC236}">
                <a16:creationId xmlns:a16="http://schemas.microsoft.com/office/drawing/2014/main" id="{EFD3426E-C2E7-51F1-EBF9-5831816B57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05455" y="5759695"/>
            <a:ext cx="740228" cy="442870"/>
          </a:xfrm>
          <a:prstGeom prst="rect">
            <a:avLst/>
          </a:prstGeom>
        </p:spPr>
      </p:pic>
    </p:spTree>
    <p:extLst>
      <p:ext uri="{BB962C8B-B14F-4D97-AF65-F5344CB8AC3E}">
        <p14:creationId xmlns:p14="http://schemas.microsoft.com/office/powerpoint/2010/main" val="210946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8361C3B-4A14-5F26-5768-6B75326001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a:xfrm>
            <a:off x="525376" y="914401"/>
            <a:ext cx="10972800" cy="590931"/>
          </a:xfrm>
          <a:prstGeom prst="rect">
            <a:avLst/>
          </a:prstGeom>
        </p:spPr>
        <p:txBody>
          <a:bodyPr/>
          <a:lstStyle>
            <a:lvl1pPr>
              <a:defRPr sz="3600" b="0"/>
            </a:lvl1pPr>
          </a:lstStyle>
          <a:p>
            <a:r>
              <a:rPr lang="en-US" dirty="0"/>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4495800"/>
          </a:xfrm>
        </p:spPr>
        <p:txBody>
          <a:bodyPr/>
          <a:lstStyle>
            <a:lvl1pPr marL="0" indent="0">
              <a:spcAft>
                <a:spcPts val="3000"/>
              </a:spcAft>
              <a:buNone/>
              <a:defRPr sz="2400"/>
            </a:lvl1pPr>
            <a:lvl2pPr marL="0" indent="0">
              <a:spcAft>
                <a:spcPts val="3000"/>
              </a:spcAft>
              <a:buNone/>
              <a:defRPr sz="2400"/>
            </a:lvl2pPr>
            <a:lvl3pPr marL="0" indent="0">
              <a:spcAft>
                <a:spcPts val="3000"/>
              </a:spcAft>
              <a:buNone/>
              <a:defRPr sz="2400"/>
            </a:lvl3pPr>
            <a:lvl4pPr marL="0" indent="0">
              <a:spcAft>
                <a:spcPts val="3000"/>
              </a:spcAft>
              <a:buNone/>
              <a:defRPr sz="2400"/>
            </a:lvl4pPr>
            <a:lvl5pPr marL="0" indent="0">
              <a:spcAft>
                <a:spcPts val="3000"/>
              </a:spcAft>
              <a:buNone/>
              <a:defRPr sz="2400"/>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p>
            <a:fld id="{06736434-7E81-994B-854B-1BF33F160A0D}" type="datetime1">
              <a:rPr lang="en-US" smtClean="0"/>
              <a:t>9/12/25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29358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E4742-39F0-4C44-00E8-B91F451C1F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4495800"/>
          </a:xfrm>
        </p:spPr>
        <p:txBody>
          <a:bodyPr/>
          <a:lstStyle>
            <a:lvl1pPr marL="0" indent="0">
              <a:spcAft>
                <a:spcPts val="3000"/>
              </a:spcAft>
              <a:buNone/>
              <a:defRPr sz="2400"/>
            </a:lvl1pPr>
            <a:lvl2pPr marL="0" indent="0">
              <a:spcAft>
                <a:spcPts val="3000"/>
              </a:spcAft>
              <a:buNone/>
              <a:defRPr sz="2400"/>
            </a:lvl2pPr>
            <a:lvl3pPr marL="0" indent="0">
              <a:spcAft>
                <a:spcPts val="3000"/>
              </a:spcAft>
              <a:buNone/>
              <a:defRPr sz="2400"/>
            </a:lvl3pPr>
            <a:lvl4pPr marL="0" indent="0">
              <a:spcAft>
                <a:spcPts val="3000"/>
              </a:spcAft>
              <a:buNone/>
              <a:defRPr sz="2400"/>
            </a:lvl4pPr>
            <a:lvl5pPr marL="0" indent="0">
              <a:spcAft>
                <a:spcPts val="3000"/>
              </a:spcAft>
              <a:buNone/>
              <a:defRPr sz="2400"/>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p>
            <a:fld id="{06736434-7E81-994B-854B-1BF33F160A0D}" type="datetime1">
              <a:rPr lang="en-US" smtClean="0"/>
              <a:t>9/12/25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E9F3380B-4C2C-4CFA-5735-2689C62E6B51}"/>
              </a:ext>
            </a:extLst>
          </p:cNvPr>
          <p:cNvSpPr>
            <a:spLocks noGrp="1"/>
          </p:cNvSpPr>
          <p:nvPr>
            <p:ph type="title" hasCustomPrompt="1"/>
          </p:nvPr>
        </p:nvSpPr>
        <p:spPr>
          <a:xfrm>
            <a:off x="525376" y="914401"/>
            <a:ext cx="10972800" cy="590931"/>
          </a:xfrm>
          <a:prstGeom prst="rect">
            <a:avLst/>
          </a:prstGeom>
        </p:spPr>
        <p:txBody>
          <a:bodyPr/>
          <a:lstStyle>
            <a:lvl1pPr>
              <a:defRPr sz="3600" b="0"/>
            </a:lvl1pPr>
          </a:lstStyle>
          <a:p>
            <a:r>
              <a:rPr lang="en-US" dirty="0"/>
              <a:t>Agenda layout</a:t>
            </a:r>
          </a:p>
        </p:txBody>
      </p:sp>
    </p:spTree>
    <p:extLst>
      <p:ext uri="{BB962C8B-B14F-4D97-AF65-F5344CB8AC3E}">
        <p14:creationId xmlns:p14="http://schemas.microsoft.com/office/powerpoint/2010/main" val="198130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genda Slid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932EFD-B8A1-B84B-48C9-1BE2EB4AF0A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4495800"/>
          </a:xfrm>
        </p:spPr>
        <p:txBody>
          <a:bodyPr/>
          <a:lstStyle>
            <a:lvl1pPr marL="0" indent="0">
              <a:spcAft>
                <a:spcPts val="3000"/>
              </a:spcAft>
              <a:buNone/>
              <a:defRPr sz="2400"/>
            </a:lvl1pPr>
            <a:lvl2pPr marL="0" indent="0">
              <a:spcAft>
                <a:spcPts val="3000"/>
              </a:spcAft>
              <a:buNone/>
              <a:defRPr sz="2400"/>
            </a:lvl2pPr>
            <a:lvl3pPr marL="0" indent="0">
              <a:spcAft>
                <a:spcPts val="3000"/>
              </a:spcAft>
              <a:buNone/>
              <a:defRPr sz="2400"/>
            </a:lvl3pPr>
            <a:lvl4pPr marL="0" indent="0">
              <a:spcAft>
                <a:spcPts val="3000"/>
              </a:spcAft>
              <a:buNone/>
              <a:defRPr sz="2400"/>
            </a:lvl4pPr>
            <a:lvl5pPr marL="0" indent="0">
              <a:spcAft>
                <a:spcPts val="3000"/>
              </a:spcAft>
              <a:buNone/>
              <a:defRPr sz="2400"/>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p>
            <a:fld id="{06736434-7E81-994B-854B-1BF33F160A0D}" type="datetime1">
              <a:rPr lang="en-US" smtClean="0"/>
              <a:t>9/12/25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ADD7451C-3F29-6F6D-F332-22252720A08E}"/>
              </a:ext>
            </a:extLst>
          </p:cNvPr>
          <p:cNvSpPr>
            <a:spLocks noGrp="1"/>
          </p:cNvSpPr>
          <p:nvPr>
            <p:ph type="title" hasCustomPrompt="1"/>
          </p:nvPr>
        </p:nvSpPr>
        <p:spPr>
          <a:xfrm>
            <a:off x="525376" y="914401"/>
            <a:ext cx="10972800" cy="590931"/>
          </a:xfrm>
          <a:prstGeom prst="rect">
            <a:avLst/>
          </a:prstGeom>
        </p:spPr>
        <p:txBody>
          <a:bodyPr/>
          <a:lstStyle>
            <a:lvl1pPr>
              <a:defRPr sz="3600" b="0"/>
            </a:lvl1pPr>
          </a:lstStyle>
          <a:p>
            <a:r>
              <a:rPr lang="en-US" dirty="0"/>
              <a:t>Agenda layout</a:t>
            </a:r>
          </a:p>
        </p:txBody>
      </p:sp>
    </p:spTree>
    <p:extLst>
      <p:ext uri="{BB962C8B-B14F-4D97-AF65-F5344CB8AC3E}">
        <p14:creationId xmlns:p14="http://schemas.microsoft.com/office/powerpoint/2010/main" val="3317383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p>
            <a:fld id="{9600D62F-E191-C046-B6EA-E79BE99AA24A}" type="datetime1">
              <a:rPr lang="en-US" smtClean="0"/>
              <a:t>9/5/25</a:t>
            </a:fld>
            <a:endParaRPr lang="en-US"/>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02146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Gradient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8A1DB3-21D8-7727-05ED-700D044617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a:solidFill>
                  <a:schemeClr val="tx2"/>
                </a:solidFill>
              </a:defRPr>
            </a:lvl1pPr>
          </a:lstStyle>
          <a:p>
            <a:r>
              <a:rPr lang="en-US" dirty="0"/>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p>
            <a:fld id="{393093C1-DE68-B74B-A980-4E3BCEBC269D}" type="datetime1">
              <a:rPr lang="en-US" smtClean="0"/>
              <a:t>9/12/25</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2"/>
                </a:solidFill>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sp>
        <p:nvSpPr>
          <p:cNvPr id="5" name="TextBox 4">
            <a:extLst>
              <a:ext uri="{FF2B5EF4-FFF2-40B4-BE49-F238E27FC236}">
                <a16:creationId xmlns:a16="http://schemas.microsoft.com/office/drawing/2014/main" id="{DDDBE47E-DAA2-53AD-A19F-7E10713DCC3B}"/>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1465233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Gradi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B5C98E-29D0-7549-A4E6-151AFAD547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a:solidFill>
                  <a:schemeClr val="tx2"/>
                </a:solidFill>
              </a:defRPr>
            </a:lvl1pPr>
          </a:lstStyle>
          <a:p>
            <a:r>
              <a:rPr lang="en-US" dirty="0"/>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p>
            <a:fld id="{393093C1-DE68-B74B-A980-4E3BCEBC269D}" type="datetime1">
              <a:rPr lang="en-US" smtClean="0"/>
              <a:t>9/12/25</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2"/>
                </a:solidFill>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sp>
        <p:nvSpPr>
          <p:cNvPr id="5" name="TextBox 4">
            <a:extLst>
              <a:ext uri="{FF2B5EF4-FFF2-40B4-BE49-F238E27FC236}">
                <a16:creationId xmlns:a16="http://schemas.microsoft.com/office/drawing/2014/main" id="{12237F78-6104-4004-2FA4-4DC0815B72C9}"/>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58284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Gradient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242795-04B8-8DCD-975B-E72373E3A3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a:solidFill>
                  <a:schemeClr val="tx2"/>
                </a:solidFill>
              </a:defRPr>
            </a:lvl1pPr>
          </a:lstStyle>
          <a:p>
            <a:r>
              <a:rPr lang="en-US" dirty="0"/>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p>
            <a:fld id="{393093C1-DE68-B74B-A980-4E3BCEBC269D}" type="datetime1">
              <a:rPr lang="en-US" smtClean="0"/>
              <a:t>9/12/25</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a:solidFill>
                  <a:schemeClr val="tx2"/>
                </a:solidFill>
              </a:defRPr>
            </a:lvl1pPr>
          </a:lstStyle>
          <a:p>
            <a:fld id="{EB4B8DE2-A4E8-46E4-8BBF-D75455EFF32C}" type="slidenum">
              <a:rPr lang="en-US" smtClean="0"/>
              <a:pPr/>
              <a:t>‹#›</a:t>
            </a:fld>
            <a:endParaRPr lang="en-US" dirty="0"/>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sp>
        <p:nvSpPr>
          <p:cNvPr id="5" name="TextBox 4">
            <a:extLst>
              <a:ext uri="{FF2B5EF4-FFF2-40B4-BE49-F238E27FC236}">
                <a16:creationId xmlns:a16="http://schemas.microsoft.com/office/drawing/2014/main" id="{B9D7D0A3-F064-9569-A6C6-9EFB587B0B1C}"/>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4165905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609600" y="1455968"/>
            <a:ext cx="10972800" cy="341632"/>
          </a:xfrm>
        </p:spPr>
        <p:txBody>
          <a:bodyPr/>
          <a:lstStyle>
            <a:lvl1pPr marL="0" indent="0">
              <a:buNone/>
              <a:defRPr sz="1800" b="0" i="0" cap="none" spc="0" baseline="0"/>
            </a:lvl1pPr>
          </a:lstStyle>
          <a:p>
            <a:pPr lvl="0"/>
            <a:r>
              <a:rPr lang="en-US" dirty="0"/>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p>
            <a:fld id="{31D3B374-854B-EF47-9B56-0018B9F83111}" type="datetime1">
              <a:rPr lang="en-US" smtClean="0"/>
              <a:t>9/5/25</a:t>
            </a:fld>
            <a:endParaRPr lang="en-US"/>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p>
            <a:endParaRPr lang="en-US"/>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92250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p>
            <a:fld id="{238B2222-37A4-5449-B1D9-9B13ADA59E84}" type="datetime1">
              <a:rPr lang="en-US" smtClean="0"/>
              <a:t>9/12/25</a:t>
            </a:fld>
            <a:endParaRPr lang="en-US"/>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32298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marL="0" indent="0">
              <a:spcAft>
                <a:spcPts val="1800"/>
              </a:spcAft>
              <a:buNone/>
              <a:defRPr/>
            </a:lvl1pPr>
            <a:lvl2pPr marL="285750" indent="0">
              <a:spcAft>
                <a:spcPts val="1800"/>
              </a:spcAft>
              <a:buNone/>
              <a:defRPr/>
            </a:lvl2pPr>
            <a:lvl3pPr marL="628650" indent="0">
              <a:spcAft>
                <a:spcPts val="1800"/>
              </a:spcAft>
              <a:buNone/>
              <a:defRPr/>
            </a:lvl3pPr>
            <a:lvl4pPr marL="914400" indent="0">
              <a:spcAft>
                <a:spcPts val="1800"/>
              </a:spcAft>
              <a:buNone/>
              <a:defRPr/>
            </a:lvl4pPr>
            <a:lvl5pPr marL="1143000" indent="0">
              <a:spcAft>
                <a:spcPts val="180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p>
            <a:fld id="{B9026E32-37D5-A446-8A01-9B6BBEB5E690}" type="datetime1">
              <a:rPr lang="en-US" smtClean="0"/>
              <a:t>9/5/25</a:t>
            </a:fld>
            <a:endParaRPr lang="en-US"/>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510861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a:defRPr/>
            </a:lvl1pPr>
            <a:lvl5pPr>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4" name="Date Placeholder 3">
            <a:extLst>
              <a:ext uri="{FF2B5EF4-FFF2-40B4-BE49-F238E27FC236}">
                <a16:creationId xmlns:a16="http://schemas.microsoft.com/office/drawing/2014/main" id="{5428ABEB-87DF-4979-B8D5-38D09C158222}"/>
              </a:ext>
            </a:extLst>
          </p:cNvPr>
          <p:cNvSpPr>
            <a:spLocks noGrp="1"/>
          </p:cNvSpPr>
          <p:nvPr>
            <p:ph type="dt" sz="half" idx="10"/>
          </p:nvPr>
        </p:nvSpPr>
        <p:spPr/>
        <p:txBody>
          <a:bodyPr/>
          <a:lstStyle/>
          <a:p>
            <a:fld id="{F68F78D1-9721-044C-B65C-A6FC97994CEC}" type="datetime1">
              <a:rPr lang="en-US" smtClean="0"/>
              <a:t>9/12/25</a:t>
            </a:fld>
            <a:endParaRPr lang="en-US"/>
          </a:p>
        </p:txBody>
      </p:sp>
      <p:sp>
        <p:nvSpPr>
          <p:cNvPr id="5" name="Footer Placeholder 4">
            <a:extLst>
              <a:ext uri="{FF2B5EF4-FFF2-40B4-BE49-F238E27FC236}">
                <a16:creationId xmlns:a16="http://schemas.microsoft.com/office/drawing/2014/main" id="{B67DE3A9-1F3C-45F4-9F53-543C4B62D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57881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Title, subtitle,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33600"/>
            <a:ext cx="10972800" cy="4076700"/>
          </a:xfrm>
        </p:spPr>
        <p:txBody>
          <a:bodyPr/>
          <a:lstStyle>
            <a:lvl1pPr marL="0" indent="0">
              <a:spcAft>
                <a:spcPts val="1800"/>
              </a:spcAft>
              <a:buNone/>
              <a:defRPr/>
            </a:lvl1pPr>
            <a:lvl2pPr marL="285750" indent="0">
              <a:spcAft>
                <a:spcPts val="1800"/>
              </a:spcAft>
              <a:buNone/>
              <a:defRPr/>
            </a:lvl2pPr>
            <a:lvl3pPr marL="628650" indent="0">
              <a:spcAft>
                <a:spcPts val="1800"/>
              </a:spcAft>
              <a:buNone/>
              <a:defRPr/>
            </a:lvl3pPr>
            <a:lvl4pPr marL="914400" indent="0">
              <a:spcAft>
                <a:spcPts val="1800"/>
              </a:spcAft>
              <a:buNone/>
              <a:defRPr/>
            </a:lvl4pPr>
            <a:lvl5pPr marL="1143000" indent="0">
              <a:spcAft>
                <a:spcPts val="1800"/>
              </a:spcAft>
              <a:buNone/>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609600" y="1455968"/>
            <a:ext cx="10972800" cy="341632"/>
          </a:xfr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Enter subtitle</a:t>
            </a:r>
          </a:p>
        </p:txBody>
      </p:sp>
      <p:sp>
        <p:nvSpPr>
          <p:cNvPr id="4" name="Date Placeholder 3">
            <a:extLst>
              <a:ext uri="{FF2B5EF4-FFF2-40B4-BE49-F238E27FC236}">
                <a16:creationId xmlns:a16="http://schemas.microsoft.com/office/drawing/2014/main" id="{876D2500-AAFD-4464-92DE-45442731C6FD}"/>
              </a:ext>
            </a:extLst>
          </p:cNvPr>
          <p:cNvSpPr>
            <a:spLocks noGrp="1"/>
          </p:cNvSpPr>
          <p:nvPr>
            <p:ph type="dt" sz="half" idx="11"/>
          </p:nvPr>
        </p:nvSpPr>
        <p:spPr/>
        <p:txBody>
          <a:bodyPr/>
          <a:lstStyle/>
          <a:p>
            <a:fld id="{C4422CFE-CB70-E144-AF43-F0FCE393742F}" type="datetime1">
              <a:rPr lang="en-US" smtClean="0"/>
              <a:t>9/12/25</a:t>
            </a:fld>
            <a:endParaRPr lang="en-US"/>
          </a:p>
        </p:txBody>
      </p:sp>
      <p:sp>
        <p:nvSpPr>
          <p:cNvPr id="6" name="Footer Placeholder 5">
            <a:extLst>
              <a:ext uri="{FF2B5EF4-FFF2-40B4-BE49-F238E27FC236}">
                <a16:creationId xmlns:a16="http://schemas.microsoft.com/office/drawing/2014/main" id="{77A7C935-E20D-482F-89A5-4255E88216F0}"/>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981057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3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Title, subtitle,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981200"/>
            <a:ext cx="10972800" cy="4229100"/>
          </a:xfrm>
        </p:spPr>
        <p:txBody>
          <a:bodyPr/>
          <a:lstStyle>
            <a:lvl1pPr>
              <a:defRPr/>
            </a:lvl1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609600" y="1457034"/>
            <a:ext cx="10972800" cy="341632"/>
          </a:xfr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Enter subtitle</a:t>
            </a:r>
          </a:p>
        </p:txBody>
      </p:sp>
      <p:sp>
        <p:nvSpPr>
          <p:cNvPr id="5" name="Date Placeholder 4">
            <a:extLst>
              <a:ext uri="{FF2B5EF4-FFF2-40B4-BE49-F238E27FC236}">
                <a16:creationId xmlns:a16="http://schemas.microsoft.com/office/drawing/2014/main" id="{91E9B8C3-36CA-4A97-B3FF-2FCDD97E1A02}"/>
              </a:ext>
            </a:extLst>
          </p:cNvPr>
          <p:cNvSpPr>
            <a:spLocks noGrp="1"/>
          </p:cNvSpPr>
          <p:nvPr>
            <p:ph type="dt" sz="half" idx="11"/>
          </p:nvPr>
        </p:nvSpPr>
        <p:spPr/>
        <p:txBody>
          <a:bodyPr/>
          <a:lstStyle/>
          <a:p>
            <a:fld id="{F4FC2D43-256D-6645-BCF9-A844B8D70195}" type="datetime1">
              <a:rPr lang="en-US" smtClean="0"/>
              <a:t>9/12/25</a:t>
            </a:fld>
            <a:endParaRPr lang="en-US"/>
          </a:p>
        </p:txBody>
      </p:sp>
      <p:sp>
        <p:nvSpPr>
          <p:cNvPr id="6" name="Footer Placeholder 5">
            <a:extLst>
              <a:ext uri="{FF2B5EF4-FFF2-40B4-BE49-F238E27FC236}">
                <a16:creationId xmlns:a16="http://schemas.microsoft.com/office/drawing/2014/main" id="{9AEEE534-0361-47D3-8F92-2D7522A226D4}"/>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17017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2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03484E-63E1-C65B-B9E9-64BEBDE8D8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noAutofit/>
          </a:bodyPr>
          <a:lstStyle>
            <a:lvl1pPr>
              <a:defRPr sz="3200" b="0">
                <a:solidFill>
                  <a:schemeClr val="bg1"/>
                </a:solidFill>
              </a:defRPr>
            </a:lvl1pPr>
          </a:lstStyle>
          <a:p>
            <a:r>
              <a:rPr lang="en-US" dirty="0"/>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1540935"/>
          </a:xfrm>
        </p:spPr>
        <p:txBody>
          <a:bodyPr/>
          <a:lstStyle>
            <a:lvl1pPr marL="0" indent="0">
              <a:spcAft>
                <a:spcPts val="1800"/>
              </a:spcAft>
              <a:buNone/>
              <a:defRPr sz="2400">
                <a:solidFill>
                  <a:schemeClr val="bg1"/>
                </a:solidFill>
              </a:defRPr>
            </a:lvl1pPr>
            <a:lvl2pPr marL="285750" indent="0">
              <a:spcAft>
                <a:spcPts val="1800"/>
              </a:spcAft>
              <a:buNone/>
              <a:defRPr sz="2000">
                <a:solidFill>
                  <a:schemeClr val="bg1"/>
                </a:solidFill>
              </a:defRPr>
            </a:lvl2pPr>
            <a:lvl3pPr marL="628650" indent="0">
              <a:spcAft>
                <a:spcPts val="1800"/>
              </a:spcAft>
              <a:buNone/>
              <a:defRPr sz="1800">
                <a:solidFill>
                  <a:schemeClr val="bg1"/>
                </a:solidFill>
              </a:defRPr>
            </a:lvl3pPr>
            <a:lvl4pPr marL="914400" indent="0">
              <a:spcAft>
                <a:spcPts val="1800"/>
              </a:spcAft>
              <a:buNone/>
              <a:defRPr sz="1600"/>
            </a:lvl4pPr>
            <a:lvl5pPr marL="1143000" indent="0">
              <a:spcAft>
                <a:spcPts val="1800"/>
              </a:spcAft>
              <a:buNone/>
              <a:defRPr sz="1600"/>
            </a:lvl5pPr>
          </a:lstStyle>
          <a:p>
            <a:pPr lvl="0"/>
            <a:r>
              <a:rPr lang="en-US" dirty="0"/>
              <a:t>Enter text</a:t>
            </a:r>
          </a:p>
          <a:p>
            <a:pPr lvl="1"/>
            <a:r>
              <a:rPr lang="en-US" dirty="0"/>
              <a:t>Second level</a:t>
            </a:r>
          </a:p>
          <a:p>
            <a:pPr lvl="2"/>
            <a:r>
              <a:rPr lang="en-US" dirty="0"/>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p>
            <a:fld id="{08C0C526-AA41-9246-8D2F-123642CF358A}" type="datetime1">
              <a:rPr lang="en-US" smtClean="0"/>
              <a:t>9/12/25</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9" name="TextBox 8">
            <a:extLst>
              <a:ext uri="{FF2B5EF4-FFF2-40B4-BE49-F238E27FC236}">
                <a16:creationId xmlns:a16="http://schemas.microsoft.com/office/drawing/2014/main" id="{72F72762-FFD8-44A0-D0C3-72BB36D53F86}"/>
              </a:ext>
            </a:extLst>
          </p:cNvPr>
          <p:cNvSpPr txBox="1"/>
          <p:nvPr userDrawn="1"/>
        </p:nvSpPr>
        <p:spPr>
          <a:xfrm>
            <a:off x="1141084" y="6389813"/>
            <a:ext cx="3563796" cy="184666"/>
          </a:xfrm>
          <a:prstGeom prst="rect">
            <a:avLst/>
          </a:prstGeom>
          <a:noFill/>
        </p:spPr>
        <p:txBody>
          <a:bodyPr wrap="none" rtlCol="0">
            <a:spAutoFit/>
          </a:bodyPr>
          <a:lstStyle/>
          <a:p>
            <a:pPr algn="l"/>
            <a:r>
              <a:rPr lang="en-US" sz="600" dirty="0">
                <a:solidFill>
                  <a:schemeClr val="bg1"/>
                </a:solidFill>
              </a:rPr>
              <a:t>© 2024, Amazon Web Services, Inc. or its affiliates. All rights reserved. Amazon Confidential and Trademark.</a:t>
            </a:r>
          </a:p>
        </p:txBody>
      </p:sp>
    </p:spTree>
    <p:extLst>
      <p:ext uri="{BB962C8B-B14F-4D97-AF65-F5344CB8AC3E}">
        <p14:creationId xmlns:p14="http://schemas.microsoft.com/office/powerpoint/2010/main" val="5928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itle, Content, and Im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76996DA-5BE5-07A1-3E6B-5009A6B7A2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noAutofit/>
          </a:bodyPr>
          <a:lstStyle>
            <a:lvl1pPr>
              <a:defRPr sz="3200" b="0"/>
            </a:lvl1pPr>
          </a:lstStyle>
          <a:p>
            <a:r>
              <a:rPr lang="en-US" dirty="0"/>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4038599"/>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a:t>
            </a:r>
          </a:p>
          <a:p>
            <a:pPr lvl="1"/>
            <a:r>
              <a:rPr lang="en-US" dirty="0"/>
              <a:t>Second level</a:t>
            </a:r>
          </a:p>
          <a:p>
            <a:pPr lvl="2"/>
            <a:r>
              <a:rPr lang="en-US" dirty="0"/>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p>
            <a:fld id="{08C0C526-AA41-9246-8D2F-123642CF358A}" type="datetime1">
              <a:rPr lang="en-US" smtClean="0"/>
              <a:t>9/12/25</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6E4A259B-C4CE-849A-F79A-9E5DAF81688F}"/>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8" name="Picture 7">
            <a:extLst>
              <a:ext uri="{FF2B5EF4-FFF2-40B4-BE49-F238E27FC236}">
                <a16:creationId xmlns:a16="http://schemas.microsoft.com/office/drawing/2014/main" id="{01BD7AE4-AC04-819B-6BE0-5525488F82E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55933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3A03B37-6F96-EEE5-6D3D-8FE6A854A47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171701"/>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2171701"/>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p>
            <a:fld id="{C6CBC29B-2875-A847-90DD-93F5B9D216F5}" type="datetime1">
              <a:rPr lang="en-US" smtClean="0"/>
              <a:t>9/12/25</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977037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44958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44958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p>
            <a:fld id="{C6CBC29B-2875-A847-90DD-93F5B9D216F5}" type="datetime1">
              <a:rPr lang="en-US" smtClean="0"/>
              <a:t>9/12/25</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08247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200" b="0"/>
            </a:lvl1pPr>
          </a:lstStyle>
          <a:p>
            <a:r>
              <a:rPr lang="en-US" dirty="0"/>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5248656"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5248656"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6334125" y="1743647"/>
            <a:ext cx="5248656"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6334125" y="2141554"/>
            <a:ext cx="5248656"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7" name="Date Placeholder 6">
            <a:extLst>
              <a:ext uri="{FF2B5EF4-FFF2-40B4-BE49-F238E27FC236}">
                <a16:creationId xmlns:a16="http://schemas.microsoft.com/office/drawing/2014/main" id="{996D1DC3-FE4E-4BC2-8CA3-4ED12B138031}"/>
              </a:ext>
            </a:extLst>
          </p:cNvPr>
          <p:cNvSpPr>
            <a:spLocks noGrp="1"/>
          </p:cNvSpPr>
          <p:nvPr>
            <p:ph type="dt" sz="half" idx="10"/>
          </p:nvPr>
        </p:nvSpPr>
        <p:spPr/>
        <p:txBody>
          <a:bodyPr/>
          <a:lstStyle/>
          <a:p>
            <a:fld id="{D467C09E-9944-944E-A974-7D6AA4E02B83}" type="datetime1">
              <a:rPr lang="en-US" smtClean="0"/>
              <a:t>9/12/25</a:t>
            </a:fld>
            <a:endParaRPr lang="en-US"/>
          </a:p>
        </p:txBody>
      </p:sp>
      <p:sp>
        <p:nvSpPr>
          <p:cNvPr id="8" name="Footer Placeholder 7">
            <a:extLst>
              <a:ext uri="{FF2B5EF4-FFF2-40B4-BE49-F238E27FC236}">
                <a16:creationId xmlns:a16="http://schemas.microsoft.com/office/drawing/2014/main" id="{E24AE993-84F9-4B17-BB98-5AAAFAF3EA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421641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200" b="0"/>
            </a:lvl1pPr>
          </a:lstStyle>
          <a:p>
            <a:r>
              <a:rPr lang="en-US" dirty="0"/>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3483864"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74364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2141554"/>
            <a:ext cx="3483864"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74364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2141554"/>
            <a:ext cx="3483864"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p>
            <a:fld id="{6F02E835-1245-C748-8E9F-651FE6B45587}" type="datetime1">
              <a:rPr lang="en-US" smtClean="0"/>
              <a:t>9/12/25</a:t>
            </a:fld>
            <a:endParaRPr lang="en-US"/>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p>
            <a:endParaRPr lang="en-US"/>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83424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200" b="0"/>
            </a:lvl1pPr>
          </a:lstStyle>
          <a:p>
            <a:r>
              <a:rPr lang="en-US" dirty="0"/>
              <a:t>Three-column layout with subheadings and images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328669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3656030"/>
            <a:ext cx="3483864" cy="2554270"/>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328669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3656030"/>
            <a:ext cx="3483864" cy="2554270"/>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3286697"/>
            <a:ext cx="3483864"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3656030"/>
            <a:ext cx="3483864" cy="2554270"/>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Date Placeholder 8">
            <a:extLst>
              <a:ext uri="{FF2B5EF4-FFF2-40B4-BE49-F238E27FC236}">
                <a16:creationId xmlns:a16="http://schemas.microsoft.com/office/drawing/2014/main" id="{FFCFB8E8-C9F0-4143-9378-EA7F6C76665B}"/>
              </a:ext>
            </a:extLst>
          </p:cNvPr>
          <p:cNvSpPr>
            <a:spLocks noGrp="1"/>
          </p:cNvSpPr>
          <p:nvPr>
            <p:ph type="dt" sz="half" idx="12"/>
          </p:nvPr>
        </p:nvSpPr>
        <p:spPr/>
        <p:txBody>
          <a:bodyPr/>
          <a:lstStyle/>
          <a:p>
            <a:fld id="{F96E8718-D810-5D42-BBA7-DBDBA7B074E9}" type="datetime1">
              <a:rPr lang="en-US" smtClean="0"/>
              <a:t>9/12/25</a:t>
            </a:fld>
            <a:endParaRPr lang="en-US"/>
          </a:p>
        </p:txBody>
      </p:sp>
      <p:sp>
        <p:nvSpPr>
          <p:cNvPr id="10" name="Footer Placeholder 9">
            <a:extLst>
              <a:ext uri="{FF2B5EF4-FFF2-40B4-BE49-F238E27FC236}">
                <a16:creationId xmlns:a16="http://schemas.microsoft.com/office/drawing/2014/main" id="{D7D1B458-DF75-45ED-B8CC-69A72676AB03}"/>
              </a:ext>
            </a:extLst>
          </p:cNvPr>
          <p:cNvSpPr>
            <a:spLocks noGrp="1"/>
          </p:cNvSpPr>
          <p:nvPr>
            <p:ph type="ftr" sz="quarter" idx="13"/>
          </p:nvPr>
        </p:nvSpPr>
        <p:spPr/>
        <p:txBody>
          <a:bodyPr/>
          <a:lstStyle/>
          <a:p>
            <a:endParaRPr lang="en-US"/>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p>
            <a:fld id="{EB4B8DE2-A4E8-46E4-8BBF-D75455EFF32C}" type="slidenum">
              <a:rPr lang="en-US" smtClean="0"/>
              <a:pPr/>
              <a:t>‹#›</a:t>
            </a:fld>
            <a:endParaRPr lang="en-US"/>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500631" y="1553369"/>
            <a:ext cx="1701800" cy="1481931"/>
          </a:xfrm>
        </p:spPr>
        <p:txBody>
          <a:bodyPr>
            <a:noAutofit/>
          </a:bodyPr>
          <a:lstStyle>
            <a:lvl1pPr marL="0" indent="0">
              <a:buNone/>
              <a:defRPr sz="1800"/>
            </a:lvl1pPr>
          </a:lstStyle>
          <a:p>
            <a:r>
              <a:rPr lang="en-US" dirty="0"/>
              <a:t>Click icon to add image</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5245099" y="1553369"/>
            <a:ext cx="1701800" cy="1481931"/>
          </a:xfrm>
        </p:spPr>
        <p:txBody>
          <a:bodyPr>
            <a:noAutofit/>
          </a:bodyPr>
          <a:lstStyle>
            <a:lvl1pPr marL="0" indent="0">
              <a:buNone/>
              <a:defRPr sz="1800"/>
            </a:lvl1pPr>
          </a:lstStyle>
          <a:p>
            <a:r>
              <a:rPr lang="en-US" dirty="0"/>
              <a:t>Click icon to add image</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8989568" y="1553369"/>
            <a:ext cx="1701800" cy="1481931"/>
          </a:xfrm>
        </p:spPr>
        <p:txBody>
          <a:bodyPr>
            <a:noAutofit/>
          </a:bodyPr>
          <a:lstStyle>
            <a:lvl1pPr marL="0" indent="0">
              <a:buNone/>
              <a:defRPr sz="1800"/>
            </a:lvl1pPr>
          </a:lstStyle>
          <a:p>
            <a:r>
              <a:rPr lang="en-US" dirty="0"/>
              <a:t>Click icon to add image</a:t>
            </a:r>
          </a:p>
        </p:txBody>
      </p:sp>
    </p:spTree>
    <p:extLst>
      <p:ext uri="{BB962C8B-B14F-4D97-AF65-F5344CB8AC3E}">
        <p14:creationId xmlns:p14="http://schemas.microsoft.com/office/powerpoint/2010/main" val="306045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200" b="0"/>
            </a:lvl1pPr>
          </a:lstStyle>
          <a:p>
            <a:r>
              <a:rPr lang="en-US" dirty="0"/>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2377440"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743647"/>
            <a:ext cx="2377440"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743647"/>
            <a:ext cx="2377440"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743647"/>
            <a:ext cx="2377440" cy="369332"/>
          </a:xfrm>
        </p:spPr>
        <p:txBody>
          <a:bodyPr anchor="t"/>
          <a:lstStyle>
            <a:lvl1pPr marL="0" indent="0">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2141554"/>
            <a:ext cx="2377440" cy="4068746"/>
          </a:xfrm>
        </p:spPr>
        <p:txBody>
          <a:bodyPr/>
          <a:lstStyle>
            <a:lvl1pPr marL="0" indent="0">
              <a:buNone/>
              <a:defRPr sz="1800"/>
            </a:lvl1pPr>
            <a:lvl2pPr marL="285750" indent="0">
              <a:buNone/>
              <a:defRPr sz="1600"/>
            </a:lvl2pPr>
            <a:lvl3pPr marL="628650" indent="0">
              <a:buNone/>
              <a:defRPr sz="1400"/>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p>
            <a:fld id="{2B958DF5-F549-8B46-95E0-C2CB36033BB5}" type="datetime1">
              <a:rPr lang="en-US" smtClean="0"/>
              <a:t>9/12/25</a:t>
            </a:fld>
            <a:endParaRPr lang="en-US"/>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p>
            <a:endParaRPr lang="en-US"/>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434433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539262" y="917577"/>
            <a:ext cx="10972800" cy="535531"/>
          </a:xfrm>
          <a:prstGeom prst="rect">
            <a:avLst/>
          </a:prstGeom>
        </p:spPr>
        <p:txBody>
          <a:bodyPr anchor="t" anchorCtr="0"/>
          <a:lstStyle>
            <a:lvl1pPr>
              <a:defRPr sz="3200" b="0"/>
            </a:lvl1pPr>
          </a:lstStyle>
          <a:p>
            <a:r>
              <a:rPr lang="en-US" dirty="0"/>
              <a:t>Picture with caption layout</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6210300" y="1714501"/>
            <a:ext cx="5372100" cy="4495798"/>
          </a:xfrm>
        </p:spPr>
        <p:txBody>
          <a:bodyPr>
            <a:no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609598" y="1714501"/>
            <a:ext cx="5372101" cy="449579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
        <p:nvSpPr>
          <p:cNvPr id="5" name="Date Placeholder 4">
            <a:extLst>
              <a:ext uri="{FF2B5EF4-FFF2-40B4-BE49-F238E27FC236}">
                <a16:creationId xmlns:a16="http://schemas.microsoft.com/office/drawing/2014/main" id="{9CAB3B1C-D783-464F-B951-6F802A18E624}"/>
              </a:ext>
            </a:extLst>
          </p:cNvPr>
          <p:cNvSpPr>
            <a:spLocks noGrp="1"/>
          </p:cNvSpPr>
          <p:nvPr>
            <p:ph type="dt" sz="half" idx="10"/>
          </p:nvPr>
        </p:nvSpPr>
        <p:spPr/>
        <p:txBody>
          <a:bodyPr/>
          <a:lstStyle/>
          <a:p>
            <a:fld id="{96301397-8FE7-FB4B-82EE-58C288712F6D}" type="datetime1">
              <a:rPr lang="en-US" smtClean="0"/>
              <a:t>9/12/25</a:t>
            </a:fld>
            <a:endParaRPr lang="en-US"/>
          </a:p>
        </p:txBody>
      </p:sp>
      <p:sp>
        <p:nvSpPr>
          <p:cNvPr id="6" name="Footer Placeholder 5">
            <a:extLst>
              <a:ext uri="{FF2B5EF4-FFF2-40B4-BE49-F238E27FC236}">
                <a16:creationId xmlns:a16="http://schemas.microsoft.com/office/drawing/2014/main" id="{ECB0C078-A6D5-4C61-A732-EC72F4B2E5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78474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12192000" cy="6857998"/>
          </a:xfrm>
          <a:solidFill>
            <a:schemeClr val="bg2"/>
          </a:solidFill>
        </p:spPr>
        <p:txBody>
          <a:bodyPr anchor="ctr">
            <a:noAutofit/>
          </a:bodyP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1256977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Customer logo wall layout</a:t>
            </a:r>
          </a:p>
        </p:txBody>
      </p:sp>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p>
            <a:fld id="{C3A8789C-A0D1-A74F-A15D-501FE221905E}" type="datetime1">
              <a:rPr lang="en-US" smtClean="0"/>
              <a:t>9/12/25</a:t>
            </a:fld>
            <a:endParaRPr lang="en-US"/>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fld id="{EB4B8DE2-A4E8-46E4-8BBF-D75455EFF32C}" type="slidenum">
              <a:rPr lang="en-US" smtClean="0"/>
              <a:pPr/>
              <a:t>‹#›</a:t>
            </a:fld>
            <a:endParaRPr lang="en-US"/>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p:spPr>
        <p:txBody>
          <a:bodyPr>
            <a:noAutofit/>
          </a:bodyPr>
          <a:lstStyle>
            <a:lvl1pPr marL="0" indent="0">
              <a:buNone/>
              <a:defRPr sz="1100">
                <a:solidFill>
                  <a:schemeClr val="tx2"/>
                </a:solidFill>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Tree>
    <p:extLst>
      <p:ext uri="{BB962C8B-B14F-4D97-AF65-F5344CB8AC3E}">
        <p14:creationId xmlns:p14="http://schemas.microsoft.com/office/powerpoint/2010/main" val="388408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Two-column with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4495800"/>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4495800"/>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3285F99-D5A6-480F-A674-A76B9194560B}"/>
              </a:ext>
            </a:extLst>
          </p:cNvPr>
          <p:cNvSpPr>
            <a:spLocks noGrp="1"/>
          </p:cNvSpPr>
          <p:nvPr>
            <p:ph type="dt" sz="half" idx="10"/>
          </p:nvPr>
        </p:nvSpPr>
        <p:spPr/>
        <p:txBody>
          <a:bodyPr/>
          <a:lstStyle/>
          <a:p>
            <a:fld id="{9C031CC3-E800-D94E-ACE2-59E99B1146F6}" type="datetime1">
              <a:rPr lang="en-US" smtClean="0"/>
              <a:t>9/12/25</a:t>
            </a:fld>
            <a:endParaRPr lang="en-US"/>
          </a:p>
        </p:txBody>
      </p:sp>
      <p:sp>
        <p:nvSpPr>
          <p:cNvPr id="6" name="Footer Placeholder 5">
            <a:extLst>
              <a:ext uri="{FF2B5EF4-FFF2-40B4-BE49-F238E27FC236}">
                <a16:creationId xmlns:a16="http://schemas.microsoft.com/office/drawing/2014/main" id="{A46AC62E-3DD2-43DB-9AAA-009DDB88F8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46060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Two-column with subtitle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0"/>
            <a:ext cx="5248274" cy="40767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598"/>
            <a:ext cx="5248276" cy="4076700"/>
          </a:xfrm>
        </p:spPr>
        <p:txBody>
          <a:bodyPr/>
          <a:lstStyle>
            <a:lvl1pPr marL="0" indent="0">
              <a:spcAft>
                <a:spcPts val="1800"/>
              </a:spcAft>
              <a:buNone/>
              <a:defRPr sz="2400"/>
            </a:lvl1pPr>
            <a:lvl2pPr marL="285750" indent="0">
              <a:spcAft>
                <a:spcPts val="1800"/>
              </a:spcAft>
              <a:buNone/>
              <a:defRPr sz="2000"/>
            </a:lvl2pPr>
            <a:lvl3pPr marL="628650" indent="0">
              <a:spcAft>
                <a:spcPts val="1800"/>
              </a:spcAft>
              <a:buNone/>
              <a:defRPr sz="1800"/>
            </a:lvl3pPr>
            <a:lvl4pPr marL="914400" indent="0">
              <a:spcAft>
                <a:spcPts val="1800"/>
              </a:spcAft>
              <a:buNone/>
              <a:defRPr sz="1600"/>
            </a:lvl4pPr>
            <a:lvl5pPr marL="1143000" indent="0">
              <a:spcAft>
                <a:spcPts val="1800"/>
              </a:spcAft>
              <a:buNone/>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Enter subtitle</a:t>
            </a:r>
          </a:p>
        </p:txBody>
      </p:sp>
      <p:sp>
        <p:nvSpPr>
          <p:cNvPr id="6" name="Date Placeholder 5">
            <a:extLst>
              <a:ext uri="{FF2B5EF4-FFF2-40B4-BE49-F238E27FC236}">
                <a16:creationId xmlns:a16="http://schemas.microsoft.com/office/drawing/2014/main" id="{B7882DCB-3FBB-4107-96D9-358054987DA9}"/>
              </a:ext>
            </a:extLst>
          </p:cNvPr>
          <p:cNvSpPr>
            <a:spLocks noGrp="1"/>
          </p:cNvSpPr>
          <p:nvPr>
            <p:ph type="dt" sz="half" idx="11"/>
          </p:nvPr>
        </p:nvSpPr>
        <p:spPr/>
        <p:txBody>
          <a:bodyPr/>
          <a:lstStyle/>
          <a:p>
            <a:fld id="{344B5C68-7AAF-714C-BA5C-79EE2A2BF521}" type="datetime1">
              <a:rPr lang="en-US" smtClean="0"/>
              <a:t>9/12/25</a:t>
            </a:fld>
            <a:endParaRPr lang="en-US"/>
          </a:p>
        </p:txBody>
      </p:sp>
      <p:sp>
        <p:nvSpPr>
          <p:cNvPr id="7" name="Footer Placeholder 6">
            <a:extLst>
              <a:ext uri="{FF2B5EF4-FFF2-40B4-BE49-F238E27FC236}">
                <a16:creationId xmlns:a16="http://schemas.microsoft.com/office/drawing/2014/main" id="{DE50B923-C7E4-4160-8DCE-6199F6C430EF}"/>
              </a:ext>
            </a:extLst>
          </p:cNvPr>
          <p:cNvSpPr>
            <a:spLocks noGrp="1"/>
          </p:cNvSpPr>
          <p:nvPr>
            <p:ph type="ftr" sz="quarter" idx="12"/>
          </p:nvPr>
        </p:nvSpPr>
        <p:spPr/>
        <p:txBody>
          <a:bodyPr/>
          <a:lstStyle/>
          <a:p>
            <a:endParaRPr lang="en-US"/>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149554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Two-column, subtitle,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1"/>
            <a:ext cx="5248274" cy="4076699"/>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600"/>
            <a:ext cx="5248276" cy="4076699"/>
          </a:xfrm>
        </p:spPr>
        <p:txBody>
          <a:bodyPr/>
          <a:lstStyle>
            <a:lvl1pPr>
              <a:defRPr sz="2400"/>
            </a:lvl1pPr>
            <a:lvl2pPr>
              <a:defRPr sz="2000"/>
            </a:lvl2pPr>
            <a:lvl3pPr>
              <a:defRPr sz="1800"/>
            </a:lvl3pPr>
            <a:lvl4pPr>
              <a:defRPr sz="1600"/>
            </a:lvl4pPr>
            <a:lvl5pPr>
              <a:defRPr sz="1600"/>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Enter subtitle</a:t>
            </a:r>
          </a:p>
        </p:txBody>
      </p:sp>
      <p:sp>
        <p:nvSpPr>
          <p:cNvPr id="6" name="Date Placeholder 5">
            <a:extLst>
              <a:ext uri="{FF2B5EF4-FFF2-40B4-BE49-F238E27FC236}">
                <a16:creationId xmlns:a16="http://schemas.microsoft.com/office/drawing/2014/main" id="{CFEA9DE9-1720-43CB-BEB4-4A471EA86C1F}"/>
              </a:ext>
            </a:extLst>
          </p:cNvPr>
          <p:cNvSpPr>
            <a:spLocks noGrp="1"/>
          </p:cNvSpPr>
          <p:nvPr>
            <p:ph type="dt" sz="half" idx="11"/>
          </p:nvPr>
        </p:nvSpPr>
        <p:spPr/>
        <p:txBody>
          <a:bodyPr/>
          <a:lstStyle/>
          <a:p>
            <a:fld id="{122D055C-F955-814B-8E36-6633B2B2BF72}" type="datetime1">
              <a:rPr lang="en-US" smtClean="0"/>
              <a:t>9/12/25</a:t>
            </a:fld>
            <a:endParaRPr lang="en-US"/>
          </a:p>
        </p:txBody>
      </p:sp>
      <p:sp>
        <p:nvSpPr>
          <p:cNvPr id="7" name="Footer Placeholder 6">
            <a:extLst>
              <a:ext uri="{FF2B5EF4-FFF2-40B4-BE49-F238E27FC236}">
                <a16:creationId xmlns:a16="http://schemas.microsoft.com/office/drawing/2014/main" id="{C644196F-CE34-473D-A802-821F7968F214}"/>
              </a:ext>
            </a:extLst>
          </p:cNvPr>
          <p:cNvSpPr>
            <a:spLocks noGrp="1"/>
          </p:cNvSpPr>
          <p:nvPr>
            <p:ph type="ftr" sz="quarter" idx="12"/>
          </p:nvPr>
        </p:nvSpPr>
        <p:spPr/>
        <p:txBody>
          <a:bodyPr/>
          <a:lstStyle/>
          <a:p>
            <a:endParaRPr lang="en-US"/>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449691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81763FF7-5605-71F8-6697-EB254219C7B0}"/>
              </a:ext>
            </a:extLst>
          </p:cNvPr>
          <p:cNvSpPr/>
          <p:nvPr userDrawn="1"/>
        </p:nvSpPr>
        <p:spPr>
          <a:xfrm>
            <a:off x="512957" y="501806"/>
            <a:ext cx="11240428" cy="5708494"/>
          </a:xfrm>
          <a:prstGeom prst="roundRect">
            <a:avLst>
              <a:gd name="adj" fmla="val 1532"/>
            </a:avLst>
          </a:prstGeom>
          <a:solidFill>
            <a:srgbClr val="1D262F"/>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2BEA218-CD6F-B44E-B26C-C64BF244E0F0}" type="datetime1">
              <a:rPr lang="en-US" smtClean="0"/>
              <a:t>9/5/25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a:p>
        </p:txBody>
      </p:sp>
      <p:pic>
        <p:nvPicPr>
          <p:cNvPr id="10" name="Picture 9">
            <a:extLst>
              <a:ext uri="{FF2B5EF4-FFF2-40B4-BE49-F238E27FC236}">
                <a16:creationId xmlns:a16="http://schemas.microsoft.com/office/drawing/2014/main" id="{245EECFF-8BF7-127C-4DC3-67005D06B69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245" y="1975199"/>
            <a:ext cx="317545" cy="233980"/>
          </a:xfrm>
          <a:prstGeom prst="rect">
            <a:avLst/>
          </a:prstGeom>
        </p:spPr>
      </p:pic>
    </p:spTree>
    <p:extLst>
      <p:ext uri="{BB962C8B-B14F-4D97-AF65-F5344CB8AC3E}">
        <p14:creationId xmlns:p14="http://schemas.microsoft.com/office/powerpoint/2010/main" val="1003821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464" userDrawn="1">
          <p15:clr>
            <a:srgbClr val="FBAE40"/>
          </p15:clr>
        </p15:guide>
        <p15:guide id="2" orient="horz" pos="259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Quote Gradient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5C7669-14A6-5D54-857D-1FADC64750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2BEA218-CD6F-B44E-B26C-C64BF244E0F0}" type="datetime1">
              <a:rPr lang="en-US" smtClean="0"/>
              <a:t>9/12/25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6A9F35CF-0293-AD03-12BE-0AD2771A7530}"/>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14" name="Picture 13">
            <a:extLst>
              <a:ext uri="{FF2B5EF4-FFF2-40B4-BE49-F238E27FC236}">
                <a16:creationId xmlns:a16="http://schemas.microsoft.com/office/drawing/2014/main" id="{520B9D2A-5256-0C86-DBF9-819E149FDD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pic>
        <p:nvPicPr>
          <p:cNvPr id="7" name="Picture 6">
            <a:extLst>
              <a:ext uri="{FF2B5EF4-FFF2-40B4-BE49-F238E27FC236}">
                <a16:creationId xmlns:a16="http://schemas.microsoft.com/office/drawing/2014/main" id="{65D8FB82-2C1D-68AA-0407-DEBDA725E61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5860" y="1952989"/>
            <a:ext cx="361950" cy="266700"/>
          </a:xfrm>
          <a:prstGeom prst="rect">
            <a:avLst/>
          </a:prstGeom>
        </p:spPr>
      </p:pic>
    </p:spTree>
    <p:extLst>
      <p:ext uri="{BB962C8B-B14F-4D97-AF65-F5344CB8AC3E}">
        <p14:creationId xmlns:p14="http://schemas.microsoft.com/office/powerpoint/2010/main" val="71720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Quote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F8D0445-6250-D8A7-DA99-8E3E6B1939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2BEA218-CD6F-B44E-B26C-C64BF244E0F0}" type="datetime1">
              <a:rPr lang="en-US" smtClean="0"/>
              <a:t>9/12/25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59FA2AE2-2071-6FBA-C0DF-DC91D9C45E81}"/>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14" name="Picture 13">
            <a:extLst>
              <a:ext uri="{FF2B5EF4-FFF2-40B4-BE49-F238E27FC236}">
                <a16:creationId xmlns:a16="http://schemas.microsoft.com/office/drawing/2014/main" id="{3216E5BB-D7F1-57B7-F47C-38FAC1D8C9F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pic>
        <p:nvPicPr>
          <p:cNvPr id="7" name="Picture 6">
            <a:extLst>
              <a:ext uri="{FF2B5EF4-FFF2-40B4-BE49-F238E27FC236}">
                <a16:creationId xmlns:a16="http://schemas.microsoft.com/office/drawing/2014/main" id="{CD4D445B-1667-417B-1668-E23AAF6914A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6370" y="1942479"/>
            <a:ext cx="361950" cy="266700"/>
          </a:xfrm>
          <a:prstGeom prst="rect">
            <a:avLst/>
          </a:prstGeom>
        </p:spPr>
      </p:pic>
    </p:spTree>
    <p:extLst>
      <p:ext uri="{BB962C8B-B14F-4D97-AF65-F5344CB8AC3E}">
        <p14:creationId xmlns:p14="http://schemas.microsoft.com/office/powerpoint/2010/main" val="288447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Quote Gradient 3">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B3E4E87-E0BD-16D9-98F9-BB7B231C4B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anchor="b" anchorCtr="0"/>
          <a:lstStyle>
            <a:lvl1pPr>
              <a:defRPr sz="4400" b="0"/>
            </a:lvl1pPr>
          </a:lstStyle>
          <a:p>
            <a:r>
              <a:rPr lang="en-US" dirty="0"/>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2BEA218-CD6F-B44E-B26C-C64BF244E0F0}" type="datetime1">
              <a:rPr lang="en-US" smtClean="0"/>
              <a:t>9/12/25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2F74E9CC-3075-EE68-DD01-BF810D0A2E59}"/>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16" name="Picture 15">
            <a:extLst>
              <a:ext uri="{FF2B5EF4-FFF2-40B4-BE49-F238E27FC236}">
                <a16:creationId xmlns:a16="http://schemas.microsoft.com/office/drawing/2014/main" id="{AC7AAD79-AAE6-EC0F-FBB1-3EC2FA0CE8B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pic>
        <p:nvPicPr>
          <p:cNvPr id="8" name="Picture 7">
            <a:extLst>
              <a:ext uri="{FF2B5EF4-FFF2-40B4-BE49-F238E27FC236}">
                <a16:creationId xmlns:a16="http://schemas.microsoft.com/office/drawing/2014/main" id="{E6EB15F6-A523-CAAB-4CA8-8953F8792DF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19245" y="1975199"/>
            <a:ext cx="317545" cy="233980"/>
          </a:xfrm>
          <a:prstGeom prst="rect">
            <a:avLst/>
          </a:prstGeom>
        </p:spPr>
      </p:pic>
    </p:spTree>
    <p:extLst>
      <p:ext uri="{BB962C8B-B14F-4D97-AF65-F5344CB8AC3E}">
        <p14:creationId xmlns:p14="http://schemas.microsoft.com/office/powerpoint/2010/main" val="1592245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54A48E-55BF-C7C1-29F2-A6FC948011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a:solidFill>
                  <a:schemeClr val="tx2"/>
                </a:solidFill>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504A1AE1-7907-F24D-8677-0B8F5F67234B}" type="datetime1">
              <a:rPr lang="en-US" smtClean="0"/>
              <a:t>9/12/25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tx2"/>
                </a:solidFill>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1BD8B1BE-F62C-9842-9FF0-A53695D03916}"/>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3" name="Picture 2">
            <a:extLst>
              <a:ext uri="{FF2B5EF4-FFF2-40B4-BE49-F238E27FC236}">
                <a16:creationId xmlns:a16="http://schemas.microsoft.com/office/drawing/2014/main" id="{37116990-AF13-5F3A-8ED1-EFBA643490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107184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4046E6-CE12-7F6E-8811-7DF794DE7D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a:solidFill>
                  <a:schemeClr val="tx2"/>
                </a:solidFill>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504A1AE1-7907-F24D-8677-0B8F5F67234B}" type="datetime1">
              <a:rPr lang="en-US" smtClean="0"/>
              <a:t>9/12/25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bg1"/>
                </a:solidFill>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68CECC62-1D56-92A3-418D-0EC34FDA9B78}"/>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4" name="Picture 3">
            <a:extLst>
              <a:ext uri="{FF2B5EF4-FFF2-40B4-BE49-F238E27FC236}">
                <a16:creationId xmlns:a16="http://schemas.microsoft.com/office/drawing/2014/main" id="{A79B369C-4812-6B2A-CCF0-6346B4600A5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3490127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ection Header Option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D5A327-DE22-15C5-BDAA-59E2DD0AB5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a:solidFill>
                  <a:schemeClr val="tx2"/>
                </a:solidFill>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504A1AE1-7907-F24D-8677-0B8F5F67234B}" type="datetime1">
              <a:rPr lang="en-US" smtClean="0"/>
              <a:t>9/12/25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a:solidFill>
                  <a:schemeClr val="bg1"/>
                </a:solidFill>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6F6FE5FF-6177-0943-300C-32D19148D86C}"/>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3" name="Picture 2">
            <a:extLst>
              <a:ext uri="{FF2B5EF4-FFF2-40B4-BE49-F238E27FC236}">
                <a16:creationId xmlns:a16="http://schemas.microsoft.com/office/drawing/2014/main" id="{8D45EC76-5973-D100-2A27-71BAEC1CC4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Tree>
    <p:extLst>
      <p:ext uri="{BB962C8B-B14F-4D97-AF65-F5344CB8AC3E}">
        <p14:creationId xmlns:p14="http://schemas.microsoft.com/office/powerpoint/2010/main" val="2655085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Code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449580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Type or paste plain-text code here; or click icon to add image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A09EAB3-8007-4FDC-BADB-BADCE0CE1871}"/>
              </a:ext>
            </a:extLst>
          </p:cNvPr>
          <p:cNvSpPr>
            <a:spLocks noGrp="1"/>
          </p:cNvSpPr>
          <p:nvPr>
            <p:ph type="dt" sz="half" idx="10"/>
          </p:nvPr>
        </p:nvSpPr>
        <p:spPr/>
        <p:txBody>
          <a:bodyPr/>
          <a:lstStyle/>
          <a:p>
            <a:fld id="{14000039-AC38-8C4D-BBF6-A4179217D919}" type="datetime1">
              <a:rPr lang="en-US" smtClean="0"/>
              <a:t>9/12/25</a:t>
            </a:fld>
            <a:endParaRPr lang="en-US"/>
          </a:p>
        </p:txBody>
      </p:sp>
      <p:sp>
        <p:nvSpPr>
          <p:cNvPr id="5" name="Footer Placeholder 4">
            <a:extLst>
              <a:ext uri="{FF2B5EF4-FFF2-40B4-BE49-F238E27FC236}">
                <a16:creationId xmlns:a16="http://schemas.microsoft.com/office/drawing/2014/main" id="{A5375AEC-53B6-4043-9677-30AD83B02F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74574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200" b="0"/>
            </a:lvl1pPr>
          </a:lstStyle>
          <a:p>
            <a:r>
              <a:rPr lang="en-US" dirty="0"/>
              <a:t>Two-column code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449580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4495800"/>
          </a:xfrm>
        </p:spPr>
        <p:txBody>
          <a:bodyPr/>
          <a:lstStyle>
            <a:lvl1pPr marL="0" indent="0">
              <a:spcAft>
                <a:spcPts val="600"/>
              </a:spcAft>
              <a:buNone/>
              <a:defRPr sz="1800">
                <a:latin typeface="Lucida Console" panose="020B0609040504020204" pitchFamily="49" charset="0"/>
              </a:defRPr>
            </a:lvl1pPr>
            <a:lvl2pPr marL="228600" indent="0">
              <a:spcAft>
                <a:spcPts val="600"/>
              </a:spcAft>
              <a:buNone/>
              <a:defRPr sz="1800">
                <a:latin typeface="Lucida Console" panose="020B0609040504020204" pitchFamily="49" charset="0"/>
              </a:defRPr>
            </a:lvl2pPr>
            <a:lvl3pPr marL="457200" indent="0">
              <a:spcAft>
                <a:spcPts val="600"/>
              </a:spcAft>
              <a:buNone/>
              <a:defRPr sz="1800">
                <a:latin typeface="Lucida Console" panose="020B0609040504020204" pitchFamily="49" charset="0"/>
              </a:defRPr>
            </a:lvl3pPr>
            <a:lvl4pPr marL="685800" indent="0">
              <a:spcAft>
                <a:spcPts val="600"/>
              </a:spcAft>
              <a:buNone/>
              <a:defRPr sz="1800">
                <a:latin typeface="Lucida Console" panose="020B0609040504020204" pitchFamily="49" charset="0"/>
              </a:defRPr>
            </a:lvl4pPr>
            <a:lvl5pPr marL="914400" indent="0">
              <a:spcAft>
                <a:spcPts val="600"/>
              </a:spcAft>
              <a:buNone/>
              <a:defRPr sz="1800">
                <a:latin typeface="Lucida Console" panose="020B0609040504020204" pitchFamily="49" charset="0"/>
              </a:defRPr>
            </a:lvl5pPr>
          </a:lstStyle>
          <a:p>
            <a:pPr lvl="0"/>
            <a:r>
              <a:rPr lang="en-US" dirty="0"/>
              <a:t>Enter code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D810155-AFE0-49FD-8E9F-C55D662327A4}"/>
              </a:ext>
            </a:extLst>
          </p:cNvPr>
          <p:cNvSpPr>
            <a:spLocks noGrp="1"/>
          </p:cNvSpPr>
          <p:nvPr>
            <p:ph type="dt" sz="half" idx="10"/>
          </p:nvPr>
        </p:nvSpPr>
        <p:spPr/>
        <p:txBody>
          <a:bodyPr/>
          <a:lstStyle/>
          <a:p>
            <a:fld id="{BA838F1F-E927-864D-8933-A87A9B46D340}" type="datetime1">
              <a:rPr lang="en-US" smtClean="0"/>
              <a:t>9/12/25</a:t>
            </a:fld>
            <a:endParaRPr lang="en-US"/>
          </a:p>
        </p:txBody>
      </p:sp>
      <p:sp>
        <p:nvSpPr>
          <p:cNvPr id="6" name="Footer Placeholder 5">
            <a:extLst>
              <a:ext uri="{FF2B5EF4-FFF2-40B4-BE49-F238E27FC236}">
                <a16:creationId xmlns:a16="http://schemas.microsoft.com/office/drawing/2014/main" id="{C99A757A-A572-48F6-B0E7-EBDAFBA598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496192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653256" y="3226552"/>
            <a:ext cx="6823869" cy="750238"/>
          </a:xfrm>
          <a:prstGeom prst="rect">
            <a:avLst/>
          </a:prstGeom>
        </p:spPr>
        <p:txBody>
          <a:bodyPr/>
          <a:lstStyle>
            <a:lvl1pPr>
              <a:defRPr sz="2800" b="1">
                <a:latin typeface="+mn-lt"/>
              </a:defRPr>
            </a:lvl1pPr>
          </a:lstStyle>
          <a:p>
            <a:r>
              <a:rPr lang="en-US" dirty="0"/>
              <a:t>Enter subtitle</a:t>
            </a:r>
          </a:p>
        </p:txBody>
      </p:sp>
      <p:sp>
        <p:nvSpPr>
          <p:cNvPr id="3" name="Date Placeholder 2">
            <a:extLst>
              <a:ext uri="{FF2B5EF4-FFF2-40B4-BE49-F238E27FC236}">
                <a16:creationId xmlns:a16="http://schemas.microsoft.com/office/drawing/2014/main" id="{35841FE7-5B7D-4299-B262-F8E574B50BA0}"/>
              </a:ext>
            </a:extLst>
          </p:cNvPr>
          <p:cNvSpPr>
            <a:spLocks noGrp="1"/>
          </p:cNvSpPr>
          <p:nvPr>
            <p:ph type="dt" sz="half" idx="10"/>
          </p:nvPr>
        </p:nvSpPr>
        <p:spPr/>
        <p:txBody>
          <a:bodyPr/>
          <a:lstStyle/>
          <a:p>
            <a:fld id="{F5CD9E88-8D52-D44B-9301-05276D5B5248}" type="datetime1">
              <a:rPr lang="en-US" smtClean="0"/>
              <a:t>9/12/25</a:t>
            </a:fld>
            <a:endParaRPr lang="en-US"/>
          </a:p>
        </p:txBody>
      </p:sp>
      <p:sp>
        <p:nvSpPr>
          <p:cNvPr id="4" name="Footer Placeholder 3">
            <a:extLst>
              <a:ext uri="{FF2B5EF4-FFF2-40B4-BE49-F238E27FC236}">
                <a16:creationId xmlns:a16="http://schemas.microsoft.com/office/drawing/2014/main" id="{728617C0-A817-49E3-9857-07752AB401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p>
            <a:fld id="{EB4B8DE2-A4E8-46E4-8BBF-D75455EFF32C}" type="slidenum">
              <a:rPr lang="en-US" smtClean="0"/>
              <a:pPr/>
              <a:t>‹#›</a:t>
            </a:fld>
            <a:endParaRPr lang="en-US"/>
          </a:p>
        </p:txBody>
      </p:sp>
      <p:sp>
        <p:nvSpPr>
          <p:cNvPr id="6" name="TextBox 5">
            <a:extLst>
              <a:ext uri="{FF2B5EF4-FFF2-40B4-BE49-F238E27FC236}">
                <a16:creationId xmlns:a16="http://schemas.microsoft.com/office/drawing/2014/main" id="{90F7951E-E6AB-4553-9142-A91D5BC58C21}"/>
              </a:ext>
            </a:extLst>
          </p:cNvPr>
          <p:cNvSpPr txBox="1"/>
          <p:nvPr userDrawn="1"/>
        </p:nvSpPr>
        <p:spPr>
          <a:xfrm>
            <a:off x="609599" y="2428875"/>
            <a:ext cx="6867525" cy="955666"/>
          </a:xfrm>
          <a:prstGeom prst="rect">
            <a:avLst/>
          </a:prstGeom>
          <a:noFill/>
        </p:spPr>
        <p:txBody>
          <a:bodyPr wrap="square" lIns="0" rtlCol="0">
            <a:noAutofit/>
          </a:bodyPr>
          <a:lstStyle/>
          <a:p>
            <a:r>
              <a:rPr lang="en-US" sz="4800" dirty="0">
                <a:solidFill>
                  <a:schemeClr val="tx2"/>
                </a:solidFill>
                <a:latin typeface="+mn-lt"/>
              </a:rPr>
              <a:t>Q&amp;A</a:t>
            </a:r>
          </a:p>
        </p:txBody>
      </p:sp>
    </p:spTree>
    <p:extLst>
      <p:ext uri="{BB962C8B-B14F-4D97-AF65-F5344CB8AC3E}">
        <p14:creationId xmlns:p14="http://schemas.microsoft.com/office/powerpoint/2010/main" val="110540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73436"/>
            <a:ext cx="7823200" cy="1311128"/>
          </a:xfrm>
          <a:prstGeom prst="rect">
            <a:avLst/>
          </a:prstGeom>
        </p:spPr>
        <p:txBody>
          <a:bodyPr anchor="ctr" anchorCtr="0"/>
          <a:lstStyle>
            <a:lvl1pPr>
              <a:defRPr sz="4400" b="0"/>
            </a:lvl1pPr>
          </a:lstStyle>
          <a:p>
            <a:r>
              <a:rPr lang="en-US" dirty="0"/>
              <a:t>Video or demo divider: Enter “Video” or “Demo” here</a:t>
            </a:r>
          </a:p>
        </p:txBody>
      </p:sp>
    </p:spTree>
    <p:extLst>
      <p:ext uri="{BB962C8B-B14F-4D97-AF65-F5344CB8AC3E}">
        <p14:creationId xmlns:p14="http://schemas.microsoft.com/office/powerpoint/2010/main" val="2706605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userDrawn="1"/>
        </p:nvPicPr>
        <p:blipFill>
          <a:blip r:embed="rId2"/>
          <a:stretch>
            <a:fillRect/>
          </a:stretch>
        </p:blipFill>
        <p:spPr>
          <a:xfrm>
            <a:off x="4994672" y="2327672"/>
            <a:ext cx="2202656" cy="2202656"/>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12192000" cy="6858000"/>
          </a:xfrm>
          <a:solidFill>
            <a:schemeClr val="bg2"/>
          </a:solidFill>
        </p:spPr>
        <p:txBody>
          <a:bodyPr lIns="548640" anchor="ctr">
            <a:noAutofit/>
          </a:bodyPr>
          <a:lstStyle>
            <a:lvl1pPr marL="0" indent="0" algn="ctr">
              <a:buNone/>
              <a:defRPr/>
            </a:lvl1pPr>
          </a:lstStyle>
          <a:p>
            <a:r>
              <a:rPr lang="en-US"/>
              <a:t>Click icon to add media</a:t>
            </a:r>
            <a:endParaRPr lang="en-US" dirty="0"/>
          </a:p>
        </p:txBody>
      </p:sp>
    </p:spTree>
    <p:extLst>
      <p:ext uri="{BB962C8B-B14F-4D97-AF65-F5344CB8AC3E}">
        <p14:creationId xmlns:p14="http://schemas.microsoft.com/office/powerpoint/2010/main" val="100911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539262" y="914401"/>
            <a:ext cx="10972800" cy="646331"/>
          </a:xfrm>
          <a:prstGeom prst="rect">
            <a:avLst/>
          </a:prstGeom>
        </p:spPr>
        <p:txBody>
          <a:bodyPr anchor="t" anchorCtr="0">
            <a:normAutofit/>
          </a:bodyPr>
          <a:lstStyle>
            <a:lvl1pPr>
              <a:defRPr sz="3200" b="0"/>
            </a:lvl1pPr>
          </a:lstStyle>
          <a:p>
            <a:r>
              <a:rPr lang="en-US" dirty="0"/>
              <a:t>Content with caption layout</a:t>
            </a:r>
          </a:p>
        </p:txBody>
      </p:sp>
      <p:sp>
        <p:nvSpPr>
          <p:cNvPr id="3" name="Content Placeholder 2">
            <a:extLst>
              <a:ext uri="{FF2B5EF4-FFF2-40B4-BE49-F238E27FC236}">
                <a16:creationId xmlns:a16="http://schemas.microsoft.com/office/drawing/2014/main" id="{54F6EECF-7227-4AD4-BC6B-F6715716A80F}"/>
              </a:ext>
            </a:extLst>
          </p:cNvPr>
          <p:cNvSpPr>
            <a:spLocks noGrp="1"/>
          </p:cNvSpPr>
          <p:nvPr>
            <p:ph idx="1" hasCustomPrompt="1"/>
          </p:nvPr>
        </p:nvSpPr>
        <p:spPr>
          <a:xfrm>
            <a:off x="6210300" y="1714501"/>
            <a:ext cx="5372100" cy="4484688"/>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609598" y="1725611"/>
            <a:ext cx="5372101" cy="448468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Tree>
    <p:extLst>
      <p:ext uri="{BB962C8B-B14F-4D97-AF65-F5344CB8AC3E}">
        <p14:creationId xmlns:p14="http://schemas.microsoft.com/office/powerpoint/2010/main" val="1279150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B9EFE0-8E44-C90C-B937-EC90601AF0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tx2"/>
                </a:solidFill>
                <a:latin typeface="+mn-lt"/>
              </a:rPr>
              <a:t>Thank you!</a:t>
            </a:r>
          </a:p>
        </p:txBody>
      </p:sp>
      <p:pic>
        <p:nvPicPr>
          <p:cNvPr id="4" name="Picture 3">
            <a:extLst>
              <a:ext uri="{FF2B5EF4-FFF2-40B4-BE49-F238E27FC236}">
                <a16:creationId xmlns:a16="http://schemas.microsoft.com/office/drawing/2014/main" id="{DF991574-CEFD-26D9-588F-1C0FFBCDA2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2" name="TextBox 1">
            <a:extLst>
              <a:ext uri="{FF2B5EF4-FFF2-40B4-BE49-F238E27FC236}">
                <a16:creationId xmlns:a16="http://schemas.microsoft.com/office/drawing/2014/main" id="{EA8C7E34-CF30-2AED-4C9C-32CE310B5A51}"/>
              </a:ext>
            </a:extLst>
          </p:cNvPr>
          <p:cNvSpPr txBox="1"/>
          <p:nvPr userDrawn="1"/>
        </p:nvSpPr>
        <p:spPr>
          <a:xfrm>
            <a:off x="527767" y="6017899"/>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15804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2306B6-0447-DE92-96EA-90340D62C6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F4CEAE59-88AB-067D-8305-5D60E5C0CC94}"/>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4" name="Text Placeholder 9">
            <a:extLst>
              <a:ext uri="{FF2B5EF4-FFF2-40B4-BE49-F238E27FC236}">
                <a16:creationId xmlns:a16="http://schemas.microsoft.com/office/drawing/2014/main" id="{7ED4E7E8-6939-47DD-F50C-1BE8D7C7AB1B}"/>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5" name="Text Placeholder 7">
            <a:extLst>
              <a:ext uri="{FF2B5EF4-FFF2-40B4-BE49-F238E27FC236}">
                <a16:creationId xmlns:a16="http://schemas.microsoft.com/office/drawing/2014/main" id="{B0E08B7E-513C-0B0B-9DC0-33A10068E811}"/>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6" name="Text Placeholder 9">
            <a:extLst>
              <a:ext uri="{FF2B5EF4-FFF2-40B4-BE49-F238E27FC236}">
                <a16:creationId xmlns:a16="http://schemas.microsoft.com/office/drawing/2014/main" id="{21EF1BFC-F8EA-31FF-2ECB-6FE640057D1C}"/>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7" name="Text Placeholder 7">
            <a:extLst>
              <a:ext uri="{FF2B5EF4-FFF2-40B4-BE49-F238E27FC236}">
                <a16:creationId xmlns:a16="http://schemas.microsoft.com/office/drawing/2014/main" id="{BCF5D785-7779-B4A7-1593-D9E4005D4186}"/>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9" name="Text Placeholder 9">
            <a:extLst>
              <a:ext uri="{FF2B5EF4-FFF2-40B4-BE49-F238E27FC236}">
                <a16:creationId xmlns:a16="http://schemas.microsoft.com/office/drawing/2014/main" id="{6C67EAE0-22D8-7774-6075-2E7C8D357946}"/>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20" name="TextBox 19">
            <a:extLst>
              <a:ext uri="{FF2B5EF4-FFF2-40B4-BE49-F238E27FC236}">
                <a16:creationId xmlns:a16="http://schemas.microsoft.com/office/drawing/2014/main" id="{8B073B14-3FCE-9EBE-8EF4-076D31F5D3A9}"/>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tx2"/>
                </a:solidFill>
                <a:latin typeface="+mn-lt"/>
              </a:rPr>
              <a:t>Thank you!</a:t>
            </a:r>
          </a:p>
        </p:txBody>
      </p:sp>
      <p:sp>
        <p:nvSpPr>
          <p:cNvPr id="21" name="TextBox 20">
            <a:extLst>
              <a:ext uri="{FF2B5EF4-FFF2-40B4-BE49-F238E27FC236}">
                <a16:creationId xmlns:a16="http://schemas.microsoft.com/office/drawing/2014/main" id="{2B64E461-542C-9DF0-B91E-B36341643F32}"/>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dirty="0" err="1"/>
          </a:p>
        </p:txBody>
      </p:sp>
      <p:pic>
        <p:nvPicPr>
          <p:cNvPr id="8" name="Picture 7">
            <a:extLst>
              <a:ext uri="{FF2B5EF4-FFF2-40B4-BE49-F238E27FC236}">
                <a16:creationId xmlns:a16="http://schemas.microsoft.com/office/drawing/2014/main" id="{113BB739-DBCB-A674-9F3C-97310C1F9F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10" name="TextBox 9">
            <a:extLst>
              <a:ext uri="{FF2B5EF4-FFF2-40B4-BE49-F238E27FC236}">
                <a16:creationId xmlns:a16="http://schemas.microsoft.com/office/drawing/2014/main" id="{5A7816D4-9E22-E961-B267-8DCA00D5E0AD}"/>
              </a:ext>
            </a:extLst>
          </p:cNvPr>
          <p:cNvSpPr txBox="1"/>
          <p:nvPr userDrawn="1"/>
        </p:nvSpPr>
        <p:spPr>
          <a:xfrm>
            <a:off x="527767" y="6017899"/>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33985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B132DE-7B4D-84B4-29EF-A28CEB1958F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06618CA2-623A-29DB-A6D4-EB10D6D59A2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16413"/>
            <a:ext cx="979714" cy="586152"/>
          </a:xfrm>
          <a:prstGeom prst="rect">
            <a:avLst/>
          </a:prstGeom>
        </p:spPr>
      </p:pic>
      <p:sp>
        <p:nvSpPr>
          <p:cNvPr id="3" name="Text Placeholder 7">
            <a:extLst>
              <a:ext uri="{FF2B5EF4-FFF2-40B4-BE49-F238E27FC236}">
                <a16:creationId xmlns:a16="http://schemas.microsoft.com/office/drawing/2014/main" id="{C3E01366-E822-32FE-65C0-B3B4125945BA}"/>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4" name="Text Placeholder 9">
            <a:extLst>
              <a:ext uri="{FF2B5EF4-FFF2-40B4-BE49-F238E27FC236}">
                <a16:creationId xmlns:a16="http://schemas.microsoft.com/office/drawing/2014/main" id="{1E78FCF9-F25E-3767-EB4A-8D919FAD0C7D}"/>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5" name="Text Placeholder 7">
            <a:extLst>
              <a:ext uri="{FF2B5EF4-FFF2-40B4-BE49-F238E27FC236}">
                <a16:creationId xmlns:a16="http://schemas.microsoft.com/office/drawing/2014/main" id="{4A1C9D7C-4935-7A74-21C6-B88B45377B89}"/>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6" name="Text Placeholder 9">
            <a:extLst>
              <a:ext uri="{FF2B5EF4-FFF2-40B4-BE49-F238E27FC236}">
                <a16:creationId xmlns:a16="http://schemas.microsoft.com/office/drawing/2014/main" id="{20D6E1ED-92EF-4477-D94E-EDA210EF8854}"/>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7" name="Text Placeholder 7">
            <a:extLst>
              <a:ext uri="{FF2B5EF4-FFF2-40B4-BE49-F238E27FC236}">
                <a16:creationId xmlns:a16="http://schemas.microsoft.com/office/drawing/2014/main" id="{3F1AB78F-B9B6-3B94-6F03-015F0598F319}"/>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a:solidFill>
                  <a:schemeClr val="tx2"/>
                </a:solidFill>
              </a:defRPr>
            </a:lvl1pPr>
          </a:lstStyle>
          <a:p>
            <a:pPr lvl="0"/>
            <a:r>
              <a:rPr lang="en-US" dirty="0"/>
              <a:t>Speaker name</a:t>
            </a:r>
          </a:p>
        </p:txBody>
      </p:sp>
      <p:sp>
        <p:nvSpPr>
          <p:cNvPr id="9" name="Text Placeholder 9">
            <a:extLst>
              <a:ext uri="{FF2B5EF4-FFF2-40B4-BE49-F238E27FC236}">
                <a16:creationId xmlns:a16="http://schemas.microsoft.com/office/drawing/2014/main" id="{7B0FD9D2-77A6-9253-CB15-84E1C403FB55}"/>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a:solidFill>
                  <a:schemeClr val="tx2"/>
                </a:solidFill>
              </a:defRPr>
            </a:lvl1pPr>
          </a:lstStyle>
          <a:p>
            <a:pPr lvl="0"/>
            <a:r>
              <a:rPr lang="en-US" dirty="0"/>
              <a:t>Speaker contact info (email or socials)</a:t>
            </a:r>
          </a:p>
        </p:txBody>
      </p:sp>
      <p:sp>
        <p:nvSpPr>
          <p:cNvPr id="20" name="TextBox 19">
            <a:extLst>
              <a:ext uri="{FF2B5EF4-FFF2-40B4-BE49-F238E27FC236}">
                <a16:creationId xmlns:a16="http://schemas.microsoft.com/office/drawing/2014/main" id="{DAE79A02-C451-B664-9107-9D196F3382D7}"/>
              </a:ext>
            </a:extLst>
          </p:cNvPr>
          <p:cNvSpPr txBox="1"/>
          <p:nvPr userDrawn="1"/>
        </p:nvSpPr>
        <p:spPr>
          <a:xfrm>
            <a:off x="609599" y="2461211"/>
            <a:ext cx="6867525" cy="923330"/>
          </a:xfrm>
          <a:prstGeom prst="rect">
            <a:avLst/>
          </a:prstGeom>
          <a:noFill/>
        </p:spPr>
        <p:txBody>
          <a:bodyPr wrap="square" lIns="0" rtlCol="0">
            <a:noAutofit/>
          </a:bodyPr>
          <a:lstStyle/>
          <a:p>
            <a:r>
              <a:rPr lang="en-US" sz="4800" dirty="0">
                <a:solidFill>
                  <a:schemeClr val="tx2"/>
                </a:solidFill>
                <a:latin typeface="+mn-lt"/>
              </a:rPr>
              <a:t>Thank you!</a:t>
            </a:r>
          </a:p>
        </p:txBody>
      </p:sp>
      <p:sp>
        <p:nvSpPr>
          <p:cNvPr id="21" name="TextBox 20">
            <a:extLst>
              <a:ext uri="{FF2B5EF4-FFF2-40B4-BE49-F238E27FC236}">
                <a16:creationId xmlns:a16="http://schemas.microsoft.com/office/drawing/2014/main" id="{1416FB4C-1D1E-4119-B730-03DD2E265086}"/>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dirty="0" err="1"/>
          </a:p>
        </p:txBody>
      </p:sp>
      <p:sp>
        <p:nvSpPr>
          <p:cNvPr id="10" name="TextBox 9">
            <a:extLst>
              <a:ext uri="{FF2B5EF4-FFF2-40B4-BE49-F238E27FC236}">
                <a16:creationId xmlns:a16="http://schemas.microsoft.com/office/drawing/2014/main" id="{573418EE-3F95-4F71-83CC-C11186EB4B28}"/>
              </a:ext>
            </a:extLst>
          </p:cNvPr>
          <p:cNvSpPr txBox="1"/>
          <p:nvPr userDrawn="1"/>
        </p:nvSpPr>
        <p:spPr>
          <a:xfrm>
            <a:off x="527767" y="6017899"/>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Tree>
    <p:extLst>
      <p:ext uri="{BB962C8B-B14F-4D97-AF65-F5344CB8AC3E}">
        <p14:creationId xmlns:p14="http://schemas.microsoft.com/office/powerpoint/2010/main" val="1099431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33D-5535-4C9A-8FE3-B37ABA63B4C7}"/>
              </a:ext>
            </a:extLst>
          </p:cNvPr>
          <p:cNvSpPr>
            <a:spLocks noGrp="1"/>
          </p:cNvSpPr>
          <p:nvPr>
            <p:ph type="title"/>
          </p:nvPr>
        </p:nvSpPr>
        <p:spPr>
          <a:xfrm>
            <a:off x="609600" y="914401"/>
            <a:ext cx="10972800" cy="535531"/>
          </a:xfrm>
          <a:prstGeom prst="rect">
            <a:avLst/>
          </a:prstGeom>
        </p:spPr>
        <p:txBody>
          <a:bodyPr/>
          <a:lstStyle>
            <a:lvl1pPr>
              <a:defRPr b="0"/>
            </a:lvl1pPr>
          </a:lstStyle>
          <a:p>
            <a:r>
              <a:rPr lang="en-US" dirty="0"/>
              <a:t>Click to edit Master title style</a:t>
            </a:r>
          </a:p>
        </p:txBody>
      </p:sp>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609600" y="1718982"/>
            <a:ext cx="10972800" cy="44913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D7BCF1F-274F-4C05-8696-189CDAE0C33B}"/>
              </a:ext>
            </a:extLst>
          </p:cNvPr>
          <p:cNvSpPr>
            <a:spLocks noGrp="1"/>
          </p:cNvSpPr>
          <p:nvPr>
            <p:ph type="dt" sz="half" idx="10"/>
          </p:nvPr>
        </p:nvSpPr>
        <p:spPr/>
        <p:txBody>
          <a:bodyPr/>
          <a:lstStyle/>
          <a:p>
            <a:fld id="{8DF6AC9B-6FB6-E64C-9786-C40DFE89F624}" type="datetime1">
              <a:rPr lang="en-US" smtClean="0"/>
              <a:t>9/12/25</a:t>
            </a:fld>
            <a:endParaRPr lang="en-US"/>
          </a:p>
        </p:txBody>
      </p:sp>
      <p:sp>
        <p:nvSpPr>
          <p:cNvPr id="5" name="Footer Placeholder 4">
            <a:extLst>
              <a:ext uri="{FF2B5EF4-FFF2-40B4-BE49-F238E27FC236}">
                <a16:creationId xmlns:a16="http://schemas.microsoft.com/office/drawing/2014/main" id="{34FBB62C-DD5C-4CC6-98BC-330285579B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p>
            <a:fld id="{625061DB-7406-41C8-A121-52D8D4484FD1}" type="slidenum">
              <a:rPr lang="en-US" smtClean="0"/>
              <a:t>‹#›</a:t>
            </a:fld>
            <a:endParaRPr lang="en-US"/>
          </a:p>
        </p:txBody>
      </p:sp>
    </p:spTree>
    <p:extLst>
      <p:ext uri="{BB962C8B-B14F-4D97-AF65-F5344CB8AC3E}">
        <p14:creationId xmlns:p14="http://schemas.microsoft.com/office/powerpoint/2010/main" val="44570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724900" y="914399"/>
            <a:ext cx="2857500" cy="5295901"/>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609600" y="914399"/>
            <a:ext cx="7962900" cy="52959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8874D-2362-4107-9CFB-6624C519CF0C}"/>
              </a:ext>
            </a:extLst>
          </p:cNvPr>
          <p:cNvSpPr>
            <a:spLocks noGrp="1"/>
          </p:cNvSpPr>
          <p:nvPr>
            <p:ph type="dt" sz="half" idx="10"/>
          </p:nvPr>
        </p:nvSpPr>
        <p:spPr/>
        <p:txBody>
          <a:bodyPr/>
          <a:lstStyle/>
          <a:p>
            <a:fld id="{21DD148F-2774-EA45-8C22-2C39149188FB}" type="datetime1">
              <a:rPr lang="en-US" smtClean="0"/>
              <a:t>9/12/25</a:t>
            </a:fld>
            <a:endParaRPr lang="en-US"/>
          </a:p>
        </p:txBody>
      </p:sp>
      <p:sp>
        <p:nvSpPr>
          <p:cNvPr id="5" name="Footer Placeholder 4">
            <a:extLst>
              <a:ext uri="{FF2B5EF4-FFF2-40B4-BE49-F238E27FC236}">
                <a16:creationId xmlns:a16="http://schemas.microsoft.com/office/drawing/2014/main" id="{0C81FEF1-5834-4539-A37C-ED5E275C6D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p>
            <a:fld id="{625061DB-7406-41C8-A121-52D8D4484FD1}" type="slidenum">
              <a:rPr lang="en-US" smtClean="0"/>
              <a:t>‹#›</a:t>
            </a:fld>
            <a:endParaRPr lang="en-US"/>
          </a:p>
        </p:txBody>
      </p:sp>
    </p:spTree>
    <p:extLst>
      <p:ext uri="{BB962C8B-B14F-4D97-AF65-F5344CB8AC3E}">
        <p14:creationId xmlns:p14="http://schemas.microsoft.com/office/powerpoint/2010/main" val="360013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Title Slide - Color set 2 - gradient ">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9DF96F8-C56B-C247-B675-D1FF04C66C4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1792" b="1434"/>
          <a:stretch/>
        </p:blipFill>
        <p:spPr>
          <a:xfrm>
            <a:off x="0" y="0"/>
            <a:ext cx="12198096" cy="6861429"/>
          </a:xfrm>
          <a:prstGeom prst="rect">
            <a:avLst/>
          </a:prstGeom>
        </p:spPr>
      </p:pic>
      <p:sp>
        <p:nvSpPr>
          <p:cNvPr id="18" name="Text Placeholder 7">
            <a:extLst>
              <a:ext uri="{FF2B5EF4-FFF2-40B4-BE49-F238E27FC236}">
                <a16:creationId xmlns:a16="http://schemas.microsoft.com/office/drawing/2014/main" id="{34D7701C-3FF2-7F4C-ABF6-317898C84183}"/>
              </a:ext>
            </a:extLst>
          </p:cNvPr>
          <p:cNvSpPr>
            <a:spLocks noGrp="1"/>
          </p:cNvSpPr>
          <p:nvPr>
            <p:ph type="body" sz="quarter" idx="10" hasCustomPrompt="1"/>
          </p:nvPr>
        </p:nvSpPr>
        <p:spPr>
          <a:xfrm>
            <a:off x="609598" y="1729418"/>
            <a:ext cx="6477002" cy="361335"/>
          </a:xfrm>
        </p:spPr>
        <p:txBody>
          <a:bodyPr wrap="square"/>
          <a:lstStyle>
            <a:lvl1pPr marL="0" indent="0">
              <a:spcAft>
                <a:spcPts val="0"/>
              </a:spcAft>
              <a:buNone/>
              <a:defRPr sz="1900" b="1" i="0" cap="all" spc="300" baseline="0">
                <a:solidFill>
                  <a:srgbClr val="7CE8F4"/>
                </a:solidFill>
                <a:latin typeface="Amazon Ember Mono" panose="020B0709020204020204" pitchFamily="49" charset="0"/>
                <a:ea typeface="Amazon Ember Mono" panose="020B0709020204020204" pitchFamily="49" charset="0"/>
                <a:cs typeface="Amazon Ember Mono" panose="020B0709020204020204" pitchFamily="49" charset="0"/>
              </a:defRPr>
            </a:lvl1pPr>
          </a:lstStyle>
          <a:p>
            <a:pPr lvl="0"/>
            <a:r>
              <a:rPr lang="en-US" dirty="0"/>
              <a:t>Enter session ID if required</a:t>
            </a:r>
          </a:p>
        </p:txBody>
      </p:sp>
      <p:sp>
        <p:nvSpPr>
          <p:cNvPr id="15" name="Title 1">
            <a:extLst>
              <a:ext uri="{FF2B5EF4-FFF2-40B4-BE49-F238E27FC236}">
                <a16:creationId xmlns:a16="http://schemas.microsoft.com/office/drawing/2014/main" id="{DF9E6566-BEE7-0244-9C49-C4C13FC1CFAD}"/>
              </a:ext>
            </a:extLst>
          </p:cNvPr>
          <p:cNvSpPr>
            <a:spLocks noGrp="1"/>
          </p:cNvSpPr>
          <p:nvPr>
            <p:ph type="ctrTitle" hasCustomPrompt="1"/>
          </p:nvPr>
        </p:nvSpPr>
        <p:spPr>
          <a:xfrm>
            <a:off x="609598" y="2126159"/>
            <a:ext cx="6460999" cy="757130"/>
          </a:xfrm>
        </p:spPr>
        <p:txBody>
          <a:bodyPr wrap="square" anchor="t" anchorCtr="0"/>
          <a:lstStyle>
            <a:lvl1pPr algn="l">
              <a:defRPr sz="4800">
                <a:solidFill>
                  <a:schemeClr val="tx1"/>
                </a:solidFill>
              </a:defRPr>
            </a:lvl1pPr>
          </a:lstStyle>
          <a:p>
            <a:r>
              <a:rPr lang="en-US" dirty="0"/>
              <a:t>Enter title</a:t>
            </a:r>
          </a:p>
        </p:txBody>
      </p:sp>
      <p:sp>
        <p:nvSpPr>
          <p:cNvPr id="17" name="Subtitle 2">
            <a:extLst>
              <a:ext uri="{FF2B5EF4-FFF2-40B4-BE49-F238E27FC236}">
                <a16:creationId xmlns:a16="http://schemas.microsoft.com/office/drawing/2014/main" id="{B2D0C8D8-44B1-7840-8134-EF8AD8981696}"/>
              </a:ext>
            </a:extLst>
          </p:cNvPr>
          <p:cNvSpPr>
            <a:spLocks noGrp="1"/>
          </p:cNvSpPr>
          <p:nvPr>
            <p:ph type="subTitle" idx="1" hasCustomPrompt="1"/>
          </p:nvPr>
        </p:nvSpPr>
        <p:spPr>
          <a:xfrm>
            <a:off x="609598" y="2906719"/>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4349712"/>
            <a:ext cx="3797302" cy="369332"/>
          </a:xfrm>
        </p:spPr>
        <p:txBody>
          <a:bodyPr wrap="square"/>
          <a:lstStyle>
            <a:lvl1pPr marL="0" indent="0">
              <a:spcAft>
                <a:spcPts val="0"/>
              </a:spcAft>
              <a:buNone/>
              <a:defRPr sz="2000" b="0" i="0" cap="none" spc="0" baseline="0">
                <a:solidFill>
                  <a:schemeClr val="tx1"/>
                </a:solidFill>
              </a:defRPr>
            </a:lvl1pPr>
          </a:lstStyle>
          <a:p>
            <a:pPr lvl="0"/>
            <a:r>
              <a:rPr lang="en-US" dirty="0"/>
              <a:t>Speaker name (pronouns)</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4762500"/>
            <a:ext cx="3797302" cy="535531"/>
          </a:xfrm>
        </p:spPr>
        <p:txBody>
          <a:bodyPr wrap="square"/>
          <a:lstStyle>
            <a:lvl1pPr marL="0" indent="0">
              <a:spcAft>
                <a:spcPts val="300"/>
              </a:spcAft>
              <a:buNone/>
              <a:defRPr sz="1600">
                <a:solidFill>
                  <a:schemeClr val="tx1"/>
                </a:solidFill>
              </a:defRPr>
            </a:lvl1pPr>
          </a:lstStyle>
          <a:p>
            <a:pPr lvl="0"/>
            <a:r>
              <a:rPr lang="en-US" dirty="0"/>
              <a:t>Speaker job title</a:t>
            </a:r>
            <a:br>
              <a:rPr lang="en-US" dirty="0"/>
            </a:br>
            <a:r>
              <a:rPr lang="en-US" dirty="0"/>
              <a:t>Speaker company</a:t>
            </a:r>
          </a:p>
        </p:txBody>
      </p:sp>
      <p:sp>
        <p:nvSpPr>
          <p:cNvPr id="2" name="TextBox 1">
            <a:extLst>
              <a:ext uri="{FF2B5EF4-FFF2-40B4-BE49-F238E27FC236}">
                <a16:creationId xmlns:a16="http://schemas.microsoft.com/office/drawing/2014/main" id="{4D352B71-2E2E-BA2E-0FD1-0A85B1D5FACD}"/>
              </a:ext>
            </a:extLst>
          </p:cNvPr>
          <p:cNvSpPr txBox="1"/>
          <p:nvPr userDrawn="1"/>
        </p:nvSpPr>
        <p:spPr>
          <a:xfrm>
            <a:off x="504476" y="6389813"/>
            <a:ext cx="2642070" cy="184666"/>
          </a:xfrm>
          <a:prstGeom prst="rect">
            <a:avLst/>
          </a:prstGeom>
          <a:noFill/>
        </p:spPr>
        <p:txBody>
          <a:bodyPr wrap="none" rtlCol="0">
            <a:spAutoFit/>
          </a:bodyPr>
          <a:lstStyle/>
          <a:p>
            <a:pPr algn="l"/>
            <a:r>
              <a:rPr lang="en-US" sz="600" dirty="0">
                <a:solidFill>
                  <a:schemeClr val="tx1"/>
                </a:solidFill>
              </a:rPr>
              <a:t>© </a:t>
            </a:r>
            <a:fld id="{E59B6FD5-3D56-C643-A5C0-5E9DC034BBB5}" type="datetimeyyyy">
              <a:rPr lang="en-US" sz="600" smtClean="0">
                <a:solidFill>
                  <a:schemeClr val="tx1"/>
                </a:solidFill>
              </a:rPr>
              <a:t>2025</a:t>
            </a:fld>
            <a:r>
              <a:rPr lang="en-US" sz="600" dirty="0">
                <a:solidFill>
                  <a:schemeClr val="tx1"/>
                </a:solidFill>
              </a:rPr>
              <a:t>, Amazon Web Services, Inc. or its affiliates. All rights reserved. </a:t>
            </a:r>
          </a:p>
        </p:txBody>
      </p:sp>
      <p:pic>
        <p:nvPicPr>
          <p:cNvPr id="3" name="Picture 2">
            <a:extLst>
              <a:ext uri="{FF2B5EF4-FFF2-40B4-BE49-F238E27FC236}">
                <a16:creationId xmlns:a16="http://schemas.microsoft.com/office/drawing/2014/main" id="{BCEEACDF-DF76-F918-94C4-428FBD1FD4E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625602" y="551565"/>
            <a:ext cx="1003173" cy="599904"/>
          </a:xfrm>
          <a:prstGeom prst="rect">
            <a:avLst/>
          </a:prstGeom>
        </p:spPr>
      </p:pic>
    </p:spTree>
    <p:extLst>
      <p:ext uri="{BB962C8B-B14F-4D97-AF65-F5344CB8AC3E}">
        <p14:creationId xmlns:p14="http://schemas.microsoft.com/office/powerpoint/2010/main" val="266523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73FA-018C-42B4-99E2-A1521E83ABDD}"/>
              </a:ext>
            </a:extLst>
          </p:cNvPr>
          <p:cNvSpPr>
            <a:spLocks noGrp="1"/>
          </p:cNvSpPr>
          <p:nvPr>
            <p:ph type="title" hasCustomPrompt="1"/>
          </p:nvPr>
        </p:nvSpPr>
        <p:spPr>
          <a:xfrm>
            <a:off x="0" y="-647700"/>
            <a:ext cx="11925300" cy="638175"/>
          </a:xfrm>
        </p:spPr>
        <p:txBody>
          <a:bodyPr/>
          <a:lstStyle>
            <a:lvl1pPr>
              <a:defRPr sz="3600">
                <a:solidFill>
                  <a:schemeClr val="bg1">
                    <a:lumMod val="65000"/>
                    <a:lumOff val="35000"/>
                  </a:schemeClr>
                </a:solidFill>
              </a:defRPr>
            </a:lvl1pPr>
          </a:lstStyle>
          <a:p>
            <a:r>
              <a:rPr lang="en-US" dirty="0"/>
              <a:t>Blank layout (enter descriptive title here for accessibility)</a:t>
            </a:r>
          </a:p>
        </p:txBody>
      </p:sp>
      <p:pic>
        <p:nvPicPr>
          <p:cNvPr id="4" name="Picture 3">
            <a:extLst>
              <a:ext uri="{FF2B5EF4-FFF2-40B4-BE49-F238E27FC236}">
                <a16:creationId xmlns:a16="http://schemas.microsoft.com/office/drawing/2014/main" id="{28547A17-167C-4B7C-9EB3-78A50E0839D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97536" cy="6858000"/>
          </a:xfrm>
          <a:prstGeom prst="rect">
            <a:avLst/>
          </a:prstGeom>
        </p:spPr>
      </p:pic>
    </p:spTree>
    <p:extLst>
      <p:ext uri="{BB962C8B-B14F-4D97-AF65-F5344CB8AC3E}">
        <p14:creationId xmlns:p14="http://schemas.microsoft.com/office/powerpoint/2010/main" val="1383106308"/>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Agenda_1">
    <p:bg>
      <p:bgPr>
        <a:solidFill>
          <a:schemeClr val="bg1"/>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425038" y="1365662"/>
            <a:ext cx="11430000" cy="3293209"/>
          </a:xfrm>
        </p:spPr>
        <p:txBody>
          <a:bodyPr vert="horz" wrap="square" lIns="0" tIns="45720" rIns="0" bIns="45720" rtlCol="0">
            <a:spAutoFit/>
          </a:bodyPr>
          <a:lstStyle>
            <a:lvl1pPr marL="0" indent="0">
              <a:spcAft>
                <a:spcPts val="3000"/>
              </a:spcAft>
              <a:buNone/>
              <a:defRPr lang="en-US" sz="2400" smtClean="0"/>
            </a:lvl1pPr>
            <a:lvl2pPr marL="0" indent="0">
              <a:spcAft>
                <a:spcPts val="3000"/>
              </a:spcAft>
              <a:buNone/>
              <a:defRPr lang="en-US" sz="2400" smtClean="0"/>
            </a:lvl2pPr>
            <a:lvl3pPr marL="0" indent="0">
              <a:spcAft>
                <a:spcPts val="3000"/>
              </a:spcAft>
              <a:buNone/>
              <a:defRPr lang="en-US" sz="2400" smtClean="0"/>
            </a:lvl3pPr>
            <a:lvl4pPr marL="0" indent="0">
              <a:spcAft>
                <a:spcPts val="3000"/>
              </a:spcAft>
              <a:buNone/>
              <a:defRPr lang="en-US" sz="2400" smtClean="0"/>
            </a:lvl4pPr>
            <a:lvl5pPr marL="0" indent="0">
              <a:spcAft>
                <a:spcPts val="3000"/>
              </a:spcAft>
              <a:buNone/>
              <a:defRPr lang="en-US" sz="2400"/>
            </a:lvl5pPr>
          </a:lstStyle>
          <a:p>
            <a:pPr marL="228600" lvl="0" indent="-228600">
              <a:spcAft>
                <a:spcPts val="3000"/>
              </a:spcAft>
              <a:buClr>
                <a:schemeClr val="tx1"/>
              </a:buClr>
            </a:pPr>
            <a:r>
              <a:rPr lang="en-US" dirty="0"/>
              <a:t>Enter agenda items</a:t>
            </a:r>
          </a:p>
          <a:p>
            <a:pPr marL="457200" lvl="1" indent="-457200">
              <a:spcAft>
                <a:spcPts val="3000"/>
              </a:spcAft>
              <a:buClr>
                <a:schemeClr val="tx1"/>
              </a:buClr>
            </a:pPr>
            <a:r>
              <a:rPr lang="en-US" dirty="0"/>
              <a:t>Second level</a:t>
            </a:r>
          </a:p>
          <a:p>
            <a:pPr marL="457200" lvl="2" indent="-457200">
              <a:spcAft>
                <a:spcPts val="3000"/>
              </a:spcAft>
              <a:buClr>
                <a:schemeClr val="tx1"/>
              </a:buClr>
            </a:pPr>
            <a:r>
              <a:rPr lang="en-US" dirty="0"/>
              <a:t>Third level</a:t>
            </a:r>
          </a:p>
          <a:p>
            <a:pPr marL="457200" lvl="3" indent="-457200">
              <a:spcAft>
                <a:spcPts val="3000"/>
              </a:spcAft>
              <a:buClr>
                <a:schemeClr val="tx1"/>
              </a:buClr>
            </a:pPr>
            <a:r>
              <a:rPr lang="en-US" dirty="0"/>
              <a:t>Fourth level</a:t>
            </a:r>
          </a:p>
          <a:p>
            <a:pPr marL="457200" lvl="4" indent="-457200">
              <a:spcAft>
                <a:spcPts val="3000"/>
              </a:spcAft>
              <a:buClr>
                <a:schemeClr val="tx1"/>
              </a:buClr>
            </a:pPr>
            <a:r>
              <a:rPr lang="en-US" dirty="0"/>
              <a:t>Fifth level</a:t>
            </a:r>
          </a:p>
        </p:txBody>
      </p:sp>
      <p:sp>
        <p:nvSpPr>
          <p:cNvPr id="5" name="Title 1">
            <a:extLst>
              <a:ext uri="{FF2B5EF4-FFF2-40B4-BE49-F238E27FC236}">
                <a16:creationId xmlns:a16="http://schemas.microsoft.com/office/drawing/2014/main" id="{A175166B-DC8C-4D02-820A-E0D358716306}"/>
              </a:ext>
            </a:extLst>
          </p:cNvPr>
          <p:cNvSpPr>
            <a:spLocks noGrp="1"/>
          </p:cNvSpPr>
          <p:nvPr>
            <p:ph type="title" hasCustomPrompt="1"/>
          </p:nvPr>
        </p:nvSpPr>
        <p:spPr>
          <a:xfrm>
            <a:off x="425038" y="355377"/>
            <a:ext cx="11430000" cy="638175"/>
          </a:xfrm>
        </p:spPr>
        <p:txBody>
          <a:bodyPr/>
          <a:lstStyle>
            <a:lvl1pPr>
              <a:defRPr/>
            </a:lvl1pPr>
          </a:lstStyle>
          <a:p>
            <a:r>
              <a:rPr lang="en-US"/>
              <a:t>Agenda layout</a:t>
            </a:r>
          </a:p>
        </p:txBody>
      </p:sp>
      <p:sp>
        <p:nvSpPr>
          <p:cNvPr id="6" name="Slide Number Placeholder 5">
            <a:extLst>
              <a:ext uri="{FF2B5EF4-FFF2-40B4-BE49-F238E27FC236}">
                <a16:creationId xmlns:a16="http://schemas.microsoft.com/office/drawing/2014/main" id="{DD57C718-E775-4DF5-9FB4-61276188D583}"/>
              </a:ext>
            </a:extLst>
          </p:cNvPr>
          <p:cNvSpPr>
            <a:spLocks noGrp="1"/>
          </p:cNvSpPr>
          <p:nvPr>
            <p:ph type="sldNum" sz="quarter" idx="13"/>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1836037791"/>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Side 1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C1902C-75F7-534A-DA79-C070E1D034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b"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11" name="TextBox 10">
            <a:extLst>
              <a:ext uri="{FF2B5EF4-FFF2-40B4-BE49-F238E27FC236}">
                <a16:creationId xmlns:a16="http://schemas.microsoft.com/office/drawing/2014/main" id="{F9CE4815-926B-43B6-82AB-971B1A89CEF6}"/>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7" name="Picture 6">
            <a:extLst>
              <a:ext uri="{FF2B5EF4-FFF2-40B4-BE49-F238E27FC236}">
                <a16:creationId xmlns:a16="http://schemas.microsoft.com/office/drawing/2014/main" id="{A3E43EBB-89F7-CE68-C5FA-E5E366904B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Tree>
    <p:extLst>
      <p:ext uri="{BB962C8B-B14F-4D97-AF65-F5344CB8AC3E}">
        <p14:creationId xmlns:p14="http://schemas.microsoft.com/office/powerpoint/2010/main" val="3866299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Slide 1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D603374-8180-8E01-BA18-DE11A6BC29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8CD09BF-BE98-954E-8C83-FD00798ACA28}"/>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5" name="Text Placeholder 9">
            <a:extLst>
              <a:ext uri="{FF2B5EF4-FFF2-40B4-BE49-F238E27FC236}">
                <a16:creationId xmlns:a16="http://schemas.microsoft.com/office/drawing/2014/main" id="{AAF119F6-59CF-C06E-9DEE-68747AC5B537}"/>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7" name="Text Placeholder 11">
            <a:extLst>
              <a:ext uri="{FF2B5EF4-FFF2-40B4-BE49-F238E27FC236}">
                <a16:creationId xmlns:a16="http://schemas.microsoft.com/office/drawing/2014/main" id="{3C5437D4-D83E-F7AB-7C05-4D16F6D780CF}"/>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9" name="Picture 8">
            <a:extLst>
              <a:ext uri="{FF2B5EF4-FFF2-40B4-BE49-F238E27FC236}">
                <a16:creationId xmlns:a16="http://schemas.microsoft.com/office/drawing/2014/main" id="{F2065812-9ABB-8591-F3F0-CA1C02DB18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4292624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Slide 1C">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265AB5E-77C0-1B4E-7AF6-71F7343718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53CAD519-9A88-CC6D-C64F-32781DE12863}"/>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5" name="Text Placeholder 9">
            <a:extLst>
              <a:ext uri="{FF2B5EF4-FFF2-40B4-BE49-F238E27FC236}">
                <a16:creationId xmlns:a16="http://schemas.microsoft.com/office/drawing/2014/main" id="{AECD1BDB-3933-70D1-D0B1-585F679690F4}"/>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6" name="Text Placeholder 7">
            <a:extLst>
              <a:ext uri="{FF2B5EF4-FFF2-40B4-BE49-F238E27FC236}">
                <a16:creationId xmlns:a16="http://schemas.microsoft.com/office/drawing/2014/main" id="{49BD2DDE-9CEA-E55B-45AC-E81DC0520AEE}"/>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7" name="Text Placeholder 11">
            <a:extLst>
              <a:ext uri="{FF2B5EF4-FFF2-40B4-BE49-F238E27FC236}">
                <a16:creationId xmlns:a16="http://schemas.microsoft.com/office/drawing/2014/main" id="{6F4339BC-5512-257D-D251-96C726B3928B}"/>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2A8E9AEE-EE0A-4511-286D-B7E92DB33387}"/>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9" name="Picture 8">
            <a:extLst>
              <a:ext uri="{FF2B5EF4-FFF2-40B4-BE49-F238E27FC236}">
                <a16:creationId xmlns:a16="http://schemas.microsoft.com/office/drawing/2014/main" id="{D69DB8BB-A96F-21D2-BD02-CDCB6C03824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itle 1">
            <a:extLst>
              <a:ext uri="{FF2B5EF4-FFF2-40B4-BE49-F238E27FC236}">
                <a16:creationId xmlns:a16="http://schemas.microsoft.com/office/drawing/2014/main" id="{4C69315F-6BED-09F1-C555-D62EBCC2C2CC}"/>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20841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Slide 2A">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3E1A9C0-25D4-6213-F6DE-1B604250E5D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60F04AFD-CEAF-D96A-9FBC-950044545866}"/>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5" name="Text Placeholder 9">
            <a:extLst>
              <a:ext uri="{FF2B5EF4-FFF2-40B4-BE49-F238E27FC236}">
                <a16:creationId xmlns:a16="http://schemas.microsoft.com/office/drawing/2014/main" id="{0187CBED-F3F8-A0AE-DBEA-EEEA1D2E7660}"/>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21" name="Rounded Rectangle 20">
            <a:extLst>
              <a:ext uri="{FF2B5EF4-FFF2-40B4-BE49-F238E27FC236}">
                <a16:creationId xmlns:a16="http://schemas.microsoft.com/office/drawing/2014/main" id="{55857500-2C8E-9211-5B61-DC83BC3450CB}"/>
              </a:ext>
            </a:extLst>
          </p:cNvPr>
          <p:cNvSpPr/>
          <p:nvPr userDrawn="1"/>
        </p:nvSpPr>
        <p:spPr>
          <a:xfrm>
            <a:off x="609598" y="304800"/>
            <a:ext cx="2993681" cy="288951"/>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6" name="Text Placeholder 7">
            <a:extLst>
              <a:ext uri="{FF2B5EF4-FFF2-40B4-BE49-F238E27FC236}">
                <a16:creationId xmlns:a16="http://schemas.microsoft.com/office/drawing/2014/main" id="{17F887A3-28C2-6DE9-5807-21C410AB73B1}"/>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7" name="Text Placeholder 11">
            <a:extLst>
              <a:ext uri="{FF2B5EF4-FFF2-40B4-BE49-F238E27FC236}">
                <a16:creationId xmlns:a16="http://schemas.microsoft.com/office/drawing/2014/main" id="{BBFEBE6D-8293-FD48-7C86-4989B458ECE3}"/>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0F412FE6-3787-9446-924A-F202645A1CFC}"/>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9" name="Picture 8">
            <a:extLst>
              <a:ext uri="{FF2B5EF4-FFF2-40B4-BE49-F238E27FC236}">
                <a16:creationId xmlns:a16="http://schemas.microsoft.com/office/drawing/2014/main" id="{B6B38457-CE92-7B1F-6614-6136E9F8F98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2" name="TextBox 21">
            <a:extLst>
              <a:ext uri="{FF2B5EF4-FFF2-40B4-BE49-F238E27FC236}">
                <a16:creationId xmlns:a16="http://schemas.microsoft.com/office/drawing/2014/main" id="{19ABE821-C29F-8323-0B26-4C07043DC762}"/>
              </a:ext>
            </a:extLst>
          </p:cNvPr>
          <p:cNvSpPr txBox="1"/>
          <p:nvPr userDrawn="1"/>
        </p:nvSpPr>
        <p:spPr>
          <a:xfrm>
            <a:off x="-135802" y="2471596"/>
            <a:ext cx="65" cy="369332"/>
          </a:xfrm>
          <a:prstGeom prst="rect">
            <a:avLst/>
          </a:prstGeom>
          <a:noFill/>
        </p:spPr>
        <p:txBody>
          <a:bodyPr wrap="none" lIns="0" rIns="0" rtlCol="0">
            <a:spAutoFit/>
          </a:bodyPr>
          <a:lstStyle/>
          <a:p>
            <a:pPr algn="l"/>
            <a:endParaRPr lang="en-US" b="0" i="0" err="1">
              <a:latin typeface="Amazon Ember Display" panose="020F0603020204020204" pitchFamily="34" charset="0"/>
            </a:endParaRPr>
          </a:p>
        </p:txBody>
      </p:sp>
      <p:sp>
        <p:nvSpPr>
          <p:cNvPr id="23" name="Title 1">
            <a:extLst>
              <a:ext uri="{FF2B5EF4-FFF2-40B4-BE49-F238E27FC236}">
                <a16:creationId xmlns:a16="http://schemas.microsoft.com/office/drawing/2014/main" id="{10165371-E8F4-C898-9295-C3E433A3EF22}"/>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230260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Slide 2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D2F7587B-9987-686E-FBA3-C703A03595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20" name="Picture 19">
            <a:extLst>
              <a:ext uri="{FF2B5EF4-FFF2-40B4-BE49-F238E27FC236}">
                <a16:creationId xmlns:a16="http://schemas.microsoft.com/office/drawing/2014/main" id="{9AF3C931-F34B-7961-BC75-B4572B02F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2" name="Title 1">
            <a:extLst>
              <a:ext uri="{FF2B5EF4-FFF2-40B4-BE49-F238E27FC236}">
                <a16:creationId xmlns:a16="http://schemas.microsoft.com/office/drawing/2014/main" id="{26F28616-0D97-9CAF-203B-33E2A2B5C1D1}"/>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2032660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Title Slide 2B">
    <p:spTree>
      <p:nvGrpSpPr>
        <p:cNvPr id="1" name=""/>
        <p:cNvGrpSpPr/>
        <p:nvPr/>
      </p:nvGrpSpPr>
      <p:grpSpPr>
        <a:xfrm>
          <a:off x="0" y="0"/>
          <a:ext cx="0" cy="0"/>
          <a:chOff x="0" y="0"/>
          <a:chExt cx="0" cy="0"/>
        </a:xfrm>
      </p:grpSpPr>
      <p:sp>
        <p:nvSpPr>
          <p:cNvPr id="25" name="Text Placeholder 7">
            <a:extLst>
              <a:ext uri="{FF2B5EF4-FFF2-40B4-BE49-F238E27FC236}">
                <a16:creationId xmlns:a16="http://schemas.microsoft.com/office/drawing/2014/main" id="{C8E54E3F-3CBC-43DF-D0B7-3007697064A8}"/>
              </a:ext>
            </a:extLst>
          </p:cNvPr>
          <p:cNvSpPr>
            <a:spLocks noGrp="1"/>
          </p:cNvSpPr>
          <p:nvPr>
            <p:ph type="body" sz="quarter" idx="10"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709020204020204" pitchFamily="49" charset="0"/>
                <a:cs typeface="Amazon Ember Mono" panose="020B0709020204020204" pitchFamily="49" charset="0"/>
              </a:defRPr>
            </a:lvl1pPr>
          </a:lstStyle>
          <a:p>
            <a:pPr lvl="0"/>
            <a:r>
              <a:rPr lang="en-US"/>
              <a:t>Enter session ID if required</a:t>
            </a:r>
          </a:p>
        </p:txBody>
      </p:sp>
      <p:pic>
        <p:nvPicPr>
          <p:cNvPr id="2" name="Picture 1">
            <a:extLst>
              <a:ext uri="{FF2B5EF4-FFF2-40B4-BE49-F238E27FC236}">
                <a16:creationId xmlns:a16="http://schemas.microsoft.com/office/drawing/2014/main" id="{BE5BDDB8-98EE-F01A-753C-07B65A3249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 Placeholder 9">
            <a:extLst>
              <a:ext uri="{FF2B5EF4-FFF2-40B4-BE49-F238E27FC236}">
                <a16:creationId xmlns:a16="http://schemas.microsoft.com/office/drawing/2014/main" id="{E80812B7-8A92-F272-875E-0D757C691E8E}"/>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a:t>Speaker name (pronouns)</a:t>
            </a:r>
          </a:p>
        </p:txBody>
      </p:sp>
      <p:sp>
        <p:nvSpPr>
          <p:cNvPr id="7" name="Text Placeholder 11">
            <a:extLst>
              <a:ext uri="{FF2B5EF4-FFF2-40B4-BE49-F238E27FC236}">
                <a16:creationId xmlns:a16="http://schemas.microsoft.com/office/drawing/2014/main" id="{9404D9CE-381D-295C-A64E-88C5D0C0A61D}"/>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a:t>Speaker job title</a:t>
            </a:r>
            <a:br>
              <a:rPr lang="en-US"/>
            </a:br>
            <a:r>
              <a:rPr lang="en-US"/>
              <a:t>Speaker company</a:t>
            </a:r>
          </a:p>
        </p:txBody>
      </p:sp>
      <p:sp>
        <p:nvSpPr>
          <p:cNvPr id="8" name="TextBox 7">
            <a:extLst>
              <a:ext uri="{FF2B5EF4-FFF2-40B4-BE49-F238E27FC236}">
                <a16:creationId xmlns:a16="http://schemas.microsoft.com/office/drawing/2014/main" id="{ECF72D21-07F0-8A31-A886-8180F34B788F}"/>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20" name="Picture 19">
            <a:extLst>
              <a:ext uri="{FF2B5EF4-FFF2-40B4-BE49-F238E27FC236}">
                <a16:creationId xmlns:a16="http://schemas.microsoft.com/office/drawing/2014/main" id="{9AF3C931-F34B-7961-BC75-B4572B02FF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27228" y="5740417"/>
            <a:ext cx="783771" cy="469881"/>
          </a:xfrm>
          <a:prstGeom prst="rect">
            <a:avLst/>
          </a:prstGeom>
        </p:spPr>
      </p:pic>
      <p:sp>
        <p:nvSpPr>
          <p:cNvPr id="24" name="Rounded Rectangle 23">
            <a:extLst>
              <a:ext uri="{FF2B5EF4-FFF2-40B4-BE49-F238E27FC236}">
                <a16:creationId xmlns:a16="http://schemas.microsoft.com/office/drawing/2014/main" id="{22F49425-7DA0-E6A1-AFFB-06CE3587D57C}"/>
              </a:ext>
            </a:extLst>
          </p:cNvPr>
          <p:cNvSpPr/>
          <p:nvPr userDrawn="1"/>
        </p:nvSpPr>
        <p:spPr>
          <a:xfrm>
            <a:off x="609598" y="304800"/>
            <a:ext cx="2993681" cy="288951"/>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26" name="Subtitle 2">
            <a:extLst>
              <a:ext uri="{FF2B5EF4-FFF2-40B4-BE49-F238E27FC236}">
                <a16:creationId xmlns:a16="http://schemas.microsoft.com/office/drawing/2014/main" id="{7EDB5F6C-924F-E4E4-8B18-2197BA4C3F5E}"/>
              </a:ext>
            </a:extLst>
          </p:cNvPr>
          <p:cNvSpPr>
            <a:spLocks noGrp="1"/>
          </p:cNvSpPr>
          <p:nvPr>
            <p:ph type="subTitle" idx="1" hasCustomPrompt="1"/>
          </p:nvPr>
        </p:nvSpPr>
        <p:spPr>
          <a:xfrm>
            <a:off x="609598" y="1918337"/>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
        <p:nvSpPr>
          <p:cNvPr id="3" name="Text Placeholder 7">
            <a:extLst>
              <a:ext uri="{FF2B5EF4-FFF2-40B4-BE49-F238E27FC236}">
                <a16:creationId xmlns:a16="http://schemas.microsoft.com/office/drawing/2014/main" id="{111574D8-2193-6E96-F970-CA48F920463D}"/>
              </a:ext>
            </a:extLst>
          </p:cNvPr>
          <p:cNvSpPr>
            <a:spLocks noGrp="1"/>
          </p:cNvSpPr>
          <p:nvPr>
            <p:ph type="body" sz="quarter" idx="13" hasCustomPrompt="1"/>
          </p:nvPr>
        </p:nvSpPr>
        <p:spPr>
          <a:xfrm>
            <a:off x="672969" y="332014"/>
            <a:ext cx="6477002" cy="230832"/>
          </a:xfrm>
        </p:spPr>
        <p:txBody>
          <a:bodyPr wrap="square"/>
          <a:lstStyle>
            <a:lvl1pPr marL="0" indent="0">
              <a:spcAft>
                <a:spcPts val="0"/>
              </a:spcAft>
              <a:buNone/>
              <a:defRPr sz="1000" b="0" i="0" cap="all" spc="2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session ID if required</a:t>
            </a:r>
          </a:p>
        </p:txBody>
      </p:sp>
      <p:sp>
        <p:nvSpPr>
          <p:cNvPr id="4" name="Title 1">
            <a:extLst>
              <a:ext uri="{FF2B5EF4-FFF2-40B4-BE49-F238E27FC236}">
                <a16:creationId xmlns:a16="http://schemas.microsoft.com/office/drawing/2014/main" id="{CF67C28C-2194-7DE3-C4ED-8EF747692F60}"/>
              </a:ext>
            </a:extLst>
          </p:cNvPr>
          <p:cNvSpPr>
            <a:spLocks noGrp="1"/>
          </p:cNvSpPr>
          <p:nvPr>
            <p:ph type="ctrTitle" hasCustomPrompt="1"/>
          </p:nvPr>
        </p:nvSpPr>
        <p:spPr>
          <a:xfrm>
            <a:off x="489278" y="928262"/>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p>
        </p:txBody>
      </p:sp>
    </p:spTree>
    <p:extLst>
      <p:ext uri="{BB962C8B-B14F-4D97-AF65-F5344CB8AC3E}">
        <p14:creationId xmlns:p14="http://schemas.microsoft.com/office/powerpoint/2010/main" val="915359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_Title Slide 1B">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6BE91D-E2C8-E92E-F84F-301C485175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9" name="Picture 8">
            <a:extLst>
              <a:ext uri="{FF2B5EF4-FFF2-40B4-BE49-F238E27FC236}">
                <a16:creationId xmlns:a16="http://schemas.microsoft.com/office/drawing/2014/main" id="{F2065812-9ABB-8591-F3F0-CA1C02DB187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598" y="314619"/>
            <a:ext cx="1283702" cy="769597"/>
          </a:xfrm>
          <a:prstGeom prst="rect">
            <a:avLst/>
          </a:prstGeom>
        </p:spPr>
      </p:pic>
      <p:sp>
        <p:nvSpPr>
          <p:cNvPr id="10" name="Text Placeholder 7">
            <a:extLst>
              <a:ext uri="{FF2B5EF4-FFF2-40B4-BE49-F238E27FC236}">
                <a16:creationId xmlns:a16="http://schemas.microsoft.com/office/drawing/2014/main" id="{CA667889-09AD-2802-609E-5B422FC70CC5}"/>
              </a:ext>
            </a:extLst>
          </p:cNvPr>
          <p:cNvSpPr>
            <a:spLocks noGrp="1"/>
          </p:cNvSpPr>
          <p:nvPr>
            <p:ph type="body" sz="quarter" idx="10" hasCustomPrompt="1"/>
          </p:nvPr>
        </p:nvSpPr>
        <p:spPr>
          <a:xfrm>
            <a:off x="609598" y="3965866"/>
            <a:ext cx="3713020" cy="191515"/>
          </a:xfrm>
        </p:spPr>
        <p:txBody>
          <a:bodyPr wrap="square"/>
          <a:lstStyle>
            <a:lvl1pPr marL="0" indent="0">
              <a:spcAft>
                <a:spcPts val="0"/>
              </a:spcAft>
              <a:buNone/>
              <a:defRPr sz="13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EYEBROW TREATMENT</a:t>
            </a:r>
          </a:p>
        </p:txBody>
      </p:sp>
      <p:sp>
        <p:nvSpPr>
          <p:cNvPr id="11" name="Title 1">
            <a:extLst>
              <a:ext uri="{FF2B5EF4-FFF2-40B4-BE49-F238E27FC236}">
                <a16:creationId xmlns:a16="http://schemas.microsoft.com/office/drawing/2014/main" id="{6A177297-A5AF-7CEE-5816-E3D493824EEF}"/>
              </a:ext>
            </a:extLst>
          </p:cNvPr>
          <p:cNvSpPr>
            <a:spLocks noGrp="1"/>
          </p:cNvSpPr>
          <p:nvPr>
            <p:ph type="ctrTitle" hasCustomPrompt="1"/>
          </p:nvPr>
        </p:nvSpPr>
        <p:spPr>
          <a:xfrm>
            <a:off x="477246" y="4440902"/>
            <a:ext cx="6460999" cy="166539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br>
              <a:rPr lang="en-US"/>
            </a:br>
            <a:r>
              <a:rPr lang="en-US"/>
              <a:t>here</a:t>
            </a:r>
          </a:p>
        </p:txBody>
      </p:sp>
      <p:sp>
        <p:nvSpPr>
          <p:cNvPr id="12" name="Text Placeholder 11">
            <a:extLst>
              <a:ext uri="{FF2B5EF4-FFF2-40B4-BE49-F238E27FC236}">
                <a16:creationId xmlns:a16="http://schemas.microsoft.com/office/drawing/2014/main" id="{50363E65-101C-AC0F-9792-DAB94457D9B2}"/>
              </a:ext>
            </a:extLst>
          </p:cNvPr>
          <p:cNvSpPr>
            <a:spLocks noGrp="1"/>
          </p:cNvSpPr>
          <p:nvPr>
            <p:ph type="body" sz="quarter" idx="13" hasCustomPrompt="1"/>
          </p:nvPr>
        </p:nvSpPr>
        <p:spPr>
          <a:xfrm>
            <a:off x="9170126" y="5034988"/>
            <a:ext cx="2544628" cy="313932"/>
          </a:xfrm>
        </p:spPr>
        <p:txBody>
          <a:bodyPr wrap="square"/>
          <a:lstStyle>
            <a:lvl1pPr marL="0" indent="0" algn="ctr">
              <a:spcAft>
                <a:spcPts val="300"/>
              </a:spcAft>
              <a:buNone/>
              <a:defRPr sz="1600" b="0" i="0">
                <a:solidFill>
                  <a:schemeClr val="tx2"/>
                </a:solidFill>
                <a:latin typeface="Amazon Ember Display" panose="020F0603020204020204" pitchFamily="34" charset="0"/>
              </a:defRPr>
            </a:lvl1pPr>
          </a:lstStyle>
          <a:p>
            <a:pPr lvl="0"/>
            <a:r>
              <a:rPr lang="en-US"/>
              <a:t>In collaboration with</a:t>
            </a:r>
          </a:p>
        </p:txBody>
      </p:sp>
    </p:spTree>
    <p:extLst>
      <p:ext uri="{BB962C8B-B14F-4D97-AF65-F5344CB8AC3E}">
        <p14:creationId xmlns:p14="http://schemas.microsoft.com/office/powerpoint/2010/main" val="2825403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3_Title Slide 1B">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8D603374-8180-8E01-BA18-DE11A6BC29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 Placeholder 7">
            <a:extLst>
              <a:ext uri="{FF2B5EF4-FFF2-40B4-BE49-F238E27FC236}">
                <a16:creationId xmlns:a16="http://schemas.microsoft.com/office/drawing/2014/main" id="{19378773-656B-3414-4689-741C92BE3E06}"/>
              </a:ext>
            </a:extLst>
          </p:cNvPr>
          <p:cNvSpPr>
            <a:spLocks noGrp="1"/>
          </p:cNvSpPr>
          <p:nvPr>
            <p:ph type="body" sz="quarter" idx="10" hasCustomPrompt="1"/>
          </p:nvPr>
        </p:nvSpPr>
        <p:spPr>
          <a:xfrm>
            <a:off x="609597" y="3965866"/>
            <a:ext cx="3142271" cy="191515"/>
          </a:xfrm>
        </p:spPr>
        <p:txBody>
          <a:bodyPr wrap="square"/>
          <a:lstStyle>
            <a:lvl1pPr marL="0" indent="0">
              <a:spcAft>
                <a:spcPts val="0"/>
              </a:spcAft>
              <a:buNone/>
              <a:defRPr sz="13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EYEBROW TREATMENT</a:t>
            </a:r>
          </a:p>
        </p:txBody>
      </p:sp>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sp>
        <p:nvSpPr>
          <p:cNvPr id="2" name="Title 1">
            <a:extLst>
              <a:ext uri="{FF2B5EF4-FFF2-40B4-BE49-F238E27FC236}">
                <a16:creationId xmlns:a16="http://schemas.microsoft.com/office/drawing/2014/main" id="{062C415C-2EF2-186A-04FA-1B6BE61C4101}"/>
              </a:ext>
            </a:extLst>
          </p:cNvPr>
          <p:cNvSpPr>
            <a:spLocks noGrp="1"/>
          </p:cNvSpPr>
          <p:nvPr>
            <p:ph type="ctrTitle" hasCustomPrompt="1"/>
          </p:nvPr>
        </p:nvSpPr>
        <p:spPr>
          <a:xfrm>
            <a:off x="477246" y="4440902"/>
            <a:ext cx="6460999" cy="166539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br>
              <a:rPr lang="en-US"/>
            </a:br>
            <a:r>
              <a:rPr lang="en-US"/>
              <a:t>here</a:t>
            </a:r>
          </a:p>
        </p:txBody>
      </p:sp>
      <p:pic>
        <p:nvPicPr>
          <p:cNvPr id="10" name="Picture 9">
            <a:extLst>
              <a:ext uri="{FF2B5EF4-FFF2-40B4-BE49-F238E27FC236}">
                <a16:creationId xmlns:a16="http://schemas.microsoft.com/office/drawing/2014/main" id="{945DBD93-60E8-0B8F-03C1-2B446EC2F7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598" y="314619"/>
            <a:ext cx="1283702" cy="769597"/>
          </a:xfrm>
          <a:prstGeom prst="rect">
            <a:avLst/>
          </a:prstGeom>
        </p:spPr>
      </p:pic>
      <p:sp>
        <p:nvSpPr>
          <p:cNvPr id="12" name="Text Placeholder 11">
            <a:extLst>
              <a:ext uri="{FF2B5EF4-FFF2-40B4-BE49-F238E27FC236}">
                <a16:creationId xmlns:a16="http://schemas.microsoft.com/office/drawing/2014/main" id="{B3897E40-56A2-91DD-CCE8-8E38608EBFA0}"/>
              </a:ext>
            </a:extLst>
          </p:cNvPr>
          <p:cNvSpPr>
            <a:spLocks noGrp="1"/>
          </p:cNvSpPr>
          <p:nvPr>
            <p:ph type="body" sz="quarter" idx="13" hasCustomPrompt="1"/>
          </p:nvPr>
        </p:nvSpPr>
        <p:spPr>
          <a:xfrm>
            <a:off x="9170126" y="5034988"/>
            <a:ext cx="2544628" cy="313932"/>
          </a:xfrm>
        </p:spPr>
        <p:txBody>
          <a:bodyPr wrap="square"/>
          <a:lstStyle>
            <a:lvl1pPr marL="0" indent="0" algn="ctr">
              <a:spcAft>
                <a:spcPts val="300"/>
              </a:spcAft>
              <a:buNone/>
              <a:defRPr sz="1600" b="0" i="0">
                <a:solidFill>
                  <a:schemeClr val="tx2"/>
                </a:solidFill>
                <a:latin typeface="Amazon Ember Display" panose="020F0603020204020204" pitchFamily="34" charset="0"/>
              </a:defRPr>
            </a:lvl1pPr>
          </a:lstStyle>
          <a:p>
            <a:pPr lvl="0"/>
            <a:r>
              <a:rPr lang="en-US"/>
              <a:t>In collaboration with</a:t>
            </a:r>
          </a:p>
        </p:txBody>
      </p:sp>
    </p:spTree>
    <p:extLst>
      <p:ext uri="{BB962C8B-B14F-4D97-AF65-F5344CB8AC3E}">
        <p14:creationId xmlns:p14="http://schemas.microsoft.com/office/powerpoint/2010/main" val="2322644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Title Slide 1B">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C35B44E-D009-7238-7D9A-79314B1D0C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18671D03-03D2-3246-0292-3278FC46E9BD}"/>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sp>
        <p:nvSpPr>
          <p:cNvPr id="13" name="Text Placeholder 7">
            <a:extLst>
              <a:ext uri="{FF2B5EF4-FFF2-40B4-BE49-F238E27FC236}">
                <a16:creationId xmlns:a16="http://schemas.microsoft.com/office/drawing/2014/main" id="{F7A14831-118F-D903-FBF8-08F6C0E1C51D}"/>
              </a:ext>
            </a:extLst>
          </p:cNvPr>
          <p:cNvSpPr>
            <a:spLocks noGrp="1"/>
          </p:cNvSpPr>
          <p:nvPr>
            <p:ph type="body" sz="quarter" idx="10" hasCustomPrompt="1"/>
          </p:nvPr>
        </p:nvSpPr>
        <p:spPr>
          <a:xfrm>
            <a:off x="609598" y="3965866"/>
            <a:ext cx="3170550" cy="191515"/>
          </a:xfrm>
        </p:spPr>
        <p:txBody>
          <a:bodyPr wrap="square"/>
          <a:lstStyle>
            <a:lvl1pPr marL="0" indent="0">
              <a:spcAft>
                <a:spcPts val="0"/>
              </a:spcAft>
              <a:buNone/>
              <a:defRPr sz="13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a:t>ENTER EYEBROW TREATMENT</a:t>
            </a:r>
          </a:p>
        </p:txBody>
      </p:sp>
      <p:sp>
        <p:nvSpPr>
          <p:cNvPr id="14" name="Title 1">
            <a:extLst>
              <a:ext uri="{FF2B5EF4-FFF2-40B4-BE49-F238E27FC236}">
                <a16:creationId xmlns:a16="http://schemas.microsoft.com/office/drawing/2014/main" id="{D5667255-5717-15E3-15D5-EE54F25E2498}"/>
              </a:ext>
            </a:extLst>
          </p:cNvPr>
          <p:cNvSpPr>
            <a:spLocks noGrp="1"/>
          </p:cNvSpPr>
          <p:nvPr>
            <p:ph type="ctrTitle" hasCustomPrompt="1"/>
          </p:nvPr>
        </p:nvSpPr>
        <p:spPr>
          <a:xfrm>
            <a:off x="477246" y="4440902"/>
            <a:ext cx="6460999" cy="166539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title</a:t>
            </a:r>
            <a:br>
              <a:rPr lang="en-US"/>
            </a:br>
            <a:r>
              <a:rPr lang="en-US"/>
              <a:t>here</a:t>
            </a:r>
          </a:p>
        </p:txBody>
      </p:sp>
      <p:pic>
        <p:nvPicPr>
          <p:cNvPr id="17" name="Picture 16">
            <a:extLst>
              <a:ext uri="{FF2B5EF4-FFF2-40B4-BE49-F238E27FC236}">
                <a16:creationId xmlns:a16="http://schemas.microsoft.com/office/drawing/2014/main" id="{0AA3514D-62F7-F4CA-514C-09D1E5C317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598" y="314619"/>
            <a:ext cx="1283702" cy="769597"/>
          </a:xfrm>
          <a:prstGeom prst="rect">
            <a:avLst/>
          </a:prstGeom>
        </p:spPr>
      </p:pic>
      <p:sp>
        <p:nvSpPr>
          <p:cNvPr id="22" name="Text Placeholder 11">
            <a:extLst>
              <a:ext uri="{FF2B5EF4-FFF2-40B4-BE49-F238E27FC236}">
                <a16:creationId xmlns:a16="http://schemas.microsoft.com/office/drawing/2014/main" id="{37019E3F-7419-4C95-D907-DC1BEA403647}"/>
              </a:ext>
            </a:extLst>
          </p:cNvPr>
          <p:cNvSpPr>
            <a:spLocks noGrp="1"/>
          </p:cNvSpPr>
          <p:nvPr>
            <p:ph type="body" sz="quarter" idx="13" hasCustomPrompt="1"/>
          </p:nvPr>
        </p:nvSpPr>
        <p:spPr>
          <a:xfrm>
            <a:off x="9170126" y="5034988"/>
            <a:ext cx="2544628" cy="313932"/>
          </a:xfrm>
        </p:spPr>
        <p:txBody>
          <a:bodyPr wrap="square"/>
          <a:lstStyle>
            <a:lvl1pPr marL="0" indent="0" algn="ctr">
              <a:spcAft>
                <a:spcPts val="300"/>
              </a:spcAft>
              <a:buNone/>
              <a:defRPr sz="1600" b="0" i="0">
                <a:solidFill>
                  <a:schemeClr val="tx2"/>
                </a:solidFill>
                <a:latin typeface="Amazon Ember Display" panose="020F0603020204020204" pitchFamily="34" charset="0"/>
              </a:defRPr>
            </a:lvl1pPr>
          </a:lstStyle>
          <a:p>
            <a:pPr lvl="0"/>
            <a:r>
              <a:rPr lang="en-US"/>
              <a:t>In collaboration with</a:t>
            </a:r>
          </a:p>
        </p:txBody>
      </p:sp>
    </p:spTree>
    <p:extLst>
      <p:ext uri="{BB962C8B-B14F-4D97-AF65-F5344CB8AC3E}">
        <p14:creationId xmlns:p14="http://schemas.microsoft.com/office/powerpoint/2010/main" val="3561154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F1B3F-5EAF-BF4D-EAC3-027F3AE85E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293209"/>
          </a:xfrm>
        </p:spPr>
        <p:txBody>
          <a:bodyPr/>
          <a:lstStyle>
            <a:lvl1pPr marL="0" indent="0">
              <a:spcAft>
                <a:spcPts val="3000"/>
              </a:spcAft>
              <a:buNone/>
              <a:defRPr sz="2400" b="0" i="0">
                <a:latin typeface="Amazon Ember Display" panose="020F0603020204020204" pitchFamily="34" charset="0"/>
              </a:defRPr>
            </a:lvl1pPr>
            <a:lvl2pPr marL="0" indent="0">
              <a:spcAft>
                <a:spcPts val="3000"/>
              </a:spcAft>
              <a:buNone/>
              <a:defRPr sz="2400" b="0" i="0">
                <a:latin typeface="Amazon Ember Display" panose="020F0603020204020204" pitchFamily="34" charset="0"/>
              </a:defRPr>
            </a:lvl2pPr>
            <a:lvl3pPr marL="0" indent="0">
              <a:spcAft>
                <a:spcPts val="3000"/>
              </a:spcAft>
              <a:buNone/>
              <a:defRPr sz="2400" b="0" i="0">
                <a:latin typeface="Amazon Ember Display" panose="020F0603020204020204" pitchFamily="34" charset="0"/>
              </a:defRPr>
            </a:lvl3pPr>
            <a:lvl4pPr marL="0" indent="0">
              <a:spcAft>
                <a:spcPts val="3000"/>
              </a:spcAft>
              <a:buNone/>
              <a:defRPr sz="2400" b="0" i="0">
                <a:latin typeface="Amazon Ember Display" panose="020F0603020204020204" pitchFamily="34" charset="0"/>
              </a:defRPr>
            </a:lvl4pPr>
            <a:lvl5pPr marL="0" indent="0">
              <a:spcAft>
                <a:spcPts val="3000"/>
              </a:spcAft>
              <a:buNone/>
              <a:defRPr sz="2400" b="0" i="0">
                <a:latin typeface="Amazon Ember Display" panose="020F0603020204020204" pitchFamily="34" charset="0"/>
              </a:defRPr>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9/5/25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009391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9356ED-54C0-AD03-2028-FEFC88C137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293209"/>
          </a:xfrm>
        </p:spPr>
        <p:txBody>
          <a:bodyPr/>
          <a:lstStyle>
            <a:lvl1pPr marL="0" indent="0">
              <a:spcAft>
                <a:spcPts val="3000"/>
              </a:spcAft>
              <a:buNone/>
              <a:defRPr sz="2400" b="0" i="0">
                <a:latin typeface="Amazon Ember Display" panose="020F0603020204020204" pitchFamily="34" charset="0"/>
              </a:defRPr>
            </a:lvl1pPr>
            <a:lvl2pPr marL="0" indent="0">
              <a:spcAft>
                <a:spcPts val="3000"/>
              </a:spcAft>
              <a:buNone/>
              <a:defRPr sz="2400" b="0" i="0">
                <a:latin typeface="Amazon Ember Display" panose="020F0603020204020204" pitchFamily="34" charset="0"/>
              </a:defRPr>
            </a:lvl2pPr>
            <a:lvl3pPr marL="0" indent="0">
              <a:spcAft>
                <a:spcPts val="3000"/>
              </a:spcAft>
              <a:buNone/>
              <a:defRPr sz="2400" b="0" i="0">
                <a:latin typeface="Amazon Ember Display" panose="020F0603020204020204" pitchFamily="34" charset="0"/>
              </a:defRPr>
            </a:lvl3pPr>
            <a:lvl4pPr marL="0" indent="0">
              <a:spcAft>
                <a:spcPts val="3000"/>
              </a:spcAft>
              <a:buNone/>
              <a:defRPr sz="2400" b="0" i="0">
                <a:latin typeface="Amazon Ember Display" panose="020F0603020204020204" pitchFamily="34" charset="0"/>
              </a:defRPr>
            </a:lvl4pPr>
            <a:lvl5pPr marL="0" indent="0">
              <a:spcAft>
                <a:spcPts val="3000"/>
              </a:spcAft>
              <a:buNone/>
              <a:defRPr sz="2400" b="0" i="0">
                <a:latin typeface="Amazon Ember Display" panose="020F0603020204020204" pitchFamily="34" charset="0"/>
              </a:defRPr>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9/5/25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E9F3380B-4C2C-4CFA-5735-2689C62E6B51}"/>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Agenda layout</a:t>
            </a:r>
          </a:p>
        </p:txBody>
      </p:sp>
    </p:spTree>
    <p:extLst>
      <p:ext uri="{BB962C8B-B14F-4D97-AF65-F5344CB8AC3E}">
        <p14:creationId xmlns:p14="http://schemas.microsoft.com/office/powerpoint/2010/main" val="4236543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Slide 3">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67722-074B-A21B-E711-8760B52945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293209"/>
          </a:xfrm>
        </p:spPr>
        <p:txBody>
          <a:bodyPr/>
          <a:lstStyle>
            <a:lvl1pPr marL="0" indent="0">
              <a:spcAft>
                <a:spcPts val="3000"/>
              </a:spcAft>
              <a:buNone/>
              <a:defRPr sz="2400" b="0" i="0">
                <a:latin typeface="Amazon Ember Display" panose="020F0603020204020204" pitchFamily="34" charset="0"/>
              </a:defRPr>
            </a:lvl1pPr>
            <a:lvl2pPr marL="0" indent="0">
              <a:spcAft>
                <a:spcPts val="3000"/>
              </a:spcAft>
              <a:buNone/>
              <a:defRPr sz="2400" b="0" i="0">
                <a:latin typeface="Amazon Ember Display" panose="020F0603020204020204" pitchFamily="34" charset="0"/>
              </a:defRPr>
            </a:lvl2pPr>
            <a:lvl3pPr marL="0" indent="0">
              <a:spcAft>
                <a:spcPts val="3000"/>
              </a:spcAft>
              <a:buNone/>
              <a:defRPr sz="2400" b="0" i="0">
                <a:latin typeface="Amazon Ember Display" panose="020F0603020204020204" pitchFamily="34" charset="0"/>
              </a:defRPr>
            </a:lvl3pPr>
            <a:lvl4pPr marL="0" indent="0">
              <a:spcAft>
                <a:spcPts val="3000"/>
              </a:spcAft>
              <a:buNone/>
              <a:defRPr sz="2400" b="0" i="0">
                <a:latin typeface="Amazon Ember Display" panose="020F0603020204020204" pitchFamily="34" charset="0"/>
              </a:defRPr>
            </a:lvl4pPr>
            <a:lvl5pPr marL="0" indent="0">
              <a:spcAft>
                <a:spcPts val="3000"/>
              </a:spcAft>
              <a:buNone/>
              <a:defRPr sz="2400" b="0" i="0">
                <a:latin typeface="Amazon Ember Display" panose="020F0603020204020204" pitchFamily="34" charset="0"/>
              </a:defRPr>
            </a:lvl5pPr>
          </a:lstStyle>
          <a:p>
            <a:pPr lvl="0"/>
            <a:r>
              <a:rPr lang="en-US"/>
              <a:t>Enter high-level agenda items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6736434-7E81-994B-854B-1BF33F160A0D}" type="datetime1">
              <a:rPr lang="en-US" smtClean="0"/>
              <a:pPr/>
              <a:t>9/5/25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2" name="Title 1">
            <a:extLst>
              <a:ext uri="{FF2B5EF4-FFF2-40B4-BE49-F238E27FC236}">
                <a16:creationId xmlns:a16="http://schemas.microsoft.com/office/drawing/2014/main" id="{ADD7451C-3F29-6F6D-F332-22252720A08E}"/>
              </a:ext>
            </a:extLst>
          </p:cNvPr>
          <p:cNvSpPr>
            <a:spLocks noGrp="1"/>
          </p:cNvSpPr>
          <p:nvPr>
            <p:ph type="title" hasCustomPrompt="1"/>
          </p:nvPr>
        </p:nvSpPr>
        <p:spPr>
          <a:xfrm>
            <a:off x="525376" y="914401"/>
            <a:ext cx="10972800" cy="5909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Agenda layout</a:t>
            </a:r>
          </a:p>
        </p:txBody>
      </p:sp>
    </p:spTree>
    <p:extLst>
      <p:ext uri="{BB962C8B-B14F-4D97-AF65-F5344CB8AC3E}">
        <p14:creationId xmlns:p14="http://schemas.microsoft.com/office/powerpoint/2010/main" val="3633128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609601"/>
            <a:ext cx="10972800" cy="590931"/>
          </a:xfrm>
          <a:prstGeom prst="rect">
            <a:avLst/>
          </a:prstGeom>
        </p:spPr>
        <p:txBody>
          <a:bodyPr lIns="0"/>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9/5/25</a:t>
            </a:fld>
            <a:endParaRPr lang="en-US"/>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3456560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EF1A7C1-68CD-4219-8DB9-9756A46BF625}"/>
              </a:ext>
            </a:extLst>
          </p:cNvPr>
          <p:cNvPicPr>
            <a:picLocks noChangeAspect="1"/>
          </p:cNvPicPr>
          <p:nvPr userDrawn="1"/>
        </p:nvPicPr>
        <p:blipFill>
          <a:blip r:embed="rId2">
            <a:alphaModFix amt="30000"/>
            <a:extLst>
              <a:ext uri="{28A0092B-C50C-407E-A947-70E740481C1C}">
                <a14:useLocalDpi xmlns:a14="http://schemas.microsoft.com/office/drawing/2010/main" val="0"/>
              </a:ext>
            </a:extLst>
          </a:blip>
          <a:srcRect l="4187" t="23358" r="27307" b="8135"/>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609601"/>
            <a:ext cx="10972800" cy="590931"/>
          </a:xfrm>
          <a:prstGeom prst="rect">
            <a:avLst/>
          </a:prstGeom>
        </p:spPr>
        <p:txBody>
          <a:bodyPr lIns="0"/>
          <a:lstStyle>
            <a:lvl1pPr>
              <a:defRPr sz="3600" b="0" i="0" spc="-50" baseline="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00D62F-E191-C046-B6EA-E79BE99AA24A}" type="datetime1">
              <a:rPr lang="en-US" smtClean="0"/>
              <a:pPr/>
              <a:t>9/5/25</a:t>
            </a:fld>
            <a:endParaRPr lang="en-US"/>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3992875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Only" preserve="1">
  <p:cSld name="Title Only Gradient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2C0AD3-8E0A-E268-62C3-C4FC5A4FB6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9/5/25</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4428B6B8-8E5D-CCC5-1806-0A8018C1A944}"/>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spTree>
    <p:extLst>
      <p:ext uri="{BB962C8B-B14F-4D97-AF65-F5344CB8AC3E}">
        <p14:creationId xmlns:p14="http://schemas.microsoft.com/office/powerpoint/2010/main" val="3373684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Only" preserve="1">
  <p:cSld name="Title Only Gradient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0C3FBB-5E23-AF69-9744-2F6B8EFD3C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9/5/25</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F9F4A711-3A53-0556-7C8C-BBE097FED1A5}"/>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spTree>
    <p:extLst>
      <p:ext uri="{BB962C8B-B14F-4D97-AF65-F5344CB8AC3E}">
        <p14:creationId xmlns:p14="http://schemas.microsoft.com/office/powerpoint/2010/main" val="41679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Title Only Gradient 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89A2D94-1136-E0D2-3E6B-F8762074B8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914401"/>
            <a:ext cx="10972800" cy="590931"/>
          </a:xfrm>
          <a:prstGeom prst="rect">
            <a:avLst/>
          </a:prstGeom>
        </p:spPr>
        <p:txBody>
          <a:bodyPr/>
          <a:lstStyle>
            <a:lvl1pPr>
              <a:defRPr sz="3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only layout with gradient</a:t>
            </a:r>
          </a:p>
        </p:txBody>
      </p:sp>
      <p:sp>
        <p:nvSpPr>
          <p:cNvPr id="7" name="Date Placeholder 6">
            <a:extLst>
              <a:ext uri="{FF2B5EF4-FFF2-40B4-BE49-F238E27FC236}">
                <a16:creationId xmlns:a16="http://schemas.microsoft.com/office/drawing/2014/main" id="{9FF00575-76B9-4D8B-9903-136ED9A42301}"/>
              </a:ext>
            </a:extLst>
          </p:cNvPr>
          <p:cNvSpPr>
            <a:spLocks noGrp="1"/>
          </p:cNvSpPr>
          <p:nvPr>
            <p:ph type="dt" sz="half" idx="10"/>
          </p:nvPr>
        </p:nvSpPr>
        <p:spPr/>
        <p:txBody>
          <a:bodyPr/>
          <a:lstStyle>
            <a:lvl1pPr>
              <a:defRPr b="0" i="0">
                <a:latin typeface="Amazon Ember Display" panose="020F0603020204020204" pitchFamily="34" charset="0"/>
              </a:defRPr>
            </a:lvl1pPr>
          </a:lstStyle>
          <a:p>
            <a:fld id="{393093C1-DE68-B74B-A980-4E3BCEBC269D}" type="datetime1">
              <a:rPr lang="en-US" smtClean="0"/>
              <a:pPr/>
              <a:t>9/5/25</a:t>
            </a:fld>
            <a:endParaRPr lang="en-US"/>
          </a:p>
        </p:txBody>
      </p:sp>
      <p:sp>
        <p:nvSpPr>
          <p:cNvPr id="8" name="Footer Placeholder 7">
            <a:extLst>
              <a:ext uri="{FF2B5EF4-FFF2-40B4-BE49-F238E27FC236}">
                <a16:creationId xmlns:a16="http://schemas.microsoft.com/office/drawing/2014/main" id="{56CDB515-1F55-4916-8897-BD5A83C12C05}"/>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2A0F2630-6040-4D96-BE1B-D7C27F2C1B9C}"/>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pic>
        <p:nvPicPr>
          <p:cNvPr id="4" name="Picture 3">
            <a:extLst>
              <a:ext uri="{FF2B5EF4-FFF2-40B4-BE49-F238E27FC236}">
                <a16:creationId xmlns:a16="http://schemas.microsoft.com/office/drawing/2014/main" id="{5B337A45-3492-46BC-9D48-C3D4051171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8756"/>
          </a:xfrm>
          <a:prstGeom prst="rect">
            <a:avLst/>
          </a:prstGeom>
        </p:spPr>
      </p:pic>
      <p:pic>
        <p:nvPicPr>
          <p:cNvPr id="16" name="Picture 15">
            <a:extLst>
              <a:ext uri="{FF2B5EF4-FFF2-40B4-BE49-F238E27FC236}">
                <a16:creationId xmlns:a16="http://schemas.microsoft.com/office/drawing/2014/main" id="{74FB8723-8ACA-4EE1-B41C-61357DA12B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3" name="TextBox 2">
            <a:extLst>
              <a:ext uri="{FF2B5EF4-FFF2-40B4-BE49-F238E27FC236}">
                <a16:creationId xmlns:a16="http://schemas.microsoft.com/office/drawing/2014/main" id="{1D5991EA-CAC1-E0F6-9D55-149B6A0AE199}"/>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spTree>
    <p:extLst>
      <p:ext uri="{BB962C8B-B14F-4D97-AF65-F5344CB8AC3E}">
        <p14:creationId xmlns:p14="http://schemas.microsoft.com/office/powerpoint/2010/main" val="320023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539262" y="914401"/>
            <a:ext cx="10972800" cy="535531"/>
          </a:xfrm>
          <a:prstGeom prst="rect">
            <a:avLst/>
          </a:prstGeom>
        </p:spPr>
        <p:txBody>
          <a:bodyPr>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609600" y="1455968"/>
            <a:ext cx="10972800" cy="341632"/>
          </a:xfrm>
        </p:spPr>
        <p:txBody>
          <a:bodyPr/>
          <a:lstStyle>
            <a:lvl1pPr marL="0" indent="0">
              <a:buNone/>
              <a:defRPr sz="1800" b="0" i="0" cap="none" spc="0" baseline="0">
                <a:latin typeface="Amazon Ember Display" panose="020F0603020204020204" pitchFamily="34" charset="0"/>
              </a:defRPr>
            </a:lvl1pPr>
          </a:lstStyle>
          <a:p>
            <a:pPr lvl="0"/>
            <a:r>
              <a:rPr lang="en-US"/>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lvl1pPr>
              <a:defRPr b="0" i="0">
                <a:latin typeface="Amazon Ember Display" panose="020F0603020204020204" pitchFamily="34" charset="0"/>
              </a:defRPr>
            </a:lvl1pPr>
          </a:lstStyle>
          <a:p>
            <a:fld id="{31D3B374-854B-EF47-9B56-0018B9F83111}" type="datetime1">
              <a:rPr lang="en-US" smtClean="0"/>
              <a:pPr/>
              <a:t>9/5/25</a:t>
            </a:fld>
            <a:endParaRPr lang="en-US"/>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475047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Title and Subtit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710633-AADF-645D-EF31-734FC989FDDC}"/>
              </a:ext>
            </a:extLst>
          </p:cNvPr>
          <p:cNvPicPr>
            <a:picLocks noChangeAspect="1"/>
          </p:cNvPicPr>
          <p:nvPr userDrawn="1"/>
        </p:nvPicPr>
        <p:blipFill>
          <a:blip r:embed="rId2">
            <a:alphaModFix amt="30000"/>
            <a:extLst>
              <a:ext uri="{28A0092B-C50C-407E-A947-70E740481C1C}">
                <a14:useLocalDpi xmlns:a14="http://schemas.microsoft.com/office/drawing/2010/main" val="0"/>
              </a:ext>
            </a:extLst>
          </a:blip>
          <a:srcRect l="4187" t="23358" r="27307" b="8135"/>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a:xfrm>
            <a:off x="609600" y="548640"/>
            <a:ext cx="10972800" cy="649283"/>
          </a:xfrm>
          <a:prstGeom prst="rect">
            <a:avLst/>
          </a:prstGeom>
        </p:spPr>
        <p:txBody>
          <a:bodyPr lIns="0" anchor="b">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609600" y="1203959"/>
            <a:ext cx="10972800" cy="341632"/>
          </a:xfrm>
        </p:spPr>
        <p:txBody>
          <a:bodyPr/>
          <a:lstStyle>
            <a:lvl1pPr marL="0" indent="0">
              <a:buNone/>
              <a:defRPr sz="1800" b="0" i="0" cap="none" spc="0" baseline="0">
                <a:latin typeface="Amazon Ember Display" panose="020F0603020204020204" pitchFamily="34" charset="0"/>
              </a:defRPr>
            </a:lvl1pPr>
          </a:lstStyle>
          <a:p>
            <a:pPr lvl="0"/>
            <a:r>
              <a:rPr lang="en-US"/>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lvl1pPr>
              <a:defRPr b="0" i="0">
                <a:latin typeface="Amazon Ember Display" panose="020F0603020204020204" pitchFamily="34" charset="0"/>
              </a:defRPr>
            </a:lvl1pPr>
          </a:lstStyle>
          <a:p>
            <a:fld id="{31D3B374-854B-EF47-9B56-0018B9F83111}" type="datetime1">
              <a:rPr lang="en-US" smtClean="0"/>
              <a:pPr/>
              <a:t>9/5/25</a:t>
            </a:fld>
            <a:endParaRPr lang="en-US"/>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546824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lvl1pPr>
              <a:defRPr b="0" i="0">
                <a:latin typeface="Amazon Ember Display" panose="020F0603020204020204" pitchFamily="34" charset="0"/>
              </a:defRPr>
            </a:lvl1pPr>
          </a:lstStyle>
          <a:p>
            <a:fld id="{238B2222-37A4-5449-B1D9-9B13ADA59E84}" type="datetime1">
              <a:rPr lang="en-US" smtClean="0"/>
              <a:pPr/>
              <a:t>9/5/25</a:t>
            </a:fld>
            <a:endParaRPr lang="en-US"/>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123699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826996-DC77-C37D-7453-92555ED5F5F1}"/>
              </a:ext>
            </a:extLst>
          </p:cNvPr>
          <p:cNvPicPr>
            <a:picLocks noChangeAspect="1"/>
          </p:cNvPicPr>
          <p:nvPr userDrawn="1"/>
        </p:nvPicPr>
        <p:blipFill>
          <a:blip r:embed="rId2">
            <a:alphaModFix amt="30000"/>
            <a:extLst>
              <a:ext uri="{28A0092B-C50C-407E-A947-70E740481C1C}">
                <a14:useLocalDpi xmlns:a14="http://schemas.microsoft.com/office/drawing/2010/main" val="0"/>
              </a:ext>
            </a:extLst>
          </a:blip>
          <a:srcRect l="4187" t="23358" r="27307" b="8135"/>
          <a:stretch/>
        </p:blipFill>
        <p:spPr>
          <a:xfrm flipH="1">
            <a:off x="0" y="0"/>
            <a:ext cx="12192000" cy="6858000"/>
          </a:xfrm>
          <a:prstGeom prst="rect">
            <a:avLst/>
          </a:prstGeom>
        </p:spPr>
      </p:pic>
      <p:sp>
        <p:nvSpPr>
          <p:cNvPr id="2" name="Date Placeholder 1">
            <a:extLst>
              <a:ext uri="{FF2B5EF4-FFF2-40B4-BE49-F238E27FC236}">
                <a16:creationId xmlns:a16="http://schemas.microsoft.com/office/drawing/2014/main" id="{7F86B726-34C0-4C1C-A252-97930DC77EE4}"/>
              </a:ext>
            </a:extLst>
          </p:cNvPr>
          <p:cNvSpPr>
            <a:spLocks noGrp="1"/>
          </p:cNvSpPr>
          <p:nvPr>
            <p:ph type="dt" sz="half" idx="10"/>
          </p:nvPr>
        </p:nvSpPr>
        <p:spPr/>
        <p:txBody>
          <a:bodyPr/>
          <a:lstStyle>
            <a:lvl1pPr>
              <a:defRPr b="0" i="0">
                <a:latin typeface="Amazon Ember Display" panose="020F0603020204020204" pitchFamily="34" charset="0"/>
              </a:defRPr>
            </a:lvl1pPr>
          </a:lstStyle>
          <a:p>
            <a:fld id="{238B2222-37A4-5449-B1D9-9B13ADA59E84}" type="datetime1">
              <a:rPr lang="en-US" smtClean="0"/>
              <a:pPr/>
              <a:t>9/5/25</a:t>
            </a:fld>
            <a:endParaRPr lang="en-US"/>
          </a:p>
        </p:txBody>
      </p:sp>
      <p:sp>
        <p:nvSpPr>
          <p:cNvPr id="3" name="Footer Placeholder 2">
            <a:extLst>
              <a:ext uri="{FF2B5EF4-FFF2-40B4-BE49-F238E27FC236}">
                <a16:creationId xmlns:a16="http://schemas.microsoft.com/office/drawing/2014/main" id="{883103B0-BAC9-4248-BF05-F8F64F81D313}"/>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4" name="Slide Number Placeholder 3">
            <a:extLst>
              <a:ext uri="{FF2B5EF4-FFF2-40B4-BE49-F238E27FC236}">
                <a16:creationId xmlns:a16="http://schemas.microsoft.com/office/drawing/2014/main" id="{36BB167B-71A0-4735-93B6-5A034F89FE2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16509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2511457"/>
          </a:xfrm>
        </p:spPr>
        <p:txBody>
          <a:bodyPr/>
          <a:lstStyle>
            <a:lvl1pPr marL="0" indent="0">
              <a:spcAft>
                <a:spcPts val="1800"/>
              </a:spcAft>
              <a:buNone/>
              <a:defRPr b="0" i="0">
                <a:latin typeface="Amazon Ember Display" panose="020F0603020204020204" pitchFamily="34" charset="0"/>
              </a:defRPr>
            </a:lvl1pPr>
            <a:lvl2pPr marL="285750" indent="0">
              <a:spcAft>
                <a:spcPts val="1800"/>
              </a:spcAft>
              <a:buNone/>
              <a:defRPr b="0" i="0">
                <a:latin typeface="Amazon Ember Display" panose="020F0603020204020204" pitchFamily="34" charset="0"/>
              </a:defRPr>
            </a:lvl2pPr>
            <a:lvl3pPr marL="628650" indent="0">
              <a:spcAft>
                <a:spcPts val="1800"/>
              </a:spcAft>
              <a:buNone/>
              <a:defRPr b="0" i="0">
                <a:latin typeface="Amazon Ember Display" panose="020F0603020204020204" pitchFamily="34" charset="0"/>
              </a:defRPr>
            </a:lvl3pPr>
            <a:lvl4pPr marL="914400" indent="0">
              <a:spcAft>
                <a:spcPts val="1800"/>
              </a:spcAft>
              <a:buNone/>
              <a:defRPr b="0" i="0">
                <a:latin typeface="Amazon Ember Display" panose="020F0603020204020204" pitchFamily="34" charset="0"/>
              </a:defRPr>
            </a:lvl4pPr>
            <a:lvl5pPr marL="1143000" indent="0">
              <a:spcAft>
                <a:spcPts val="1800"/>
              </a:spcAft>
              <a:buNone/>
              <a:defRPr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lvl1pPr>
              <a:defRPr b="0" i="0">
                <a:latin typeface="Amazon Ember Display" panose="020F0603020204020204" pitchFamily="34" charset="0"/>
              </a:defRPr>
            </a:lvl1pPr>
          </a:lstStyle>
          <a:p>
            <a:fld id="{B9026E32-37D5-A446-8A01-9B6BBEB5E690}" type="datetime1">
              <a:rPr lang="en-US" smtClean="0"/>
              <a:pPr/>
              <a:t>9/5/25</a:t>
            </a:fld>
            <a:endParaRPr lang="en-US"/>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3261604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2203680"/>
          </a:xfrm>
        </p:spPr>
        <p:txBody>
          <a:bodyPr/>
          <a:lstStyle>
            <a:lvl1pPr>
              <a:defRPr b="0" i="0">
                <a:latin typeface="Amazon Ember Display" panose="020F0603020204020204" pitchFamily="34" charset="0"/>
              </a:defRPr>
            </a:lvl1pPr>
            <a:lvl2pPr>
              <a:defRPr b="0" i="0">
                <a:latin typeface="Amazon Ember Display" panose="020F0603020204020204" pitchFamily="34" charset="0"/>
              </a:defRPr>
            </a:lvl2pPr>
            <a:lvl3pPr>
              <a:defRPr b="0" i="0">
                <a:latin typeface="Amazon Ember Display" panose="020F0603020204020204" pitchFamily="34" charset="0"/>
              </a:defRPr>
            </a:lvl3pPr>
            <a:lvl4pPr>
              <a:defRPr b="0" i="0">
                <a:latin typeface="Amazon Ember Display" panose="020F0603020204020204" pitchFamily="34" charset="0"/>
              </a:defRPr>
            </a:lvl4pPr>
            <a:lvl5pPr>
              <a:defRPr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 </a:t>
            </a:r>
          </a:p>
        </p:txBody>
      </p:sp>
      <p:sp>
        <p:nvSpPr>
          <p:cNvPr id="4" name="Date Placeholder 3">
            <a:extLst>
              <a:ext uri="{FF2B5EF4-FFF2-40B4-BE49-F238E27FC236}">
                <a16:creationId xmlns:a16="http://schemas.microsoft.com/office/drawing/2014/main" id="{5428ABEB-87DF-4979-B8D5-38D09C158222}"/>
              </a:ext>
            </a:extLst>
          </p:cNvPr>
          <p:cNvSpPr>
            <a:spLocks noGrp="1"/>
          </p:cNvSpPr>
          <p:nvPr>
            <p:ph type="dt" sz="half" idx="10"/>
          </p:nvPr>
        </p:nvSpPr>
        <p:spPr/>
        <p:txBody>
          <a:bodyPr/>
          <a:lstStyle>
            <a:lvl1pPr>
              <a:defRPr b="0" i="0">
                <a:latin typeface="Amazon Ember Display" panose="020F0603020204020204" pitchFamily="34" charset="0"/>
              </a:defRPr>
            </a:lvl1pPr>
          </a:lstStyle>
          <a:p>
            <a:fld id="{F68F78D1-9721-044C-B65C-A6FC97994CEC}" type="datetime1">
              <a:rPr lang="en-US" smtClean="0"/>
              <a:pPr/>
              <a:t>9/5/25</a:t>
            </a:fld>
            <a:endParaRPr lang="en-US"/>
          </a:p>
        </p:txBody>
      </p:sp>
      <p:sp>
        <p:nvSpPr>
          <p:cNvPr id="5" name="Footer Placeholder 4">
            <a:extLst>
              <a:ext uri="{FF2B5EF4-FFF2-40B4-BE49-F238E27FC236}">
                <a16:creationId xmlns:a16="http://schemas.microsoft.com/office/drawing/2014/main" id="{B67DE3A9-1F3C-45F4-9F53-543C4B62D7F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194984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subtitle,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33600"/>
            <a:ext cx="10972800" cy="2511457"/>
          </a:xfrm>
        </p:spPr>
        <p:txBody>
          <a:bodyPr/>
          <a:lstStyle>
            <a:lvl1pPr marL="0" indent="0">
              <a:spcAft>
                <a:spcPts val="1800"/>
              </a:spcAft>
              <a:buNone/>
              <a:defRPr b="0" i="0">
                <a:latin typeface="Amazon Ember Display" panose="020F0603020204020204" pitchFamily="34" charset="0"/>
              </a:defRPr>
            </a:lvl1pPr>
            <a:lvl2pPr marL="285750" indent="0">
              <a:spcAft>
                <a:spcPts val="1800"/>
              </a:spcAft>
              <a:buNone/>
              <a:defRPr b="0" i="0">
                <a:latin typeface="Amazon Ember Display" panose="020F0603020204020204" pitchFamily="34" charset="0"/>
              </a:defRPr>
            </a:lvl2pPr>
            <a:lvl3pPr marL="628650" indent="0">
              <a:spcAft>
                <a:spcPts val="1800"/>
              </a:spcAft>
              <a:buNone/>
              <a:defRPr b="0" i="0">
                <a:latin typeface="Amazon Ember Display" panose="020F0603020204020204" pitchFamily="34" charset="0"/>
              </a:defRPr>
            </a:lvl3pPr>
            <a:lvl4pPr marL="914400" indent="0">
              <a:spcAft>
                <a:spcPts val="1800"/>
              </a:spcAft>
              <a:buNone/>
              <a:defRPr b="0" i="0">
                <a:latin typeface="Amazon Ember Display" panose="020F0603020204020204" pitchFamily="34" charset="0"/>
              </a:defRPr>
            </a:lvl4pPr>
            <a:lvl5pPr marL="1143000" indent="0">
              <a:spcAft>
                <a:spcPts val="1800"/>
              </a:spcAft>
              <a:buNone/>
              <a:defRPr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609600"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a:t>Enter subtitle</a:t>
            </a:r>
          </a:p>
        </p:txBody>
      </p:sp>
      <p:sp>
        <p:nvSpPr>
          <p:cNvPr id="4" name="Date Placeholder 3">
            <a:extLst>
              <a:ext uri="{FF2B5EF4-FFF2-40B4-BE49-F238E27FC236}">
                <a16:creationId xmlns:a16="http://schemas.microsoft.com/office/drawing/2014/main" id="{876D2500-AAFD-4464-92DE-45442731C6FD}"/>
              </a:ext>
            </a:extLst>
          </p:cNvPr>
          <p:cNvSpPr>
            <a:spLocks noGrp="1"/>
          </p:cNvSpPr>
          <p:nvPr>
            <p:ph type="dt" sz="half" idx="11"/>
          </p:nvPr>
        </p:nvSpPr>
        <p:spPr/>
        <p:txBody>
          <a:bodyPr/>
          <a:lstStyle>
            <a:lvl1pPr>
              <a:defRPr b="0" i="0">
                <a:latin typeface="Amazon Ember Display" panose="020F0603020204020204" pitchFamily="34" charset="0"/>
              </a:defRPr>
            </a:lvl1pPr>
          </a:lstStyle>
          <a:p>
            <a:fld id="{C4422CFE-CB70-E144-AF43-F0FCE393742F}" type="datetime1">
              <a:rPr lang="en-US" smtClean="0"/>
              <a:pPr/>
              <a:t>9/5/25</a:t>
            </a:fld>
            <a:endParaRPr lang="en-US"/>
          </a:p>
        </p:txBody>
      </p:sp>
      <p:sp>
        <p:nvSpPr>
          <p:cNvPr id="6" name="Footer Placeholder 5">
            <a:extLst>
              <a:ext uri="{FF2B5EF4-FFF2-40B4-BE49-F238E27FC236}">
                <a16:creationId xmlns:a16="http://schemas.microsoft.com/office/drawing/2014/main" id="{77A7C935-E20D-482F-89A5-4255E88216F0}"/>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55876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344">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subtitle,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981200"/>
            <a:ext cx="10972800" cy="2203680"/>
          </a:xfrm>
        </p:spPr>
        <p:txBody>
          <a:bodyPr/>
          <a:lstStyle>
            <a:lvl1pPr marL="457200" indent="-457200">
              <a:buFont typeface="Arial" panose="020B0604020202020204" pitchFamily="34" charset="0"/>
              <a:buChar char="•"/>
              <a:defRPr b="0" i="0">
                <a:latin typeface="Amazon Ember Display" panose="020F0603020204020204" pitchFamily="34" charset="0"/>
              </a:defRPr>
            </a:lvl1pPr>
            <a:lvl2pPr marL="628650" indent="-342900">
              <a:buFont typeface="Arial" panose="020B0604020202020204" pitchFamily="34" charset="0"/>
              <a:buChar char="•"/>
              <a:defRPr b="0" i="0">
                <a:latin typeface="Amazon Ember Display" panose="020F0603020204020204" pitchFamily="34" charset="0"/>
              </a:defRPr>
            </a:lvl2pPr>
            <a:lvl3pPr marL="971550" indent="-342900">
              <a:buFont typeface="Arial" panose="020B0604020202020204" pitchFamily="34" charset="0"/>
              <a:buChar char="•"/>
              <a:defRPr b="0" i="0">
                <a:latin typeface="Amazon Ember Display" panose="020F0603020204020204" pitchFamily="34" charset="0"/>
              </a:defRPr>
            </a:lvl3pPr>
            <a:lvl4pPr marL="1144588" indent="-285750">
              <a:buFont typeface="Arial" panose="020B0604020202020204" pitchFamily="34" charset="0"/>
              <a:buChar char="•"/>
              <a:defRPr b="0" i="0">
                <a:latin typeface="Amazon Ember Display" panose="020F0603020204020204" pitchFamily="34" charset="0"/>
              </a:defRPr>
            </a:lvl4pPr>
            <a:lvl5pPr marL="1316038" indent="-285750">
              <a:buFont typeface="Arial" panose="020B0604020202020204" pitchFamily="34" charset="0"/>
              <a:buChar char="•"/>
              <a:defRPr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609600" y="1457034"/>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a:t>Enter subtitle</a:t>
            </a:r>
          </a:p>
        </p:txBody>
      </p:sp>
      <p:sp>
        <p:nvSpPr>
          <p:cNvPr id="5" name="Date Placeholder 4">
            <a:extLst>
              <a:ext uri="{FF2B5EF4-FFF2-40B4-BE49-F238E27FC236}">
                <a16:creationId xmlns:a16="http://schemas.microsoft.com/office/drawing/2014/main" id="{91E9B8C3-36CA-4A97-B3FF-2FCDD97E1A02}"/>
              </a:ext>
            </a:extLst>
          </p:cNvPr>
          <p:cNvSpPr>
            <a:spLocks noGrp="1"/>
          </p:cNvSpPr>
          <p:nvPr>
            <p:ph type="dt" sz="half" idx="11"/>
          </p:nvPr>
        </p:nvSpPr>
        <p:spPr/>
        <p:txBody>
          <a:bodyPr/>
          <a:lstStyle>
            <a:lvl1pPr>
              <a:defRPr b="0" i="0">
                <a:latin typeface="Amazon Ember Display" panose="020F0603020204020204" pitchFamily="34" charset="0"/>
              </a:defRPr>
            </a:lvl1pPr>
          </a:lstStyle>
          <a:p>
            <a:fld id="{F4FC2D43-256D-6645-BCF9-A844B8D70195}" type="datetime1">
              <a:rPr lang="en-US" smtClean="0"/>
              <a:pPr/>
              <a:t>9/5/25</a:t>
            </a:fld>
            <a:endParaRPr lang="en-US"/>
          </a:p>
        </p:txBody>
      </p:sp>
      <p:sp>
        <p:nvSpPr>
          <p:cNvPr id="6" name="Footer Placeholder 5">
            <a:extLst>
              <a:ext uri="{FF2B5EF4-FFF2-40B4-BE49-F238E27FC236}">
                <a16:creationId xmlns:a16="http://schemas.microsoft.com/office/drawing/2014/main" id="{9AEEE534-0361-47D3-8F92-2D7522A226D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566018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guide id="2" orient="horz" pos="1128">
          <p15:clr>
            <a:srgbClr val="9FCC3B"/>
          </p15:clr>
        </p15:guide>
        <p15:guide id="3" orient="horz" pos="1248">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D5368F4-2030-03F3-1497-C6D85632C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1412694"/>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a:lvl4pPr>
            <a:lvl5pPr marL="1143000" indent="0">
              <a:spcAft>
                <a:spcPts val="1800"/>
              </a:spcAft>
              <a:buNone/>
              <a:defRPr sz="1600"/>
            </a:lvl5pPr>
          </a:lstStyle>
          <a:p>
            <a:pPr lvl="0"/>
            <a:r>
              <a:rPr lang="en-US"/>
              <a:t>Enter text</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8C0C526-AA41-9246-8D2F-123642CF358A}" type="datetime1">
              <a:rPr lang="en-US" smtClean="0"/>
              <a:pPr/>
              <a:t>9/5/25</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5F1FFFB4-FF6D-9545-8FF8-67BC87137E26}"/>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8" name="Picture 7">
            <a:extLst>
              <a:ext uri="{FF2B5EF4-FFF2-40B4-BE49-F238E27FC236}">
                <a16:creationId xmlns:a16="http://schemas.microsoft.com/office/drawing/2014/main" id="{0B6EB6BB-732B-826B-70F6-0884CC3AB2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2061694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_Title, Content, and Imag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572058-8A2F-63B1-24B9-FF2FF1B020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5334000" cy="978729"/>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1412694"/>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a:lvl4pPr>
            <a:lvl5pPr marL="1143000" indent="0">
              <a:spcAft>
                <a:spcPts val="1800"/>
              </a:spcAft>
              <a:buNone/>
              <a:defRPr sz="1600"/>
            </a:lvl5pPr>
          </a:lstStyle>
          <a:p>
            <a:pPr lvl="0"/>
            <a:r>
              <a:rPr lang="en-US"/>
              <a:t>Enter text</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lvl1pPr>
              <a:defRPr b="0" i="0">
                <a:latin typeface="Amazon Ember Display" panose="020F0603020204020204" pitchFamily="34" charset="0"/>
              </a:defRPr>
            </a:lvl1pPr>
          </a:lstStyle>
          <a:p>
            <a:fld id="{08C0C526-AA41-9246-8D2F-123642CF358A}" type="datetime1">
              <a:rPr lang="en-US" smtClean="0"/>
              <a:pPr/>
              <a:t>9/5/25</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9" name="TextBox 8">
            <a:extLst>
              <a:ext uri="{FF2B5EF4-FFF2-40B4-BE49-F238E27FC236}">
                <a16:creationId xmlns:a16="http://schemas.microsoft.com/office/drawing/2014/main" id="{BF3EF575-8224-DA14-5D32-515D4952C561}"/>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0" name="Picture 9">
            <a:extLst>
              <a:ext uri="{FF2B5EF4-FFF2-40B4-BE49-F238E27FC236}">
                <a16:creationId xmlns:a16="http://schemas.microsoft.com/office/drawing/2014/main" id="{73D20E4C-9187-3688-70E3-A4C82F7586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526162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1368">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568B873-04D3-AF11-8C29-6653AFF106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C6CBC29B-2875-A847-90DD-93F5B9D216F5}" type="datetime1">
              <a:rPr lang="en-US" smtClean="0"/>
              <a:pPr/>
              <a:t>9/5/25</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871980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lvl1pPr>
              <a:defRPr b="0" i="0">
                <a:latin typeface="Amazon Ember Display" panose="020F0603020204020204" pitchFamily="34" charset="0"/>
              </a:defRPr>
            </a:lvl1pPr>
          </a:lstStyle>
          <a:p>
            <a:fld id="{C6CBC29B-2875-A847-90DD-93F5B9D216F5}" type="datetime1">
              <a:rPr lang="en-US" smtClean="0"/>
              <a:pPr/>
              <a:t>9/5/25</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4116360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5248656"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5248656"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6334125" y="1743647"/>
            <a:ext cx="5248656"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6334125" y="2141554"/>
            <a:ext cx="5248656"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7" name="Date Placeholder 6">
            <a:extLst>
              <a:ext uri="{FF2B5EF4-FFF2-40B4-BE49-F238E27FC236}">
                <a16:creationId xmlns:a16="http://schemas.microsoft.com/office/drawing/2014/main" id="{996D1DC3-FE4E-4BC2-8CA3-4ED12B138031}"/>
              </a:ext>
            </a:extLst>
          </p:cNvPr>
          <p:cNvSpPr>
            <a:spLocks noGrp="1"/>
          </p:cNvSpPr>
          <p:nvPr>
            <p:ph type="dt" sz="half" idx="10"/>
          </p:nvPr>
        </p:nvSpPr>
        <p:spPr/>
        <p:txBody>
          <a:bodyPr/>
          <a:lstStyle>
            <a:lvl1pPr>
              <a:defRPr b="0" i="0">
                <a:latin typeface="Amazon Ember Display" panose="020F0603020204020204" pitchFamily="34" charset="0"/>
              </a:defRPr>
            </a:lvl1pPr>
          </a:lstStyle>
          <a:p>
            <a:fld id="{D467C09E-9944-944E-A974-7D6AA4E02B83}" type="datetime1">
              <a:rPr lang="en-US" smtClean="0"/>
              <a:pPr/>
              <a:t>9/5/25</a:t>
            </a:fld>
            <a:endParaRPr lang="en-US"/>
          </a:p>
        </p:txBody>
      </p:sp>
      <p:sp>
        <p:nvSpPr>
          <p:cNvPr id="8" name="Footer Placeholder 7">
            <a:extLst>
              <a:ext uri="{FF2B5EF4-FFF2-40B4-BE49-F238E27FC236}">
                <a16:creationId xmlns:a16="http://schemas.microsoft.com/office/drawing/2014/main" id="{E24AE993-84F9-4B17-BB98-5AAAFAF3EAE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562278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3483864" cy="1314206"/>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74364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2141554"/>
            <a:ext cx="3483864" cy="1314206"/>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74364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2141554"/>
            <a:ext cx="3483864" cy="1314206"/>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 or click icon to add media</a:t>
            </a:r>
          </a:p>
          <a:p>
            <a:pPr lvl="1"/>
            <a:r>
              <a:rPr lang="en-US"/>
              <a:t>Second level</a:t>
            </a:r>
          </a:p>
          <a:p>
            <a:pPr lvl="2"/>
            <a:r>
              <a:rPr lang="en-US"/>
              <a:t>Third level</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lvl1pPr>
              <a:defRPr b="0" i="0">
                <a:latin typeface="Amazon Ember Display" panose="020F0603020204020204" pitchFamily="34" charset="0"/>
              </a:defRPr>
            </a:lvl1pPr>
          </a:lstStyle>
          <a:p>
            <a:fld id="{6F02E835-1245-C748-8E9F-651FE6B45587}" type="datetime1">
              <a:rPr lang="en-US" smtClean="0"/>
              <a:pPr/>
              <a:t>9/5/25</a:t>
            </a:fld>
            <a:endParaRPr lang="en-US"/>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655228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Three-column layout with subheadings and images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328669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3656030"/>
            <a:ext cx="3483864"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328669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3656030"/>
            <a:ext cx="3483864"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328669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3656030"/>
            <a:ext cx="3483864"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9" name="Date Placeholder 8">
            <a:extLst>
              <a:ext uri="{FF2B5EF4-FFF2-40B4-BE49-F238E27FC236}">
                <a16:creationId xmlns:a16="http://schemas.microsoft.com/office/drawing/2014/main" id="{FFCFB8E8-C9F0-4143-9378-EA7F6C76665B}"/>
              </a:ext>
            </a:extLst>
          </p:cNvPr>
          <p:cNvSpPr>
            <a:spLocks noGrp="1"/>
          </p:cNvSpPr>
          <p:nvPr>
            <p:ph type="dt" sz="half" idx="12"/>
          </p:nvPr>
        </p:nvSpPr>
        <p:spPr/>
        <p:txBody>
          <a:bodyPr/>
          <a:lstStyle>
            <a:lvl1pPr>
              <a:defRPr b="0" i="0">
                <a:latin typeface="Amazon Ember Display" panose="020F0603020204020204" pitchFamily="34" charset="0"/>
              </a:defRPr>
            </a:lvl1pPr>
          </a:lstStyle>
          <a:p>
            <a:fld id="{F96E8718-D810-5D42-BBA7-DBDBA7B074E9}" type="datetime1">
              <a:rPr lang="en-US" smtClean="0"/>
              <a:pPr/>
              <a:t>9/5/25</a:t>
            </a:fld>
            <a:endParaRPr lang="en-US"/>
          </a:p>
        </p:txBody>
      </p:sp>
      <p:sp>
        <p:nvSpPr>
          <p:cNvPr id="10" name="Footer Placeholder 9">
            <a:extLst>
              <a:ext uri="{FF2B5EF4-FFF2-40B4-BE49-F238E27FC236}">
                <a16:creationId xmlns:a16="http://schemas.microsoft.com/office/drawing/2014/main" id="{D7D1B458-DF75-45ED-B8CC-69A72676AB03}"/>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500631" y="1553369"/>
            <a:ext cx="1701800" cy="1481931"/>
          </a:xfrm>
        </p:spPr>
        <p:txBody>
          <a:bodyPr>
            <a:noAutofit/>
          </a:bodyPr>
          <a:lstStyle>
            <a:lvl1pPr marL="0" indent="0">
              <a:buNone/>
              <a:defRPr sz="1800" b="0" i="0">
                <a:latin typeface="Amazon Ember Display" panose="020F0603020204020204" pitchFamily="34" charset="0"/>
              </a:defRPr>
            </a:lvl1pPr>
          </a:lstStyle>
          <a:p>
            <a:r>
              <a:rPr lang="en-US"/>
              <a:t>Click icon to add image</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5245099" y="1553369"/>
            <a:ext cx="1701800" cy="1481931"/>
          </a:xfrm>
        </p:spPr>
        <p:txBody>
          <a:bodyPr>
            <a:noAutofit/>
          </a:bodyPr>
          <a:lstStyle>
            <a:lvl1pPr marL="0" indent="0">
              <a:buNone/>
              <a:defRPr sz="1800" b="0" i="0">
                <a:latin typeface="Amazon Ember Display" panose="020F0603020204020204" pitchFamily="34" charset="0"/>
              </a:defRPr>
            </a:lvl1pPr>
          </a:lstStyle>
          <a:p>
            <a:r>
              <a:rPr lang="en-US"/>
              <a:t>Click icon to add image</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8989568" y="1553369"/>
            <a:ext cx="1701800" cy="1481931"/>
          </a:xfrm>
        </p:spPr>
        <p:txBody>
          <a:bodyPr>
            <a:noAutofit/>
          </a:bodyPr>
          <a:lstStyle>
            <a:lvl1pPr marL="0" indent="0">
              <a:buNone/>
              <a:defRPr sz="1800" b="0" i="0">
                <a:latin typeface="Amazon Ember Display" panose="020F0603020204020204" pitchFamily="34" charset="0"/>
              </a:defRPr>
            </a:lvl1pPr>
          </a:lstStyle>
          <a:p>
            <a:r>
              <a:rPr lang="en-US"/>
              <a:t>Click icon to add image</a:t>
            </a:r>
          </a:p>
        </p:txBody>
      </p:sp>
    </p:spTree>
    <p:extLst>
      <p:ext uri="{BB962C8B-B14F-4D97-AF65-F5344CB8AC3E}">
        <p14:creationId xmlns:p14="http://schemas.microsoft.com/office/powerpoint/2010/main" val="300670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064">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a:t>Enter text</a:t>
            </a:r>
          </a:p>
          <a:p>
            <a:pPr lvl="1"/>
            <a:r>
              <a:rPr lang="en-US"/>
              <a:t>Second level</a:t>
            </a:r>
          </a:p>
          <a:p>
            <a:pPr lvl="2"/>
            <a:r>
              <a:rPr lang="en-US"/>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lvl1pPr>
              <a:defRPr b="0" i="0">
                <a:latin typeface="Amazon Ember Display" panose="020F0603020204020204" pitchFamily="34" charset="0"/>
              </a:defRPr>
            </a:lvl1pPr>
          </a:lstStyle>
          <a:p>
            <a:fld id="{2B958DF5-F549-8B46-95E0-C2CB36033BB5}" type="datetime1">
              <a:rPr lang="en-US" smtClean="0"/>
              <a:pPr/>
              <a:t>9/5/25</a:t>
            </a:fld>
            <a:endParaRPr lang="en-US"/>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lvl1pPr>
              <a:defRPr b="0" i="0">
                <a:latin typeface="Amazon Ember Display" panose="020F0603020204020204" pitchFamily="34" charset="0"/>
              </a:defRPr>
            </a:lvl1pPr>
          </a:lstStyle>
          <a:p>
            <a:endParaRPr lang="en-US"/>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918793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344">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539262" y="917577"/>
            <a:ext cx="10972800" cy="535531"/>
          </a:xfrm>
          <a:prstGeom prst="rect">
            <a:avLst/>
          </a:prstGeom>
        </p:spPr>
        <p:txBody>
          <a:bodyPr anchor="t" anchorCtr="0">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Picture with caption layout</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6210300" y="1714501"/>
            <a:ext cx="5372100" cy="4495798"/>
          </a:xfrm>
        </p:spPr>
        <p:txBody>
          <a:bodyPr>
            <a:noAutofit/>
          </a:bodyPr>
          <a:lstStyle>
            <a:lvl1pPr marL="0" indent="0">
              <a:buNone/>
              <a:defRPr sz="2400" b="0" i="0">
                <a:latin typeface="Amazon Ember Display" panose="020F0603020204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609598" y="1714501"/>
            <a:ext cx="5372101" cy="313932"/>
          </a:xfrm>
        </p:spPr>
        <p:txBody>
          <a:bodyPr/>
          <a:lstStyle>
            <a:lvl1pPr marL="0" indent="0">
              <a:buNone/>
              <a:defRPr sz="1600" b="0" i="0">
                <a:latin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Enter descriptive text here</a:t>
            </a:r>
          </a:p>
        </p:txBody>
      </p:sp>
      <p:sp>
        <p:nvSpPr>
          <p:cNvPr id="5" name="Date Placeholder 4">
            <a:extLst>
              <a:ext uri="{FF2B5EF4-FFF2-40B4-BE49-F238E27FC236}">
                <a16:creationId xmlns:a16="http://schemas.microsoft.com/office/drawing/2014/main" id="{9CAB3B1C-D783-464F-B951-6F802A18E624}"/>
              </a:ext>
            </a:extLst>
          </p:cNvPr>
          <p:cNvSpPr>
            <a:spLocks noGrp="1"/>
          </p:cNvSpPr>
          <p:nvPr>
            <p:ph type="dt" sz="half" idx="10"/>
          </p:nvPr>
        </p:nvSpPr>
        <p:spPr/>
        <p:txBody>
          <a:bodyPr/>
          <a:lstStyle>
            <a:lvl1pPr>
              <a:defRPr b="0" i="0">
                <a:latin typeface="Amazon Ember Display" panose="020F0603020204020204" pitchFamily="34" charset="0"/>
              </a:defRPr>
            </a:lvl1pPr>
          </a:lstStyle>
          <a:p>
            <a:fld id="{96301397-8FE7-FB4B-82EE-58C288712F6D}" type="datetime1">
              <a:rPr lang="en-US" smtClean="0"/>
              <a:pPr/>
              <a:t>9/5/25</a:t>
            </a:fld>
            <a:endParaRPr lang="en-US"/>
          </a:p>
        </p:txBody>
      </p:sp>
      <p:sp>
        <p:nvSpPr>
          <p:cNvPr id="6" name="Footer Placeholder 5">
            <a:extLst>
              <a:ext uri="{FF2B5EF4-FFF2-40B4-BE49-F238E27FC236}">
                <a16:creationId xmlns:a16="http://schemas.microsoft.com/office/drawing/2014/main" id="{ECB0C078-A6D5-4C61-A732-EC72F4B2E54F}"/>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818186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Full Screen Photo">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5DE8161-89FB-4C0E-91DC-BB077E8FD54C}"/>
              </a:ext>
            </a:extLst>
          </p:cNvPr>
          <p:cNvSpPr>
            <a:spLocks noGrp="1"/>
          </p:cNvSpPr>
          <p:nvPr>
            <p:ph type="pic" sz="quarter" idx="10"/>
          </p:nvPr>
        </p:nvSpPr>
        <p:spPr>
          <a:xfrm>
            <a:off x="0" y="1"/>
            <a:ext cx="12192000" cy="6857998"/>
          </a:xfrm>
          <a:solidFill>
            <a:schemeClr val="bg2"/>
          </a:solidFill>
        </p:spPr>
        <p:txBody>
          <a:bodyPr anchor="ctr">
            <a:noAutofit/>
          </a:bodyPr>
          <a:lstStyle>
            <a:lvl1pPr marL="0" indent="0" algn="ctr">
              <a:buNone/>
              <a:defRPr b="0" i="0">
                <a:latin typeface="Amazon Ember Display" panose="020F0603020204020204" pitchFamily="34" charset="0"/>
              </a:defRPr>
            </a:lvl1pPr>
          </a:lstStyle>
          <a:p>
            <a:r>
              <a:rPr lang="en-US"/>
              <a:t>Click icon to add picture</a:t>
            </a:r>
          </a:p>
        </p:txBody>
      </p:sp>
    </p:spTree>
    <p:extLst>
      <p:ext uri="{BB962C8B-B14F-4D97-AF65-F5344CB8AC3E}">
        <p14:creationId xmlns:p14="http://schemas.microsoft.com/office/powerpoint/2010/main" val="2883456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Customer logo wall layout</a:t>
            </a:r>
          </a:p>
        </p:txBody>
      </p:sp>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lvl1pPr>
              <a:defRPr b="0" i="0">
                <a:latin typeface="Amazon Ember Display" panose="020F0603020204020204" pitchFamily="34" charset="0"/>
              </a:defRPr>
            </a:lvl1pPr>
          </a:lstStyle>
          <a:p>
            <a:fld id="{C3A8789C-A0D1-A74F-A15D-501FE221905E}" type="datetime1">
              <a:rPr lang="en-US" smtClean="0"/>
              <a:pPr/>
              <a:t>9/5/25</a:t>
            </a:fld>
            <a:endParaRPr lang="en-US"/>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p:spPr>
        <p:txBody>
          <a:bodyPr>
            <a:noAutofit/>
          </a:bodyPr>
          <a:lstStyle>
            <a:lvl1pPr marL="0" indent="0">
              <a:buNone/>
              <a:defRPr sz="1100" b="0" i="0">
                <a:solidFill>
                  <a:schemeClr val="tx2"/>
                </a:solidFill>
                <a:latin typeface="Amazon Ember Display" panose="020F0603020204020204" pitchFamily="34" charset="0"/>
              </a:defRPr>
            </a:lvl1pPr>
            <a:lvl2pPr marL="285750" indent="0">
              <a:buNone/>
              <a:defRPr/>
            </a:lvl2pPr>
            <a:lvl3pPr marL="628650" indent="0">
              <a:buNone/>
              <a:defRPr/>
            </a:lvl3pPr>
            <a:lvl4pPr marL="858838" indent="0">
              <a:buNone/>
              <a:defRPr/>
            </a:lvl4pPr>
            <a:lvl5pPr marL="1030288" indent="0">
              <a:buNone/>
              <a:defRPr/>
            </a:lvl5pPr>
          </a:lstStyle>
          <a:p>
            <a:pPr lvl="0"/>
            <a:r>
              <a:rPr lang="en-US"/>
              <a:t>Click photo icon to add logo</a:t>
            </a:r>
          </a:p>
        </p:txBody>
      </p:sp>
    </p:spTree>
    <p:extLst>
      <p:ext uri="{BB962C8B-B14F-4D97-AF65-F5344CB8AC3E}">
        <p14:creationId xmlns:p14="http://schemas.microsoft.com/office/powerpoint/2010/main" val="1457982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Two Content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with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342180"/>
          </a:xfrm>
        </p:spPr>
        <p:txBody>
          <a:bodyPr/>
          <a:lstStyle>
            <a:lvl1pPr marL="342900" indent="-342900">
              <a:buFont typeface="Arial" panose="020B0604020202020204" pitchFamily="34" charset="0"/>
              <a:buChar char="•"/>
              <a:defRPr sz="2400" b="0" i="0">
                <a:latin typeface="Amazon Ember Display" panose="020F0603020204020204" pitchFamily="34" charset="0"/>
              </a:defRPr>
            </a:lvl1pPr>
            <a:lvl2pPr marL="628650" indent="-342900">
              <a:buFont typeface="Arial" panose="020B0604020202020204" pitchFamily="34" charset="0"/>
              <a:buChar char="•"/>
              <a:defRPr sz="2000" b="0" i="0">
                <a:latin typeface="Amazon Ember Display" panose="020F0603020204020204" pitchFamily="34" charset="0"/>
              </a:defRPr>
            </a:lvl2pPr>
            <a:lvl3pPr marL="914400" indent="-285750">
              <a:buFont typeface="Arial" panose="020B0604020202020204" pitchFamily="34" charset="0"/>
              <a:buChar char="•"/>
              <a:defRPr sz="1800" b="0" i="0">
                <a:latin typeface="Amazon Ember Display" panose="020F0603020204020204" pitchFamily="34" charset="0"/>
              </a:defRPr>
            </a:lvl3pPr>
            <a:lvl4pPr marL="1144588" indent="-285750">
              <a:buFont typeface="Arial" panose="020B0604020202020204" pitchFamily="34" charset="0"/>
              <a:buChar char="•"/>
              <a:defRPr sz="1600" b="0" i="0">
                <a:latin typeface="Amazon Ember Display" panose="020F0603020204020204" pitchFamily="34" charset="0"/>
              </a:defRPr>
            </a:lvl4pPr>
            <a:lvl5pPr marL="1316038" indent="-285750">
              <a:buFont typeface="Arial" panose="020B0604020202020204" pitchFamily="34" charset="0"/>
              <a:buChar char="•"/>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2342180"/>
          </a:xfrm>
        </p:spPr>
        <p:txBody>
          <a:bodyPr/>
          <a:lstStyle>
            <a:lvl1pPr marL="342900" indent="-342900">
              <a:buFont typeface="Arial" panose="020B0604020202020204" pitchFamily="34" charset="0"/>
              <a:buChar char="•"/>
              <a:defRPr sz="2400" b="0" i="0">
                <a:latin typeface="Amazon Ember Display" panose="020F0603020204020204" pitchFamily="34" charset="0"/>
              </a:defRPr>
            </a:lvl1pPr>
            <a:lvl2pPr marL="628650" indent="-342900">
              <a:buFont typeface="Arial" panose="020B0604020202020204" pitchFamily="34" charset="0"/>
              <a:buChar char="•"/>
              <a:defRPr sz="2000" b="0" i="0">
                <a:latin typeface="Amazon Ember Display" panose="020F0603020204020204" pitchFamily="34" charset="0"/>
              </a:defRPr>
            </a:lvl2pPr>
            <a:lvl3pPr marL="914400" indent="-285750">
              <a:buFont typeface="Arial" panose="020B0604020202020204" pitchFamily="34" charset="0"/>
              <a:buChar char="•"/>
              <a:defRPr sz="1800" b="0" i="0">
                <a:latin typeface="Amazon Ember Display" panose="020F0603020204020204" pitchFamily="34" charset="0"/>
              </a:defRPr>
            </a:lvl3pPr>
            <a:lvl4pPr marL="1144588" indent="-285750">
              <a:buFont typeface="Arial" panose="020B0604020202020204" pitchFamily="34" charset="0"/>
              <a:buChar char="•"/>
              <a:defRPr sz="1600" b="0" i="0">
                <a:latin typeface="Amazon Ember Display" panose="020F0603020204020204" pitchFamily="34" charset="0"/>
              </a:defRPr>
            </a:lvl4pPr>
            <a:lvl5pPr marL="1316038" indent="-285750">
              <a:buFont typeface="Arial" panose="020B0604020202020204" pitchFamily="34" charset="0"/>
              <a:buChar char="•"/>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285F99-D5A6-480F-A674-A76B9194560B}"/>
              </a:ext>
            </a:extLst>
          </p:cNvPr>
          <p:cNvSpPr>
            <a:spLocks noGrp="1"/>
          </p:cNvSpPr>
          <p:nvPr>
            <p:ph type="dt" sz="half" idx="10"/>
          </p:nvPr>
        </p:nvSpPr>
        <p:spPr/>
        <p:txBody>
          <a:bodyPr/>
          <a:lstStyle>
            <a:lvl1pPr>
              <a:defRPr b="0" i="0">
                <a:latin typeface="Amazon Ember Display" panose="020F0603020204020204" pitchFamily="34" charset="0"/>
              </a:defRPr>
            </a:lvl1pPr>
          </a:lstStyle>
          <a:p>
            <a:fld id="{9C031CC3-E800-D94E-ACE2-59E99B1146F6}" type="datetime1">
              <a:rPr lang="en-US" smtClean="0"/>
              <a:pPr/>
              <a:t>9/5/25</a:t>
            </a:fld>
            <a:endParaRPr lang="en-US"/>
          </a:p>
        </p:txBody>
      </p:sp>
      <p:sp>
        <p:nvSpPr>
          <p:cNvPr id="6" name="Footer Placeholder 5">
            <a:extLst>
              <a:ext uri="{FF2B5EF4-FFF2-40B4-BE49-F238E27FC236}">
                <a16:creationId xmlns:a16="http://schemas.microsoft.com/office/drawing/2014/main" id="{A46AC62E-3DD2-43DB-9AAA-009DDB88F8DD}"/>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0BB9EF5C-832F-4F15-B95C-60157E7BD831}"/>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1392742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with subtitle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0"/>
            <a:ext cx="5248274"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598"/>
            <a:ext cx="5248276" cy="2317558"/>
          </a:xfrm>
        </p:spPr>
        <p:txBody>
          <a:bodyPr/>
          <a:lstStyle>
            <a:lvl1pPr marL="0" indent="0">
              <a:spcAft>
                <a:spcPts val="1800"/>
              </a:spcAft>
              <a:buNone/>
              <a:defRPr sz="2400" b="0" i="0">
                <a:latin typeface="Amazon Ember Display" panose="020F0603020204020204" pitchFamily="34" charset="0"/>
              </a:defRPr>
            </a:lvl1pPr>
            <a:lvl2pPr marL="285750" indent="0">
              <a:spcAft>
                <a:spcPts val="1800"/>
              </a:spcAft>
              <a:buNone/>
              <a:defRPr sz="2000" b="0" i="0">
                <a:latin typeface="Amazon Ember Display" panose="020F0603020204020204" pitchFamily="34" charset="0"/>
              </a:defRPr>
            </a:lvl2pPr>
            <a:lvl3pPr marL="628650" indent="0">
              <a:spcAft>
                <a:spcPts val="1800"/>
              </a:spcAft>
              <a:buNone/>
              <a:defRPr sz="1800" b="0" i="0">
                <a:latin typeface="Amazon Ember Display" panose="020F0603020204020204" pitchFamily="34" charset="0"/>
              </a:defRPr>
            </a:lvl3pPr>
            <a:lvl4pPr marL="914400" indent="0">
              <a:spcAft>
                <a:spcPts val="1800"/>
              </a:spcAft>
              <a:buNone/>
              <a:defRPr sz="1600" b="0" i="0">
                <a:latin typeface="Amazon Ember Display" panose="020F0603020204020204" pitchFamily="34" charset="0"/>
              </a:defRPr>
            </a:lvl4pPr>
            <a:lvl5pPr marL="1143000" indent="0">
              <a:spcAft>
                <a:spcPts val="1800"/>
              </a:spcAft>
              <a:buNone/>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9D7037-6014-41C7-AAA4-041F7B6E5108}"/>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a:t>Enter subtitle</a:t>
            </a:r>
          </a:p>
        </p:txBody>
      </p:sp>
      <p:sp>
        <p:nvSpPr>
          <p:cNvPr id="6" name="Date Placeholder 5">
            <a:extLst>
              <a:ext uri="{FF2B5EF4-FFF2-40B4-BE49-F238E27FC236}">
                <a16:creationId xmlns:a16="http://schemas.microsoft.com/office/drawing/2014/main" id="{B7882DCB-3FBB-4107-96D9-358054987DA9}"/>
              </a:ext>
            </a:extLst>
          </p:cNvPr>
          <p:cNvSpPr>
            <a:spLocks noGrp="1"/>
          </p:cNvSpPr>
          <p:nvPr>
            <p:ph type="dt" sz="half" idx="11"/>
          </p:nvPr>
        </p:nvSpPr>
        <p:spPr/>
        <p:txBody>
          <a:bodyPr/>
          <a:lstStyle>
            <a:lvl1pPr>
              <a:defRPr b="0" i="0">
                <a:latin typeface="Amazon Ember Display" panose="020F0603020204020204" pitchFamily="34" charset="0"/>
              </a:defRPr>
            </a:lvl1pPr>
          </a:lstStyle>
          <a:p>
            <a:fld id="{344B5C68-7AAF-714C-BA5C-79EE2A2BF521}" type="datetime1">
              <a:rPr lang="en-US" smtClean="0"/>
              <a:pPr/>
              <a:t>9/5/25</a:t>
            </a:fld>
            <a:endParaRPr lang="en-US"/>
          </a:p>
        </p:txBody>
      </p:sp>
      <p:sp>
        <p:nvSpPr>
          <p:cNvPr id="7" name="Footer Placeholder 6">
            <a:extLst>
              <a:ext uri="{FF2B5EF4-FFF2-40B4-BE49-F238E27FC236}">
                <a16:creationId xmlns:a16="http://schemas.microsoft.com/office/drawing/2014/main" id="{DE50B923-C7E4-4160-8DCE-6199F6C430EF}"/>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C6778C9A-1C98-4EC3-A992-895A3DF0E693}"/>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4204508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wo Content, Subtitle, and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subtitle, bullets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2133601"/>
            <a:ext cx="5248274" cy="2342180"/>
          </a:xfrm>
        </p:spPr>
        <p:txBody>
          <a:bodyPr/>
          <a:lstStyle>
            <a:lvl1pPr marL="342900" indent="-342900">
              <a:buFont typeface="Arial" panose="020B0604020202020204" pitchFamily="34" charset="0"/>
              <a:buChar char="•"/>
              <a:defRPr sz="2400" b="0" i="0">
                <a:latin typeface="Amazon Ember Display" panose="020F0603020204020204" pitchFamily="34" charset="0"/>
              </a:defRPr>
            </a:lvl1pPr>
            <a:lvl2pPr marL="628650" indent="-342900">
              <a:buFont typeface="Arial" panose="020B0604020202020204" pitchFamily="34" charset="0"/>
              <a:buChar char="•"/>
              <a:defRPr sz="2000" b="0" i="0">
                <a:latin typeface="Amazon Ember Display" panose="020F0603020204020204" pitchFamily="34" charset="0"/>
              </a:defRPr>
            </a:lvl2pPr>
            <a:lvl3pPr marL="914400" indent="-285750">
              <a:buFont typeface="Arial" panose="020B0604020202020204" pitchFamily="34" charset="0"/>
              <a:buChar char="•"/>
              <a:defRPr sz="1800" b="0" i="0">
                <a:latin typeface="Amazon Ember Display" panose="020F0603020204020204" pitchFamily="34" charset="0"/>
              </a:defRPr>
            </a:lvl3pPr>
            <a:lvl4pPr marL="1144588" indent="-285750">
              <a:buFont typeface="Arial" panose="020B0604020202020204" pitchFamily="34" charset="0"/>
              <a:buChar char="•"/>
              <a:defRPr sz="1600" b="0" i="0">
                <a:latin typeface="Amazon Ember Display" panose="020F0603020204020204" pitchFamily="34" charset="0"/>
              </a:defRPr>
            </a:lvl4pPr>
            <a:lvl5pPr marL="1316038" indent="-285750">
              <a:buFont typeface="Arial" panose="020B0604020202020204" pitchFamily="34" charset="0"/>
              <a:buChar char="•"/>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2133600"/>
            <a:ext cx="5248276" cy="2342180"/>
          </a:xfrm>
        </p:spPr>
        <p:txBody>
          <a:bodyPr/>
          <a:lstStyle>
            <a:lvl1pPr marL="342900" indent="-342900">
              <a:buFont typeface="Arial" panose="020B0604020202020204" pitchFamily="34" charset="0"/>
              <a:buChar char="•"/>
              <a:defRPr sz="2400" b="0" i="0">
                <a:latin typeface="Amazon Ember Display" panose="020F0603020204020204" pitchFamily="34" charset="0"/>
              </a:defRPr>
            </a:lvl1pPr>
            <a:lvl2pPr marL="628650" indent="-342900">
              <a:buFont typeface="Arial" panose="020B0604020202020204" pitchFamily="34" charset="0"/>
              <a:buChar char="•"/>
              <a:defRPr sz="2000" b="0" i="0">
                <a:latin typeface="Amazon Ember Display" panose="020F0603020204020204" pitchFamily="34" charset="0"/>
              </a:defRPr>
            </a:lvl2pPr>
            <a:lvl3pPr marL="914400" indent="-285750">
              <a:buFont typeface="Arial" panose="020B0604020202020204" pitchFamily="34" charset="0"/>
              <a:buChar char="•"/>
              <a:defRPr sz="1800" b="0" i="0">
                <a:latin typeface="Amazon Ember Display" panose="020F0603020204020204" pitchFamily="34" charset="0"/>
              </a:defRPr>
            </a:lvl3pPr>
            <a:lvl4pPr marL="1144588" indent="-285750">
              <a:buFont typeface="Arial" panose="020B0604020202020204" pitchFamily="34" charset="0"/>
              <a:buChar char="•"/>
              <a:defRPr sz="1600" b="0" i="0">
                <a:latin typeface="Amazon Ember Display" panose="020F0603020204020204" pitchFamily="34" charset="0"/>
              </a:defRPr>
            </a:lvl4pPr>
            <a:lvl5pPr marL="1316038" indent="-285750">
              <a:buFont typeface="Arial" panose="020B0604020202020204" pitchFamily="34" charset="0"/>
              <a:buChar char="•"/>
              <a:defRPr sz="1600" b="0" i="0">
                <a:latin typeface="Amazon Ember Display" panose="020F0603020204020204" pitchFamily="34" charset="0"/>
              </a:defRPr>
            </a:lvl5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48919E-8A8C-4C90-854E-20FDD2FCCD9E}"/>
              </a:ext>
            </a:extLst>
          </p:cNvPr>
          <p:cNvSpPr>
            <a:spLocks noGrp="1"/>
          </p:cNvSpPr>
          <p:nvPr>
            <p:ph type="body" sz="quarter" idx="10" hasCustomPrompt="1"/>
          </p:nvPr>
        </p:nvSpPr>
        <p:spPr>
          <a:xfrm>
            <a:off x="619125" y="1455968"/>
            <a:ext cx="10972800" cy="341632"/>
          </a:xfrm>
        </p:spPr>
        <p:txBody>
          <a:bodyPr/>
          <a:lstStyle>
            <a:lvl1pPr marL="0" indent="0">
              <a:buNone/>
              <a:defRPr lang="en-US" sz="1800" b="0" i="0" kern="1200" cap="none" spc="0" baseline="0" dirty="0">
                <a:solidFill>
                  <a:schemeClr val="tx2"/>
                </a:solidFill>
                <a:latin typeface="Amazon Ember Display" panose="020F0603020204020204" pitchFamily="34" charset="0"/>
                <a:ea typeface="+mn-ea"/>
                <a:cs typeface="+mn-cs"/>
              </a:defRPr>
            </a:lvl1pPr>
          </a:lstStyle>
          <a:p>
            <a:pPr marL="0" lvl="0" indent="0" algn="l" defTabSz="914400" rtl="0" eaLnBrk="1" latinLnBrk="0" hangingPunct="1">
              <a:lnSpc>
                <a:spcPct val="90000"/>
              </a:lnSpc>
              <a:spcBef>
                <a:spcPts val="0"/>
              </a:spcBef>
              <a:spcAft>
                <a:spcPts val="1200"/>
              </a:spcAft>
              <a:buSzPct val="90000"/>
              <a:buFont typeface="Arial" panose="020B0604020202020204" pitchFamily="34" charset="0"/>
              <a:buNone/>
            </a:pPr>
            <a:r>
              <a:rPr lang="en-US"/>
              <a:t>Enter subtitle</a:t>
            </a:r>
          </a:p>
        </p:txBody>
      </p:sp>
      <p:sp>
        <p:nvSpPr>
          <p:cNvPr id="6" name="Date Placeholder 5">
            <a:extLst>
              <a:ext uri="{FF2B5EF4-FFF2-40B4-BE49-F238E27FC236}">
                <a16:creationId xmlns:a16="http://schemas.microsoft.com/office/drawing/2014/main" id="{CFEA9DE9-1720-43CB-BEB4-4A471EA86C1F}"/>
              </a:ext>
            </a:extLst>
          </p:cNvPr>
          <p:cNvSpPr>
            <a:spLocks noGrp="1"/>
          </p:cNvSpPr>
          <p:nvPr>
            <p:ph type="dt" sz="half" idx="11"/>
          </p:nvPr>
        </p:nvSpPr>
        <p:spPr/>
        <p:txBody>
          <a:bodyPr/>
          <a:lstStyle>
            <a:lvl1pPr>
              <a:defRPr b="0" i="0">
                <a:latin typeface="Amazon Ember Display" panose="020F0603020204020204" pitchFamily="34" charset="0"/>
              </a:defRPr>
            </a:lvl1pPr>
          </a:lstStyle>
          <a:p>
            <a:fld id="{122D055C-F955-814B-8E36-6633B2B2BF72}" type="datetime1">
              <a:rPr lang="en-US" smtClean="0"/>
              <a:pPr/>
              <a:t>9/5/25</a:t>
            </a:fld>
            <a:endParaRPr lang="en-US"/>
          </a:p>
        </p:txBody>
      </p:sp>
      <p:sp>
        <p:nvSpPr>
          <p:cNvPr id="7" name="Footer Placeholder 6">
            <a:extLst>
              <a:ext uri="{FF2B5EF4-FFF2-40B4-BE49-F238E27FC236}">
                <a16:creationId xmlns:a16="http://schemas.microsoft.com/office/drawing/2014/main" id="{C644196F-CE34-473D-A802-821F7968F214}"/>
              </a:ext>
            </a:extLst>
          </p:cNvPr>
          <p:cNvSpPr>
            <a:spLocks noGrp="1"/>
          </p:cNvSpPr>
          <p:nvPr>
            <p:ph type="ftr" sz="quarter" idx="12"/>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AF4E16D6-76D0-4B95-931F-9F32F34A84E0}"/>
              </a:ext>
            </a:extLst>
          </p:cNvPr>
          <p:cNvSpPr>
            <a:spLocks noGrp="1"/>
          </p:cNvSpPr>
          <p:nvPr>
            <p:ph type="sldNum" sz="quarter" idx="13"/>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3383586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orient="horz" pos="840">
          <p15:clr>
            <a:srgbClr val="9FCC3B"/>
          </p15:clr>
        </p15:guide>
        <p15:guide id="3" orient="horz" pos="1128">
          <p15:clr>
            <a:srgbClr val="9FCC3B"/>
          </p15:clr>
        </p15:guide>
        <p15:guide id="4" orient="horz" pos="1344">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C826B4EB-F6CC-4C37-3CA9-1BCB13DA1DF9}"/>
              </a:ext>
            </a:extLst>
          </p:cNvPr>
          <p:cNvSpPr/>
          <p:nvPr userDrawn="1"/>
        </p:nvSpPr>
        <p:spPr>
          <a:xfrm>
            <a:off x="512956" y="512957"/>
            <a:ext cx="11159444" cy="5697344"/>
          </a:xfrm>
          <a:prstGeom prst="roundRect">
            <a:avLst>
              <a:gd name="adj" fmla="val 1733"/>
            </a:avLst>
          </a:prstGeom>
          <a:solidFill>
            <a:srgbClr val="EBFFC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b="0" i="0" err="1">
              <a:solidFill>
                <a:schemeClr val="tx1"/>
              </a:solidFill>
              <a:latin typeface="Amazon Ember Display" panose="020F0603020204020204" pitchFamily="34" charset="0"/>
            </a:endParaRPr>
          </a:p>
        </p:txBody>
      </p:sp>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rIns="0"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defRPr>
            </a:lvl1pPr>
          </a:lstStyle>
          <a:p>
            <a:pPr lvl="0"/>
            <a:r>
              <a:rPr lang="en-US"/>
              <a:t>Quoted person’s name</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9/5/25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8" name="Text Placeholder 10">
            <a:extLst>
              <a:ext uri="{FF2B5EF4-FFF2-40B4-BE49-F238E27FC236}">
                <a16:creationId xmlns:a16="http://schemas.microsoft.com/office/drawing/2014/main" id="{3442E0A2-8098-1B6F-94F7-A9E27EC775EE}"/>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defRPr>
            </a:lvl1pPr>
          </a:lstStyle>
          <a:p>
            <a:pPr lvl="0"/>
            <a:r>
              <a:rPr lang="en-US"/>
              <a:t>Quoted person’s affiliation</a:t>
            </a:r>
          </a:p>
        </p:txBody>
      </p:sp>
      <p:pic>
        <p:nvPicPr>
          <p:cNvPr id="12" name="Picture 11">
            <a:extLst>
              <a:ext uri="{FF2B5EF4-FFF2-40B4-BE49-F238E27FC236}">
                <a16:creationId xmlns:a16="http://schemas.microsoft.com/office/drawing/2014/main" id="{B061DE8E-6B1F-49ED-9610-31027D9B77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3460220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Quote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B6475A-312A-4920-A448-D3119241BF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9/5/25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6A9F35CF-0293-AD03-12BE-0AD2771A7530}"/>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3" name="Picture 12">
            <a:extLst>
              <a:ext uri="{FF2B5EF4-FFF2-40B4-BE49-F238E27FC236}">
                <a16:creationId xmlns:a16="http://schemas.microsoft.com/office/drawing/2014/main" id="{15E86E16-D3C5-9BCB-7BE2-1CA4299DCF6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7" name="Picture 16">
            <a:extLst>
              <a:ext uri="{FF2B5EF4-FFF2-40B4-BE49-F238E27FC236}">
                <a16:creationId xmlns:a16="http://schemas.microsoft.com/office/drawing/2014/main" id="{B925287C-25B0-64C0-57CE-B3ACA784D0F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940414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Quote Gradien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C6D9BD-DEEA-4A7B-C871-4536799F03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9/5/25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59FA2AE2-2071-6FBA-C0DF-DC91D9C45E81}"/>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3" name="Picture 12">
            <a:extLst>
              <a:ext uri="{FF2B5EF4-FFF2-40B4-BE49-F238E27FC236}">
                <a16:creationId xmlns:a16="http://schemas.microsoft.com/office/drawing/2014/main" id="{40CE3C06-636B-539A-57AF-295DAA75FFA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6" name="Picture 15">
            <a:extLst>
              <a:ext uri="{FF2B5EF4-FFF2-40B4-BE49-F238E27FC236}">
                <a16:creationId xmlns:a16="http://schemas.microsoft.com/office/drawing/2014/main" id="{C6B17F81-88A9-5971-99D1-BBD6A8A8BDED}"/>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577315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Quote Gradient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91062C-933C-ED0F-B73C-DC245E7FAF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21" y="0"/>
            <a:ext cx="12192000" cy="6858000"/>
          </a:xfrm>
          <a:prstGeom prst="rect">
            <a:avLst/>
          </a:prstGeom>
        </p:spPr>
      </p:pic>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1540082" y="1975199"/>
            <a:ext cx="8067261" cy="1920526"/>
          </a:xfrm>
          <a:prstGeom prst="rect">
            <a:avLst/>
          </a:prstGeom>
        </p:spPr>
        <p:txBody>
          <a:bodyPr lIns="91440" anchor="b"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quote here. Reposition quote mark graphics to frame the quote.</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1540082" y="4127500"/>
            <a:ext cx="8067261" cy="369332"/>
          </a:xfrm>
        </p:spPr>
        <p:txBody>
          <a:bodyPr/>
          <a:lstStyle>
            <a:lvl1pPr marL="0" indent="0">
              <a:spcAft>
                <a:spcPts val="0"/>
              </a:spcAft>
              <a:buNone/>
              <a:defRPr sz="2000" b="0" i="0">
                <a:latin typeface="Amazon Ember Display" panose="020F0603020204020204" pitchFamily="34" charset="0"/>
              </a:defRPr>
            </a:lvl1pPr>
          </a:lstStyle>
          <a:p>
            <a:pPr lvl="0"/>
            <a:r>
              <a:rPr lang="en-US"/>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1540082" y="4496832"/>
            <a:ext cx="8067261" cy="313932"/>
          </a:xfrm>
        </p:spPr>
        <p:txBody>
          <a:bodyPr/>
          <a:lstStyle>
            <a:lvl1pPr marL="0" indent="0">
              <a:buNone/>
              <a:defRPr sz="1600" b="0" i="0">
                <a:latin typeface="Amazon Ember Display" panose="020F0603020204020204" pitchFamily="34" charset="0"/>
              </a:defRPr>
            </a:lvl1pPr>
          </a:lstStyle>
          <a:p>
            <a:pPr lvl="0"/>
            <a:r>
              <a:rPr lang="en-US"/>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lvl1pPr>
              <a:defRPr b="0" i="0">
                <a:latin typeface="Amazon Ember Display" panose="020F0603020204020204" pitchFamily="34" charset="0"/>
              </a:defRPr>
            </a:lvl1pPr>
          </a:lstStyle>
          <a:p>
            <a:fld id="{82BEA218-CD6F-B44E-B26C-C64BF244E0F0}" type="datetime1">
              <a:rPr lang="en-US" smtClean="0"/>
              <a:pPr/>
              <a:t>9/5/25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2F74E9CC-3075-EE68-DD01-BF810D0A2E59}"/>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3" name="Picture 12">
            <a:extLst>
              <a:ext uri="{FF2B5EF4-FFF2-40B4-BE49-F238E27FC236}">
                <a16:creationId xmlns:a16="http://schemas.microsoft.com/office/drawing/2014/main" id="{10573292-B887-5760-95C0-AEDAC62EB3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pic>
        <p:nvPicPr>
          <p:cNvPr id="16" name="Picture 15">
            <a:extLst>
              <a:ext uri="{FF2B5EF4-FFF2-40B4-BE49-F238E27FC236}">
                <a16:creationId xmlns:a16="http://schemas.microsoft.com/office/drawing/2014/main" id="{5B2E29BE-BB61-D337-4DBC-22CE338B031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5928" y="1942480"/>
            <a:ext cx="398998" cy="338710"/>
          </a:xfrm>
          <a:prstGeom prst="rect">
            <a:avLst/>
          </a:prstGeom>
        </p:spPr>
      </p:pic>
    </p:spTree>
    <p:extLst>
      <p:ext uri="{BB962C8B-B14F-4D97-AF65-F5344CB8AC3E}">
        <p14:creationId xmlns:p14="http://schemas.microsoft.com/office/powerpoint/2010/main" val="82842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Section Header Optio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D26354-B9D3-DA3A-9E84-842EA468AB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9/5/25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1BD8B1BE-F62C-9842-9FF0-A53695D03916}"/>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9" name="Picture 8">
            <a:extLst>
              <a:ext uri="{FF2B5EF4-FFF2-40B4-BE49-F238E27FC236}">
                <a16:creationId xmlns:a16="http://schemas.microsoft.com/office/drawing/2014/main" id="{57D7B46F-CBF3-F8B3-401A-040A31AF59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2417623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D43F54-D03F-0326-2168-E4B64C3257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9/5/25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a:p>
        </p:txBody>
      </p:sp>
      <p:sp>
        <p:nvSpPr>
          <p:cNvPr id="12" name="TextBox 11">
            <a:extLst>
              <a:ext uri="{FF2B5EF4-FFF2-40B4-BE49-F238E27FC236}">
                <a16:creationId xmlns:a16="http://schemas.microsoft.com/office/drawing/2014/main" id="{68CECC62-1D56-92A3-418D-0EC34FDA9B78}"/>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13" name="Picture 12">
            <a:extLst>
              <a:ext uri="{FF2B5EF4-FFF2-40B4-BE49-F238E27FC236}">
                <a16:creationId xmlns:a16="http://schemas.microsoft.com/office/drawing/2014/main" id="{64951714-F565-6DF2-258E-6733254008D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1768503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Section Header Option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11771A-14EB-27CD-4981-540766F89D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9/5/25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Amazon Ember Display" panose="020F0603020204020204" pitchFamily="34" charset="0"/>
              </a:defRPr>
            </a:lvl1pPr>
          </a:lstStyle>
          <a:p>
            <a:fld id="{EB4B8DE2-A4E8-46E4-8BBF-D75455EFF32C}" type="slidenum">
              <a:rPr lang="en-US" smtClean="0"/>
              <a:pPr/>
              <a:t>‹#›</a:t>
            </a:fld>
            <a:endParaRPr lang="en-US"/>
          </a:p>
        </p:txBody>
      </p:sp>
      <p:sp>
        <p:nvSpPr>
          <p:cNvPr id="5" name="TextBox 4">
            <a:extLst>
              <a:ext uri="{FF2B5EF4-FFF2-40B4-BE49-F238E27FC236}">
                <a16:creationId xmlns:a16="http://schemas.microsoft.com/office/drawing/2014/main" id="{6F6FE5FF-6177-0943-300C-32D19148D86C}"/>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9" name="Picture 8">
            <a:extLst>
              <a:ext uri="{FF2B5EF4-FFF2-40B4-BE49-F238E27FC236}">
                <a16:creationId xmlns:a16="http://schemas.microsoft.com/office/drawing/2014/main" id="{385BE82B-F0D4-AF27-F993-CB2CA95285D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225194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539262"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Code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1646605"/>
          </a:xfrm>
        </p:spPr>
        <p:txBody>
          <a:bodyPr/>
          <a:lstStyle>
            <a:lvl1pPr marL="0" indent="0">
              <a:spcAft>
                <a:spcPts val="600"/>
              </a:spcAft>
              <a:buNone/>
              <a:defRPr sz="1800" b="0" i="0">
                <a:latin typeface="Amazon Ember Mono" panose="020B0509020204020204" pitchFamily="49" charset="0"/>
              </a:defRPr>
            </a:lvl1pPr>
            <a:lvl2pPr marL="228600" indent="0">
              <a:spcAft>
                <a:spcPts val="600"/>
              </a:spcAft>
              <a:buNone/>
              <a:defRPr sz="1800" b="0" i="0">
                <a:latin typeface="Amazon Ember Mono" panose="020B0509020204020204" pitchFamily="49" charset="0"/>
              </a:defRPr>
            </a:lvl2pPr>
            <a:lvl3pPr marL="457200" indent="0">
              <a:spcAft>
                <a:spcPts val="600"/>
              </a:spcAft>
              <a:buNone/>
              <a:defRPr sz="1800" b="0" i="0">
                <a:latin typeface="Amazon Ember Mono" panose="020B0509020204020204" pitchFamily="49" charset="0"/>
              </a:defRPr>
            </a:lvl3pPr>
            <a:lvl4pPr marL="685800" indent="0">
              <a:spcAft>
                <a:spcPts val="600"/>
              </a:spcAft>
              <a:buNone/>
              <a:defRPr sz="1800" b="0" i="0">
                <a:latin typeface="Amazon Ember Mono" panose="020B0509020204020204" pitchFamily="49" charset="0"/>
              </a:defRPr>
            </a:lvl4pPr>
            <a:lvl5pPr marL="914400" indent="0">
              <a:spcAft>
                <a:spcPts val="600"/>
              </a:spcAft>
              <a:buNone/>
              <a:defRPr sz="1800" b="0" i="0">
                <a:latin typeface="Amazon Ember Mono" panose="020B0509020204020204" pitchFamily="49" charset="0"/>
              </a:defRPr>
            </a:lvl5pPr>
          </a:lstStyle>
          <a:p>
            <a:pPr lvl="0"/>
            <a:r>
              <a:rPr lang="en-US"/>
              <a:t>Type or paste plain-text code here; or click icon to add image</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9EAB3-8007-4FDC-BADB-BADCE0CE1871}"/>
              </a:ext>
            </a:extLst>
          </p:cNvPr>
          <p:cNvSpPr>
            <a:spLocks noGrp="1"/>
          </p:cNvSpPr>
          <p:nvPr>
            <p:ph type="dt" sz="half" idx="10"/>
          </p:nvPr>
        </p:nvSpPr>
        <p:spPr/>
        <p:txBody>
          <a:bodyPr/>
          <a:lstStyle>
            <a:lvl1pPr>
              <a:defRPr b="0" i="0">
                <a:latin typeface="Amazon Ember Display" panose="020F0603020204020204" pitchFamily="34" charset="0"/>
              </a:defRPr>
            </a:lvl1pPr>
          </a:lstStyle>
          <a:p>
            <a:fld id="{14000039-AC38-8C4D-BBF6-A4179217D919}" type="datetime1">
              <a:rPr lang="en-US" smtClean="0"/>
              <a:pPr/>
              <a:t>9/5/25</a:t>
            </a:fld>
            <a:endParaRPr lang="en-US"/>
          </a:p>
        </p:txBody>
      </p:sp>
      <p:sp>
        <p:nvSpPr>
          <p:cNvPr id="5" name="Footer Placeholder 4">
            <a:extLst>
              <a:ext uri="{FF2B5EF4-FFF2-40B4-BE49-F238E27FC236}">
                <a16:creationId xmlns:a16="http://schemas.microsoft.com/office/drawing/2014/main" id="{A5375AEC-53B6-4043-9677-30AD83B02F4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63F51AD4-FDAE-4E07-B685-874180F1021C}"/>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863422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type="twoObj" preserve="1">
  <p:cSld name="Code - 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a:xfrm>
            <a:off x="539262" y="914401"/>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Two-column code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1646605"/>
          </a:xfrm>
        </p:spPr>
        <p:txBody>
          <a:bodyPr/>
          <a:lstStyle>
            <a:lvl1pPr marL="0" indent="0">
              <a:spcAft>
                <a:spcPts val="600"/>
              </a:spcAft>
              <a:buNone/>
              <a:defRPr sz="1800" b="0" i="0">
                <a:latin typeface="Amazon Ember Mono" panose="020B0509020204020204" pitchFamily="49" charset="0"/>
              </a:defRPr>
            </a:lvl1pPr>
            <a:lvl2pPr marL="228600" indent="0">
              <a:spcAft>
                <a:spcPts val="600"/>
              </a:spcAft>
              <a:buNone/>
              <a:defRPr sz="1800" b="0" i="0">
                <a:latin typeface="Amazon Ember Mono" panose="020B0509020204020204" pitchFamily="49" charset="0"/>
              </a:defRPr>
            </a:lvl2pPr>
            <a:lvl3pPr marL="457200" indent="0">
              <a:spcAft>
                <a:spcPts val="600"/>
              </a:spcAft>
              <a:buNone/>
              <a:defRPr sz="1800" b="0" i="0">
                <a:latin typeface="Amazon Ember Mono" panose="020B0509020204020204" pitchFamily="49" charset="0"/>
              </a:defRPr>
            </a:lvl3pPr>
            <a:lvl4pPr marL="685800" indent="0">
              <a:spcAft>
                <a:spcPts val="600"/>
              </a:spcAft>
              <a:buNone/>
              <a:defRPr sz="1800" b="0" i="0">
                <a:latin typeface="Amazon Ember Mono" panose="020B0509020204020204" pitchFamily="49" charset="0"/>
              </a:defRPr>
            </a:lvl4pPr>
            <a:lvl5pPr marL="914400" indent="0">
              <a:spcAft>
                <a:spcPts val="600"/>
              </a:spcAft>
              <a:buNone/>
              <a:defRPr sz="1800" b="0" i="0">
                <a:latin typeface="Amazon Ember Mono" panose="020B0509020204020204" pitchFamily="49" charset="0"/>
              </a:defRPr>
            </a:lvl5pPr>
          </a:lstStyle>
          <a:p>
            <a:pPr lvl="0"/>
            <a:r>
              <a:rPr lang="en-US"/>
              <a:t>Enter code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500"/>
            <a:ext cx="5248276" cy="1646605"/>
          </a:xfrm>
        </p:spPr>
        <p:txBody>
          <a:bodyPr/>
          <a:lstStyle>
            <a:lvl1pPr marL="0" indent="0">
              <a:spcAft>
                <a:spcPts val="600"/>
              </a:spcAft>
              <a:buNone/>
              <a:defRPr sz="1800" b="0" i="0">
                <a:latin typeface="Amazon Ember Mono" panose="020B0509020204020204" pitchFamily="49" charset="0"/>
              </a:defRPr>
            </a:lvl1pPr>
            <a:lvl2pPr marL="228600" indent="0">
              <a:spcAft>
                <a:spcPts val="600"/>
              </a:spcAft>
              <a:buNone/>
              <a:defRPr sz="1800" b="0" i="0">
                <a:latin typeface="Amazon Ember Mono" panose="020B0509020204020204" pitchFamily="49" charset="0"/>
              </a:defRPr>
            </a:lvl2pPr>
            <a:lvl3pPr marL="457200" indent="0">
              <a:spcAft>
                <a:spcPts val="600"/>
              </a:spcAft>
              <a:buNone/>
              <a:defRPr sz="1800" b="0" i="0">
                <a:latin typeface="Amazon Ember Mono" panose="020B0509020204020204" pitchFamily="49" charset="0"/>
              </a:defRPr>
            </a:lvl3pPr>
            <a:lvl4pPr marL="685800" indent="0">
              <a:spcAft>
                <a:spcPts val="600"/>
              </a:spcAft>
              <a:buNone/>
              <a:defRPr sz="1800" b="0" i="0">
                <a:latin typeface="Amazon Ember Mono" panose="020B0509020204020204" pitchFamily="49" charset="0"/>
              </a:defRPr>
            </a:lvl4pPr>
            <a:lvl5pPr marL="914400" indent="0">
              <a:spcAft>
                <a:spcPts val="600"/>
              </a:spcAft>
              <a:buNone/>
              <a:defRPr sz="1800" b="0" i="0">
                <a:latin typeface="Amazon Ember Mono" panose="020B0509020204020204" pitchFamily="49" charset="0"/>
              </a:defRPr>
            </a:lvl5pPr>
          </a:lstStyle>
          <a:p>
            <a:pPr lvl="0"/>
            <a:r>
              <a:rPr lang="en-US"/>
              <a:t>Enter code</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810155-AFE0-49FD-8E9F-C55D662327A4}"/>
              </a:ext>
            </a:extLst>
          </p:cNvPr>
          <p:cNvSpPr>
            <a:spLocks noGrp="1"/>
          </p:cNvSpPr>
          <p:nvPr>
            <p:ph type="dt" sz="half" idx="10"/>
          </p:nvPr>
        </p:nvSpPr>
        <p:spPr/>
        <p:txBody>
          <a:bodyPr/>
          <a:lstStyle>
            <a:lvl1pPr>
              <a:defRPr b="0" i="0">
                <a:latin typeface="Amazon Ember Display" panose="020F0603020204020204" pitchFamily="34" charset="0"/>
              </a:defRPr>
            </a:lvl1pPr>
          </a:lstStyle>
          <a:p>
            <a:fld id="{BA838F1F-E927-864D-8933-A87A9B46D340}" type="datetime1">
              <a:rPr lang="en-US" smtClean="0"/>
              <a:pPr/>
              <a:t>9/5/25</a:t>
            </a:fld>
            <a:endParaRPr lang="en-US"/>
          </a:p>
        </p:txBody>
      </p:sp>
      <p:sp>
        <p:nvSpPr>
          <p:cNvPr id="6" name="Footer Placeholder 5">
            <a:extLst>
              <a:ext uri="{FF2B5EF4-FFF2-40B4-BE49-F238E27FC236}">
                <a16:creationId xmlns:a16="http://schemas.microsoft.com/office/drawing/2014/main" id="{C99A757A-A572-48F6-B0E7-EBDAFBA598C6}"/>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7" name="Slide Number Placeholder 6">
            <a:extLst>
              <a:ext uri="{FF2B5EF4-FFF2-40B4-BE49-F238E27FC236}">
                <a16:creationId xmlns:a16="http://schemas.microsoft.com/office/drawing/2014/main" id="{76BBE49C-423E-451A-A0D2-7D73F2531B98}"/>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Tree>
    <p:extLst>
      <p:ext uri="{BB962C8B-B14F-4D97-AF65-F5344CB8AC3E}">
        <p14:creationId xmlns:p14="http://schemas.microsoft.com/office/powerpoint/2010/main" val="2762099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0820-803B-4C55-BA9E-AE3223753EEA}"/>
              </a:ext>
            </a:extLst>
          </p:cNvPr>
          <p:cNvSpPr>
            <a:spLocks noGrp="1"/>
          </p:cNvSpPr>
          <p:nvPr>
            <p:ph type="title" hasCustomPrompt="1"/>
          </p:nvPr>
        </p:nvSpPr>
        <p:spPr>
          <a:xfrm>
            <a:off x="653256" y="3226552"/>
            <a:ext cx="6823869" cy="750238"/>
          </a:xfrm>
          <a:prstGeom prst="rect">
            <a:avLst/>
          </a:prstGeom>
        </p:spPr>
        <p:txBody>
          <a:bodyPr/>
          <a:lstStyle>
            <a:lvl1pPr>
              <a:defRPr sz="28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Enter subtitle</a:t>
            </a:r>
          </a:p>
        </p:txBody>
      </p:sp>
      <p:sp>
        <p:nvSpPr>
          <p:cNvPr id="3" name="Date Placeholder 2">
            <a:extLst>
              <a:ext uri="{FF2B5EF4-FFF2-40B4-BE49-F238E27FC236}">
                <a16:creationId xmlns:a16="http://schemas.microsoft.com/office/drawing/2014/main" id="{35841FE7-5B7D-4299-B262-F8E574B50BA0}"/>
              </a:ext>
            </a:extLst>
          </p:cNvPr>
          <p:cNvSpPr>
            <a:spLocks noGrp="1"/>
          </p:cNvSpPr>
          <p:nvPr>
            <p:ph type="dt" sz="half" idx="10"/>
          </p:nvPr>
        </p:nvSpPr>
        <p:spPr/>
        <p:txBody>
          <a:bodyPr/>
          <a:lstStyle>
            <a:lvl1pPr>
              <a:defRPr b="0" i="0">
                <a:latin typeface="Amazon Ember Display" panose="020F0603020204020204" pitchFamily="34" charset="0"/>
              </a:defRPr>
            </a:lvl1pPr>
          </a:lstStyle>
          <a:p>
            <a:fld id="{F5CD9E88-8D52-D44B-9301-05276D5B5248}" type="datetime1">
              <a:rPr lang="en-US" smtClean="0"/>
              <a:pPr/>
              <a:t>9/5/25</a:t>
            </a:fld>
            <a:endParaRPr lang="en-US"/>
          </a:p>
        </p:txBody>
      </p:sp>
      <p:sp>
        <p:nvSpPr>
          <p:cNvPr id="4" name="Footer Placeholder 3">
            <a:extLst>
              <a:ext uri="{FF2B5EF4-FFF2-40B4-BE49-F238E27FC236}">
                <a16:creationId xmlns:a16="http://schemas.microsoft.com/office/drawing/2014/main" id="{728617C0-A817-49E3-9857-07752AB40137}"/>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5" name="Slide Number Placeholder 4">
            <a:extLst>
              <a:ext uri="{FF2B5EF4-FFF2-40B4-BE49-F238E27FC236}">
                <a16:creationId xmlns:a16="http://schemas.microsoft.com/office/drawing/2014/main" id="{D2B99A66-7F1A-495E-B008-D2DB34B05B5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a:p>
        </p:txBody>
      </p:sp>
      <p:sp>
        <p:nvSpPr>
          <p:cNvPr id="6" name="TextBox 5">
            <a:extLst>
              <a:ext uri="{FF2B5EF4-FFF2-40B4-BE49-F238E27FC236}">
                <a16:creationId xmlns:a16="http://schemas.microsoft.com/office/drawing/2014/main" id="{90F7951E-E6AB-4553-9142-A91D5BC58C21}"/>
              </a:ext>
            </a:extLst>
          </p:cNvPr>
          <p:cNvSpPr txBox="1"/>
          <p:nvPr userDrawn="1"/>
        </p:nvSpPr>
        <p:spPr>
          <a:xfrm>
            <a:off x="609599" y="2428875"/>
            <a:ext cx="6867525" cy="955666"/>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Q&amp;A</a:t>
            </a:r>
          </a:p>
        </p:txBody>
      </p:sp>
    </p:spTree>
    <p:extLst>
      <p:ext uri="{BB962C8B-B14F-4D97-AF65-F5344CB8AC3E}">
        <p14:creationId xmlns:p14="http://schemas.microsoft.com/office/powerpoint/2010/main" val="3537298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Video or Demo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73436"/>
            <a:ext cx="7823200" cy="1311128"/>
          </a:xfrm>
          <a:prstGeom prst="rect">
            <a:avLst/>
          </a:prstGeom>
        </p:spPr>
        <p:txBody>
          <a:bodyPr anchor="ctr" anchorCtr="0"/>
          <a:lstStyle>
            <a:lvl1pPr>
              <a:defRPr sz="44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Video or demo divider: Enter “Video” or “Demo” here</a:t>
            </a:r>
          </a:p>
        </p:txBody>
      </p:sp>
    </p:spTree>
    <p:extLst>
      <p:ext uri="{BB962C8B-B14F-4D97-AF65-F5344CB8AC3E}">
        <p14:creationId xmlns:p14="http://schemas.microsoft.com/office/powerpoint/2010/main" val="336382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C300D94-E16B-4268-9D8D-053D71D5DCA2}"/>
              </a:ext>
            </a:extLst>
          </p:cNvPr>
          <p:cNvPicPr>
            <a:picLocks noChangeAspect="1"/>
          </p:cNvPicPr>
          <p:nvPr userDrawn="1"/>
        </p:nvPicPr>
        <p:blipFill>
          <a:blip r:embed="rId2"/>
          <a:stretch>
            <a:fillRect/>
          </a:stretch>
        </p:blipFill>
        <p:spPr>
          <a:xfrm>
            <a:off x="4994672" y="2327672"/>
            <a:ext cx="2202656" cy="2202656"/>
          </a:xfrm>
          <a:prstGeom prst="rect">
            <a:avLst/>
          </a:prstGeom>
        </p:spPr>
      </p:pic>
      <p:sp>
        <p:nvSpPr>
          <p:cNvPr id="7" name="Media Placeholder 6">
            <a:extLst>
              <a:ext uri="{FF2B5EF4-FFF2-40B4-BE49-F238E27FC236}">
                <a16:creationId xmlns:a16="http://schemas.microsoft.com/office/drawing/2014/main" id="{6100FBD5-D226-4B79-8009-A3AA42458FC8}"/>
              </a:ext>
            </a:extLst>
          </p:cNvPr>
          <p:cNvSpPr>
            <a:spLocks noGrp="1"/>
          </p:cNvSpPr>
          <p:nvPr>
            <p:ph type="media" sz="quarter" idx="10"/>
          </p:nvPr>
        </p:nvSpPr>
        <p:spPr>
          <a:xfrm>
            <a:off x="0" y="0"/>
            <a:ext cx="12192000" cy="6858000"/>
          </a:xfrm>
          <a:solidFill>
            <a:schemeClr val="bg2"/>
          </a:solidFill>
        </p:spPr>
        <p:txBody>
          <a:bodyPr lIns="548640" anchor="ctr">
            <a:noAutofit/>
          </a:bodyPr>
          <a:lstStyle>
            <a:lvl1pPr marL="0" indent="0" algn="ctr">
              <a:buNone/>
              <a:defRPr b="0" i="0">
                <a:latin typeface="Amazon Ember Display" panose="020F0603020204020204" pitchFamily="34" charset="0"/>
              </a:defRPr>
            </a:lvl1pPr>
          </a:lstStyle>
          <a:p>
            <a:r>
              <a:rPr lang="en-US"/>
              <a:t>Click icon to add media</a:t>
            </a:r>
          </a:p>
        </p:txBody>
      </p:sp>
    </p:spTree>
    <p:extLst>
      <p:ext uri="{BB962C8B-B14F-4D97-AF65-F5344CB8AC3E}">
        <p14:creationId xmlns:p14="http://schemas.microsoft.com/office/powerpoint/2010/main" val="3269127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1A51E-0F08-4B7B-9A9F-00CF3AA3107A}"/>
              </a:ext>
            </a:extLst>
          </p:cNvPr>
          <p:cNvSpPr>
            <a:spLocks noGrp="1"/>
          </p:cNvSpPr>
          <p:nvPr>
            <p:ph type="title" hasCustomPrompt="1"/>
          </p:nvPr>
        </p:nvSpPr>
        <p:spPr>
          <a:xfrm>
            <a:off x="539262" y="914401"/>
            <a:ext cx="10972800" cy="646331"/>
          </a:xfrm>
          <a:prstGeom prst="rect">
            <a:avLst/>
          </a:prstGeom>
        </p:spPr>
        <p:txBody>
          <a:bodyPr anchor="t" anchorCtr="0">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Content with caption layout</a:t>
            </a:r>
          </a:p>
        </p:txBody>
      </p:sp>
      <p:sp>
        <p:nvSpPr>
          <p:cNvPr id="3" name="Content Placeholder 2">
            <a:extLst>
              <a:ext uri="{FF2B5EF4-FFF2-40B4-BE49-F238E27FC236}">
                <a16:creationId xmlns:a16="http://schemas.microsoft.com/office/drawing/2014/main" id="{54F6EECF-7227-4AD4-BC6B-F6715716A80F}"/>
              </a:ext>
            </a:extLst>
          </p:cNvPr>
          <p:cNvSpPr>
            <a:spLocks noGrp="1"/>
          </p:cNvSpPr>
          <p:nvPr>
            <p:ph idx="1" hasCustomPrompt="1"/>
          </p:nvPr>
        </p:nvSpPr>
        <p:spPr>
          <a:xfrm>
            <a:off x="6210300" y="1714501"/>
            <a:ext cx="5372100" cy="2591479"/>
          </a:xfrm>
        </p:spPr>
        <p:txBody>
          <a:bodyPr/>
          <a:lstStyle>
            <a:lvl1pPr marL="457200" indent="-457200">
              <a:buFont typeface="Arial" panose="020B0604020202020204" pitchFamily="34" charset="0"/>
              <a:buChar char="•"/>
              <a:defRPr sz="2800" b="0" i="0">
                <a:latin typeface="Amazon Ember Display" panose="020F0603020204020204" pitchFamily="34" charset="0"/>
              </a:defRPr>
            </a:lvl1pPr>
            <a:lvl2pPr marL="628650" indent="-342900">
              <a:buFont typeface="Arial" panose="020B0604020202020204" pitchFamily="34" charset="0"/>
              <a:buChar char="•"/>
              <a:defRPr sz="2400" b="0" i="0">
                <a:latin typeface="Amazon Ember Display" panose="020F0603020204020204" pitchFamily="34" charset="0"/>
              </a:defRPr>
            </a:lvl2pPr>
            <a:lvl3pPr marL="971550" indent="-342900">
              <a:buFont typeface="Arial" panose="020B0604020202020204" pitchFamily="34" charset="0"/>
              <a:buChar char="•"/>
              <a:defRPr sz="2000" b="0" i="0">
                <a:latin typeface="Amazon Ember Display" panose="020F0603020204020204" pitchFamily="34" charset="0"/>
              </a:defRPr>
            </a:lvl3pPr>
            <a:lvl4pPr marL="1144588" indent="-285750">
              <a:buFont typeface="Arial" panose="020B0604020202020204" pitchFamily="34" charset="0"/>
              <a:buChar char="•"/>
              <a:defRPr sz="1800" b="0" i="0">
                <a:latin typeface="Amazon Ember Display" panose="020F0603020204020204" pitchFamily="34" charset="0"/>
              </a:defRPr>
            </a:lvl4pPr>
            <a:lvl5pPr marL="1316038" indent="-285750">
              <a:buFont typeface="Arial" panose="020B0604020202020204" pitchFamily="34" charset="0"/>
              <a:buChar char="•"/>
              <a:defRPr sz="1800" b="0" i="0">
                <a:latin typeface="Amazon Ember Display" panose="020F0603020204020204" pitchFamily="34" charset="0"/>
              </a:defRPr>
            </a:lvl5pPr>
            <a:lvl6pPr>
              <a:defRPr sz="2000"/>
            </a:lvl6pPr>
            <a:lvl7pPr>
              <a:defRPr sz="2000"/>
            </a:lvl7pPr>
            <a:lvl8pPr>
              <a:defRPr sz="2000"/>
            </a:lvl8pPr>
            <a:lvl9pPr>
              <a:defRPr sz="2000"/>
            </a:lvl9pPr>
          </a:lstStyle>
          <a:p>
            <a:pPr lvl="0"/>
            <a:r>
              <a:rPr lang="en-US"/>
              <a:t>Enter text or click icon to add media</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C0C8A-CCAE-4B98-91F0-838AA4F55C8F}"/>
              </a:ext>
            </a:extLst>
          </p:cNvPr>
          <p:cNvSpPr>
            <a:spLocks noGrp="1"/>
          </p:cNvSpPr>
          <p:nvPr>
            <p:ph type="body" sz="half" idx="2" hasCustomPrompt="1"/>
          </p:nvPr>
        </p:nvSpPr>
        <p:spPr>
          <a:xfrm>
            <a:off x="609598" y="1725611"/>
            <a:ext cx="5372101" cy="313932"/>
          </a:xfrm>
        </p:spPr>
        <p:txBody>
          <a:bodyPr/>
          <a:lstStyle>
            <a:lvl1pPr marL="0" indent="0">
              <a:buNone/>
              <a:defRPr sz="1600" b="0" i="0">
                <a:latin typeface="Amazon Ember Display" panose="020F0603020204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Enter descriptive text here</a:t>
            </a:r>
          </a:p>
        </p:txBody>
      </p:sp>
    </p:spTree>
    <p:extLst>
      <p:ext uri="{BB962C8B-B14F-4D97-AF65-F5344CB8AC3E}">
        <p14:creationId xmlns:p14="http://schemas.microsoft.com/office/powerpoint/2010/main" val="702728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3FEA24-4BB1-51F6-D1A3-1CDE18E45E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Thank you!</a:t>
            </a:r>
          </a:p>
        </p:txBody>
      </p:sp>
      <p:pic>
        <p:nvPicPr>
          <p:cNvPr id="5" name="Picture 4">
            <a:extLst>
              <a:ext uri="{FF2B5EF4-FFF2-40B4-BE49-F238E27FC236}">
                <a16:creationId xmlns:a16="http://schemas.microsoft.com/office/drawing/2014/main" id="{C0B9A91F-2413-643E-00B4-F93DC22555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3" name="TextBox 2">
            <a:extLst>
              <a:ext uri="{FF2B5EF4-FFF2-40B4-BE49-F238E27FC236}">
                <a16:creationId xmlns:a16="http://schemas.microsoft.com/office/drawing/2014/main" id="{0902F78A-89C5-9A95-F0BE-08B93E2052E0}"/>
              </a:ext>
            </a:extLst>
          </p:cNvPr>
          <p:cNvSpPr txBox="1"/>
          <p:nvPr userDrawn="1"/>
        </p:nvSpPr>
        <p:spPr>
          <a:xfrm>
            <a:off x="527766" y="6025634"/>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spTree>
    <p:extLst>
      <p:ext uri="{BB962C8B-B14F-4D97-AF65-F5344CB8AC3E}">
        <p14:creationId xmlns:p14="http://schemas.microsoft.com/office/powerpoint/2010/main" val="3683206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54CF3CEA-C5D6-3EE2-0ADF-9CA879927A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F4CEAE59-88AB-067D-8305-5D60E5C0CC94}"/>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4" name="Text Placeholder 9">
            <a:extLst>
              <a:ext uri="{FF2B5EF4-FFF2-40B4-BE49-F238E27FC236}">
                <a16:creationId xmlns:a16="http://schemas.microsoft.com/office/drawing/2014/main" id="{7ED4E7E8-6939-47DD-F50C-1BE8D7C7AB1B}"/>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5" name="Text Placeholder 7">
            <a:extLst>
              <a:ext uri="{FF2B5EF4-FFF2-40B4-BE49-F238E27FC236}">
                <a16:creationId xmlns:a16="http://schemas.microsoft.com/office/drawing/2014/main" id="{B0E08B7E-513C-0B0B-9DC0-33A10068E811}"/>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6" name="Text Placeholder 9">
            <a:extLst>
              <a:ext uri="{FF2B5EF4-FFF2-40B4-BE49-F238E27FC236}">
                <a16:creationId xmlns:a16="http://schemas.microsoft.com/office/drawing/2014/main" id="{21EF1BFC-F8EA-31FF-2ECB-6FE640057D1C}"/>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7" name="Text Placeholder 7">
            <a:extLst>
              <a:ext uri="{FF2B5EF4-FFF2-40B4-BE49-F238E27FC236}">
                <a16:creationId xmlns:a16="http://schemas.microsoft.com/office/drawing/2014/main" id="{BCF5D785-7779-B4A7-1593-D9E4005D4186}"/>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9" name="Text Placeholder 9">
            <a:extLst>
              <a:ext uri="{FF2B5EF4-FFF2-40B4-BE49-F238E27FC236}">
                <a16:creationId xmlns:a16="http://schemas.microsoft.com/office/drawing/2014/main" id="{6C67EAE0-22D8-7774-6075-2E7C8D357946}"/>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20" name="TextBox 19">
            <a:extLst>
              <a:ext uri="{FF2B5EF4-FFF2-40B4-BE49-F238E27FC236}">
                <a16:creationId xmlns:a16="http://schemas.microsoft.com/office/drawing/2014/main" id="{8B073B14-3FCE-9EBE-8EF4-076D31F5D3A9}"/>
              </a:ext>
            </a:extLst>
          </p:cNvPr>
          <p:cNvSpPr txBox="1"/>
          <p:nvPr userDrawn="1"/>
        </p:nvSpPr>
        <p:spPr>
          <a:xfrm>
            <a:off x="609599" y="2461211"/>
            <a:ext cx="6867525" cy="923330"/>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2B64E461-542C-9DF0-B91E-B36341643F32}"/>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err="1">
              <a:latin typeface="Amazon Ember Display" panose="020F0603020204020204" pitchFamily="34" charset="0"/>
            </a:endParaRPr>
          </a:p>
        </p:txBody>
      </p:sp>
      <p:pic>
        <p:nvPicPr>
          <p:cNvPr id="22" name="Picture 21">
            <a:extLst>
              <a:ext uri="{FF2B5EF4-FFF2-40B4-BE49-F238E27FC236}">
                <a16:creationId xmlns:a16="http://schemas.microsoft.com/office/drawing/2014/main" id="{0625BCAF-5C90-042B-0BAB-CD0E59CCA80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extBox 1">
            <a:extLst>
              <a:ext uri="{FF2B5EF4-FFF2-40B4-BE49-F238E27FC236}">
                <a16:creationId xmlns:a16="http://schemas.microsoft.com/office/drawing/2014/main" id="{DDEC7666-E95B-BA1B-9CE7-A188F672FA46}"/>
              </a:ext>
            </a:extLst>
          </p:cNvPr>
          <p:cNvSpPr txBox="1"/>
          <p:nvPr userDrawn="1"/>
        </p:nvSpPr>
        <p:spPr>
          <a:xfrm>
            <a:off x="527766" y="6025634"/>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spTree>
    <p:extLst>
      <p:ext uri="{BB962C8B-B14F-4D97-AF65-F5344CB8AC3E}">
        <p14:creationId xmlns:p14="http://schemas.microsoft.com/office/powerpoint/2010/main" val="128273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00EE6D9C-875B-CBBD-B13E-569C0B9A8F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 Placeholder 7">
            <a:extLst>
              <a:ext uri="{FF2B5EF4-FFF2-40B4-BE49-F238E27FC236}">
                <a16:creationId xmlns:a16="http://schemas.microsoft.com/office/drawing/2014/main" id="{C3E01366-E822-32FE-65C0-B3B4125945BA}"/>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4" name="Text Placeholder 9">
            <a:extLst>
              <a:ext uri="{FF2B5EF4-FFF2-40B4-BE49-F238E27FC236}">
                <a16:creationId xmlns:a16="http://schemas.microsoft.com/office/drawing/2014/main" id="{1E78FCF9-F25E-3767-EB4A-8D919FAD0C7D}"/>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5" name="Text Placeholder 7">
            <a:extLst>
              <a:ext uri="{FF2B5EF4-FFF2-40B4-BE49-F238E27FC236}">
                <a16:creationId xmlns:a16="http://schemas.microsoft.com/office/drawing/2014/main" id="{4A1C9D7C-4935-7A74-21C6-B88B45377B89}"/>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6" name="Text Placeholder 9">
            <a:extLst>
              <a:ext uri="{FF2B5EF4-FFF2-40B4-BE49-F238E27FC236}">
                <a16:creationId xmlns:a16="http://schemas.microsoft.com/office/drawing/2014/main" id="{20D6E1ED-92EF-4477-D94E-EDA210EF8854}"/>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7" name="Text Placeholder 7">
            <a:extLst>
              <a:ext uri="{FF2B5EF4-FFF2-40B4-BE49-F238E27FC236}">
                <a16:creationId xmlns:a16="http://schemas.microsoft.com/office/drawing/2014/main" id="{3F1AB78F-B9B6-3B94-6F03-015F0598F319}"/>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a:t>Speaker name</a:t>
            </a:r>
          </a:p>
        </p:txBody>
      </p:sp>
      <p:sp>
        <p:nvSpPr>
          <p:cNvPr id="9" name="Text Placeholder 9">
            <a:extLst>
              <a:ext uri="{FF2B5EF4-FFF2-40B4-BE49-F238E27FC236}">
                <a16:creationId xmlns:a16="http://schemas.microsoft.com/office/drawing/2014/main" id="{7B0FD9D2-77A6-9253-CB15-84E1C403FB55}"/>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a:t>Speaker contact info (email or socials)</a:t>
            </a:r>
          </a:p>
        </p:txBody>
      </p:sp>
      <p:sp>
        <p:nvSpPr>
          <p:cNvPr id="20" name="TextBox 19">
            <a:extLst>
              <a:ext uri="{FF2B5EF4-FFF2-40B4-BE49-F238E27FC236}">
                <a16:creationId xmlns:a16="http://schemas.microsoft.com/office/drawing/2014/main" id="{DAE79A02-C451-B664-9107-9D196F3382D7}"/>
              </a:ext>
            </a:extLst>
          </p:cNvPr>
          <p:cNvSpPr txBox="1"/>
          <p:nvPr userDrawn="1"/>
        </p:nvSpPr>
        <p:spPr>
          <a:xfrm>
            <a:off x="609599" y="2461211"/>
            <a:ext cx="6867525" cy="923330"/>
          </a:xfrm>
          <a:prstGeom prst="rect">
            <a:avLst/>
          </a:prstGeom>
          <a:noFill/>
        </p:spPr>
        <p:txBody>
          <a:bodyPr wrap="square" lIns="0" rtlCol="0">
            <a:noAutofit/>
          </a:bodyPr>
          <a:lstStyle/>
          <a:p>
            <a:r>
              <a:rPr lang="en-US" sz="4800" b="0" i="0">
                <a:solidFill>
                  <a:schemeClr val="tx2"/>
                </a:solidFill>
                <a:latin typeface="Amazon Ember Display" panose="020F0603020204020204" pitchFamily="34" charset="0"/>
              </a:rPr>
              <a:t>Thank you!</a:t>
            </a:r>
          </a:p>
        </p:txBody>
      </p:sp>
      <p:sp>
        <p:nvSpPr>
          <p:cNvPr id="21" name="TextBox 20">
            <a:extLst>
              <a:ext uri="{FF2B5EF4-FFF2-40B4-BE49-F238E27FC236}">
                <a16:creationId xmlns:a16="http://schemas.microsoft.com/office/drawing/2014/main" id="{1416FB4C-1D1E-4119-B730-03DD2E265086}"/>
              </a:ext>
            </a:extLst>
          </p:cNvPr>
          <p:cNvSpPr txBox="1"/>
          <p:nvPr userDrawn="1"/>
        </p:nvSpPr>
        <p:spPr>
          <a:xfrm>
            <a:off x="-1352550" y="3771900"/>
            <a:ext cx="65" cy="369332"/>
          </a:xfrm>
          <a:prstGeom prst="rect">
            <a:avLst/>
          </a:prstGeom>
          <a:noFill/>
        </p:spPr>
        <p:txBody>
          <a:bodyPr wrap="none" lIns="0" rIns="0" rtlCol="0">
            <a:spAutoFit/>
          </a:bodyPr>
          <a:lstStyle/>
          <a:p>
            <a:pPr algn="l"/>
            <a:endParaRPr lang="en-US" b="0" i="0" err="1">
              <a:latin typeface="Amazon Ember Display" panose="020F0603020204020204" pitchFamily="34" charset="0"/>
            </a:endParaRPr>
          </a:p>
        </p:txBody>
      </p:sp>
      <p:pic>
        <p:nvPicPr>
          <p:cNvPr id="22" name="Picture 21">
            <a:extLst>
              <a:ext uri="{FF2B5EF4-FFF2-40B4-BE49-F238E27FC236}">
                <a16:creationId xmlns:a16="http://schemas.microsoft.com/office/drawing/2014/main" id="{30CC1F33-20B4-A2CC-CBF3-F33B6E957A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2" name="TextBox 1">
            <a:extLst>
              <a:ext uri="{FF2B5EF4-FFF2-40B4-BE49-F238E27FC236}">
                <a16:creationId xmlns:a16="http://schemas.microsoft.com/office/drawing/2014/main" id="{492CA65A-606C-B6BF-5226-3CAA4640D586}"/>
              </a:ext>
            </a:extLst>
          </p:cNvPr>
          <p:cNvSpPr txBox="1"/>
          <p:nvPr userDrawn="1"/>
        </p:nvSpPr>
        <p:spPr>
          <a:xfrm>
            <a:off x="527766" y="6025634"/>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spTree>
    <p:extLst>
      <p:ext uri="{BB962C8B-B14F-4D97-AF65-F5344CB8AC3E}">
        <p14:creationId xmlns:p14="http://schemas.microsoft.com/office/powerpoint/2010/main" val="2151170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33D-5535-4C9A-8FE3-B37ABA63B4C7}"/>
              </a:ext>
            </a:extLst>
          </p:cNvPr>
          <p:cNvSpPr>
            <a:spLocks noGrp="1"/>
          </p:cNvSpPr>
          <p:nvPr>
            <p:ph type="title"/>
          </p:nvPr>
        </p:nvSpPr>
        <p:spPr>
          <a:xfrm>
            <a:off x="609600" y="914401"/>
            <a:ext cx="10972800" cy="535531"/>
          </a:xfrm>
          <a:prstGeom prst="rect">
            <a:avLst/>
          </a:prstGeom>
        </p:spPr>
        <p:txBody>
          <a:bodyPr>
            <a:no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9E93D77A-024C-472F-B312-4E06A5BAE0BA}"/>
              </a:ext>
            </a:extLst>
          </p:cNvPr>
          <p:cNvSpPr>
            <a:spLocks noGrp="1"/>
          </p:cNvSpPr>
          <p:nvPr>
            <p:ph type="body" orient="vert" idx="1"/>
          </p:nvPr>
        </p:nvSpPr>
        <p:spPr>
          <a:xfrm>
            <a:off x="9076329" y="1718982"/>
            <a:ext cx="2506071" cy="4491317"/>
          </a:xfrm>
        </p:spPr>
        <p:txBody>
          <a:bodyPr vert="eaVert"/>
          <a:lstStyle>
            <a:lvl1pPr marL="457200" indent="-457200">
              <a:buFont typeface="Arial" panose="020B0604020202020204" pitchFamily="34" charset="0"/>
              <a:buChar char="•"/>
              <a:defRPr b="0" i="0">
                <a:latin typeface="Amazon Ember Display" panose="020F0603020204020204" pitchFamily="34" charset="0"/>
              </a:defRPr>
            </a:lvl1pPr>
            <a:lvl2pPr marL="628650" indent="-342900">
              <a:buFont typeface="Arial" panose="020B0604020202020204" pitchFamily="34" charset="0"/>
              <a:buChar char="•"/>
              <a:defRPr b="0" i="0">
                <a:latin typeface="Amazon Ember Display" panose="020F0603020204020204" pitchFamily="34" charset="0"/>
              </a:defRPr>
            </a:lvl2pPr>
            <a:lvl3pPr marL="971550" indent="-342900">
              <a:buFont typeface="Arial" panose="020B0604020202020204" pitchFamily="34" charset="0"/>
              <a:buChar char="•"/>
              <a:defRPr b="0" i="0">
                <a:latin typeface="Amazon Ember Display" panose="020F0603020204020204" pitchFamily="34" charset="0"/>
              </a:defRPr>
            </a:lvl3pPr>
            <a:lvl4pPr marL="1144588" indent="-285750">
              <a:buFont typeface="Arial" panose="020B0604020202020204" pitchFamily="34" charset="0"/>
              <a:buChar char="•"/>
              <a:defRPr b="0" i="0">
                <a:latin typeface="Amazon Ember Display" panose="020F0603020204020204" pitchFamily="34" charset="0"/>
              </a:defRPr>
            </a:lvl4pPr>
            <a:lvl5pPr marL="1316038" indent="-285750">
              <a:buFont typeface="Arial" panose="020B0604020202020204" pitchFamily="34" charset="0"/>
              <a:buChar char="•"/>
              <a:defRPr b="0" i="0">
                <a:latin typeface="Amazon Ember Display" panose="020F06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7BCF1F-274F-4C05-8696-189CDAE0C33B}"/>
              </a:ext>
            </a:extLst>
          </p:cNvPr>
          <p:cNvSpPr>
            <a:spLocks noGrp="1"/>
          </p:cNvSpPr>
          <p:nvPr>
            <p:ph type="dt" sz="half" idx="10"/>
          </p:nvPr>
        </p:nvSpPr>
        <p:spPr/>
        <p:txBody>
          <a:bodyPr/>
          <a:lstStyle>
            <a:lvl1pPr>
              <a:defRPr b="0" i="0">
                <a:latin typeface="Amazon Ember Display" panose="020F0603020204020204" pitchFamily="34" charset="0"/>
              </a:defRPr>
            </a:lvl1pPr>
          </a:lstStyle>
          <a:p>
            <a:fld id="{8DF6AC9B-6FB6-E64C-9786-C40DFE89F624}" type="datetime1">
              <a:rPr lang="en-US" smtClean="0"/>
              <a:pPr/>
              <a:t>9/5/25</a:t>
            </a:fld>
            <a:endParaRPr lang="en-US"/>
          </a:p>
        </p:txBody>
      </p:sp>
      <p:sp>
        <p:nvSpPr>
          <p:cNvPr id="5" name="Footer Placeholder 4">
            <a:extLst>
              <a:ext uri="{FF2B5EF4-FFF2-40B4-BE49-F238E27FC236}">
                <a16:creationId xmlns:a16="http://schemas.microsoft.com/office/drawing/2014/main" id="{34FBB62C-DD5C-4CC6-98BC-330285579B79}"/>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310D4DAD-D906-4444-864A-7CED33CEDEB5}"/>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a:p>
        </p:txBody>
      </p:sp>
    </p:spTree>
    <p:extLst>
      <p:ext uri="{BB962C8B-B14F-4D97-AF65-F5344CB8AC3E}">
        <p14:creationId xmlns:p14="http://schemas.microsoft.com/office/powerpoint/2010/main" val="357055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F2CA4B-F100-498A-9F95-D1048E98B369}"/>
              </a:ext>
            </a:extLst>
          </p:cNvPr>
          <p:cNvSpPr>
            <a:spLocks noGrp="1"/>
          </p:cNvSpPr>
          <p:nvPr>
            <p:ph type="title" orient="vert"/>
          </p:nvPr>
        </p:nvSpPr>
        <p:spPr>
          <a:xfrm>
            <a:off x="8724900" y="914399"/>
            <a:ext cx="2857500" cy="5295901"/>
          </a:xfrm>
          <a:prstGeom prst="rect">
            <a:avLst/>
          </a:prstGeom>
        </p:spPr>
        <p:txBody>
          <a:bodyPr vert="eaVert">
            <a:normAutofit/>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a:t>Click to edit Master title style</a:t>
            </a:r>
          </a:p>
        </p:txBody>
      </p:sp>
      <p:sp>
        <p:nvSpPr>
          <p:cNvPr id="3" name="Vertical Text Placeholder 2">
            <a:extLst>
              <a:ext uri="{FF2B5EF4-FFF2-40B4-BE49-F238E27FC236}">
                <a16:creationId xmlns:a16="http://schemas.microsoft.com/office/drawing/2014/main" id="{64442DEB-18AA-41C3-A034-B81C2006971D}"/>
              </a:ext>
            </a:extLst>
          </p:cNvPr>
          <p:cNvSpPr>
            <a:spLocks noGrp="1"/>
          </p:cNvSpPr>
          <p:nvPr>
            <p:ph type="body" orient="vert" idx="1"/>
          </p:nvPr>
        </p:nvSpPr>
        <p:spPr>
          <a:xfrm>
            <a:off x="6066429" y="914399"/>
            <a:ext cx="2506071" cy="5295901"/>
          </a:xfrm>
        </p:spPr>
        <p:txBody>
          <a:bodyPr vert="eaVert"/>
          <a:lstStyle>
            <a:lvl1pPr marL="457200" indent="-457200">
              <a:buFont typeface="Arial" panose="020B0604020202020204" pitchFamily="34" charset="0"/>
              <a:buChar char="•"/>
              <a:defRPr b="0" i="0">
                <a:latin typeface="Amazon Ember Display" panose="020F0603020204020204" pitchFamily="34" charset="0"/>
              </a:defRPr>
            </a:lvl1pPr>
            <a:lvl2pPr marL="628650" indent="-342900">
              <a:buFont typeface="Arial" panose="020B0604020202020204" pitchFamily="34" charset="0"/>
              <a:buChar char="•"/>
              <a:defRPr b="0" i="0">
                <a:latin typeface="Amazon Ember Display" panose="020F0603020204020204" pitchFamily="34" charset="0"/>
              </a:defRPr>
            </a:lvl2pPr>
            <a:lvl3pPr marL="971550" indent="-342900">
              <a:buFont typeface="Arial" panose="020B0604020202020204" pitchFamily="34" charset="0"/>
              <a:buChar char="•"/>
              <a:defRPr b="0" i="0">
                <a:latin typeface="Amazon Ember Display" panose="020F0603020204020204" pitchFamily="34" charset="0"/>
              </a:defRPr>
            </a:lvl3pPr>
            <a:lvl4pPr marL="1144588" indent="-285750">
              <a:buFont typeface="Arial" panose="020B0604020202020204" pitchFamily="34" charset="0"/>
              <a:buChar char="•"/>
              <a:defRPr b="0" i="0">
                <a:latin typeface="Amazon Ember Display" panose="020F0603020204020204" pitchFamily="34" charset="0"/>
              </a:defRPr>
            </a:lvl4pPr>
            <a:lvl5pPr marL="1316038" indent="-285750">
              <a:buFont typeface="Arial" panose="020B0604020202020204" pitchFamily="34" charset="0"/>
              <a:buChar char="•"/>
              <a:defRPr b="0" i="0">
                <a:latin typeface="Amazon Ember Display" panose="020F06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8874D-2362-4107-9CFB-6624C519CF0C}"/>
              </a:ext>
            </a:extLst>
          </p:cNvPr>
          <p:cNvSpPr>
            <a:spLocks noGrp="1"/>
          </p:cNvSpPr>
          <p:nvPr>
            <p:ph type="dt" sz="half" idx="10"/>
          </p:nvPr>
        </p:nvSpPr>
        <p:spPr/>
        <p:txBody>
          <a:bodyPr/>
          <a:lstStyle>
            <a:lvl1pPr>
              <a:defRPr b="0" i="0">
                <a:latin typeface="Amazon Ember Display" panose="020F0603020204020204" pitchFamily="34" charset="0"/>
              </a:defRPr>
            </a:lvl1pPr>
          </a:lstStyle>
          <a:p>
            <a:fld id="{21DD148F-2774-EA45-8C22-2C39149188FB}" type="datetime1">
              <a:rPr lang="en-US" smtClean="0"/>
              <a:pPr/>
              <a:t>9/5/25</a:t>
            </a:fld>
            <a:endParaRPr lang="en-US"/>
          </a:p>
        </p:txBody>
      </p:sp>
      <p:sp>
        <p:nvSpPr>
          <p:cNvPr id="5" name="Footer Placeholder 4">
            <a:extLst>
              <a:ext uri="{FF2B5EF4-FFF2-40B4-BE49-F238E27FC236}">
                <a16:creationId xmlns:a16="http://schemas.microsoft.com/office/drawing/2014/main" id="{0C81FEF1-5834-4539-A37C-ED5E275C6D22}"/>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F0AA1474-147C-4D4E-B55D-24F747B205EB}"/>
              </a:ext>
            </a:extLst>
          </p:cNvPr>
          <p:cNvSpPr>
            <a:spLocks noGrp="1"/>
          </p:cNvSpPr>
          <p:nvPr>
            <p:ph type="sldNum" sz="quarter" idx="12"/>
          </p:nvPr>
        </p:nvSpPr>
        <p:spPr/>
        <p:txBody>
          <a:bodyPr/>
          <a:lstStyle>
            <a:lvl1pPr>
              <a:defRPr b="0" i="0">
                <a:latin typeface="Amazon Ember Display" panose="020F0603020204020204" pitchFamily="34" charset="0"/>
              </a:defRPr>
            </a:lvl1pPr>
          </a:lstStyle>
          <a:p>
            <a:fld id="{625061DB-7406-41C8-A121-52D8D4484FD1}" type="slidenum">
              <a:rPr lang="en-US" smtClean="0"/>
              <a:pPr/>
              <a:t>‹#›</a:t>
            </a:fld>
            <a:endParaRPr lang="en-US"/>
          </a:p>
        </p:txBody>
      </p:sp>
    </p:spTree>
    <p:extLst>
      <p:ext uri="{BB962C8B-B14F-4D97-AF65-F5344CB8AC3E}">
        <p14:creationId xmlns:p14="http://schemas.microsoft.com/office/powerpoint/2010/main" val="62812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A4731D4-24B7-407D-A119-09109E0E0D80}"/>
              </a:ext>
            </a:extLst>
          </p:cNvPr>
          <p:cNvSpPr txBox="1"/>
          <p:nvPr userDrawn="1"/>
        </p:nvSpPr>
        <p:spPr>
          <a:xfrm>
            <a:off x="3486150" y="2512370"/>
            <a:ext cx="7353300" cy="1874103"/>
          </a:xfrm>
          <a:prstGeom prst="rect">
            <a:avLst/>
          </a:prstGeom>
          <a:noFill/>
        </p:spPr>
        <p:txBody>
          <a:bodyPr wrap="square" rtlCol="0">
            <a:spAutoFit/>
          </a:bodyPr>
          <a:lstStyle/>
          <a:p>
            <a:pPr algn="l">
              <a:lnSpc>
                <a:spcPct val="80000"/>
              </a:lnSpc>
            </a:pPr>
            <a:r>
              <a:rPr lang="en-US" sz="6000">
                <a:latin typeface="+mj-lt"/>
              </a:rPr>
              <a:t>Do not use layouts after this slide.</a:t>
            </a:r>
            <a:br>
              <a:rPr lang="en-US" sz="6000">
                <a:latin typeface="+mj-lt"/>
              </a:rPr>
            </a:br>
            <a:r>
              <a:rPr lang="en-US" sz="2000">
                <a:latin typeface="+mj-lt"/>
              </a:rPr>
              <a:t>They are not part of the official template.</a:t>
            </a:r>
            <a:endParaRPr lang="en-US" sz="6000">
              <a:latin typeface="+mj-lt"/>
            </a:endParaRPr>
          </a:p>
        </p:txBody>
      </p:sp>
      <p:pic>
        <p:nvPicPr>
          <p:cNvPr id="7" name="Graphic 6" descr="Stop sign">
            <a:extLst>
              <a:ext uri="{FF2B5EF4-FFF2-40B4-BE49-F238E27FC236}">
                <a16:creationId xmlns:a16="http://schemas.microsoft.com/office/drawing/2014/main" id="{2E1D490C-0B7A-44B5-A2CC-97504831122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7250" y="2114549"/>
            <a:ext cx="2628900" cy="2628900"/>
          </a:xfrm>
          <a:prstGeom prst="rect">
            <a:avLst/>
          </a:prstGeom>
        </p:spPr>
      </p:pic>
      <p:sp>
        <p:nvSpPr>
          <p:cNvPr id="8" name="Rectangle 7">
            <a:extLst>
              <a:ext uri="{FF2B5EF4-FFF2-40B4-BE49-F238E27FC236}">
                <a16:creationId xmlns:a16="http://schemas.microsoft.com/office/drawing/2014/main" id="{A56A91D7-A142-41A9-9775-90FA8A0EC8F4}"/>
              </a:ext>
            </a:extLst>
          </p:cNvPr>
          <p:cNvSpPr/>
          <p:nvPr userDrawn="1"/>
        </p:nvSpPr>
        <p:spPr>
          <a:xfrm>
            <a:off x="380999" y="6337300"/>
            <a:ext cx="4943475" cy="520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mazon Ember Display" panose="020F0603020204020204" pitchFamily="34" charset="0"/>
            </a:endParaRPr>
          </a:p>
        </p:txBody>
      </p:sp>
      <p:sp>
        <p:nvSpPr>
          <p:cNvPr id="5" name="Rectangle 4">
            <a:extLst>
              <a:ext uri="{FF2B5EF4-FFF2-40B4-BE49-F238E27FC236}">
                <a16:creationId xmlns:a16="http://schemas.microsoft.com/office/drawing/2014/main" id="{F4A252AA-410C-4410-AE45-9D483892FCD8}"/>
              </a:ext>
            </a:extLst>
          </p:cNvPr>
          <p:cNvSpPr/>
          <p:nvPr userDrawn="1"/>
        </p:nvSpPr>
        <p:spPr>
          <a:xfrm>
            <a:off x="380999" y="163722"/>
            <a:ext cx="4943475" cy="520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mazon Ember Display" panose="020F0603020204020204" pitchFamily="34" charset="0"/>
            </a:endParaRPr>
          </a:p>
        </p:txBody>
      </p:sp>
    </p:spTree>
    <p:extLst>
      <p:ext uri="{BB962C8B-B14F-4D97-AF65-F5344CB8AC3E}">
        <p14:creationId xmlns:p14="http://schemas.microsoft.com/office/powerpoint/2010/main" val="3904551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Only 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617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73FA-018C-42B4-99E2-A1521E83ABDD}"/>
              </a:ext>
            </a:extLst>
          </p:cNvPr>
          <p:cNvSpPr>
            <a:spLocks noGrp="1"/>
          </p:cNvSpPr>
          <p:nvPr>
            <p:ph type="title" hasCustomPrompt="1"/>
          </p:nvPr>
        </p:nvSpPr>
        <p:spPr>
          <a:xfrm>
            <a:off x="0" y="-647700"/>
            <a:ext cx="11925300" cy="638175"/>
          </a:xfrm>
        </p:spPr>
        <p:txBody>
          <a:bodyPr/>
          <a:lstStyle>
            <a:lvl1pPr>
              <a:defRPr sz="3600">
                <a:solidFill>
                  <a:schemeClr val="bg1">
                    <a:lumMod val="65000"/>
                    <a:lumOff val="35000"/>
                  </a:schemeClr>
                </a:solidFill>
              </a:defRPr>
            </a:lvl1pPr>
          </a:lstStyle>
          <a:p>
            <a:r>
              <a:rPr lang="en-US" dirty="0"/>
              <a:t>Blank layout (enter descriptive title here for accessibility)</a:t>
            </a:r>
          </a:p>
        </p:txBody>
      </p:sp>
      <p:pic>
        <p:nvPicPr>
          <p:cNvPr id="4" name="Picture 3">
            <a:extLst>
              <a:ext uri="{FF2B5EF4-FFF2-40B4-BE49-F238E27FC236}">
                <a16:creationId xmlns:a16="http://schemas.microsoft.com/office/drawing/2014/main" id="{28547A17-167C-4B7C-9EB3-78A50E0839D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 y="0"/>
            <a:ext cx="97536" cy="6858000"/>
          </a:xfrm>
          <a:prstGeom prst="rect">
            <a:avLst/>
          </a:prstGeom>
        </p:spPr>
      </p:pic>
    </p:spTree>
    <p:extLst>
      <p:ext uri="{BB962C8B-B14F-4D97-AF65-F5344CB8AC3E}">
        <p14:creationId xmlns:p14="http://schemas.microsoft.com/office/powerpoint/2010/main" val="3636835048"/>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F6211-65E5-DD4B-7103-4BC7C29CEB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050F0F-B881-9B49-6F4B-2A2D518424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3D2FD0-2023-F53F-97E4-F28D931827D2}"/>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5" name="Footer Placeholder 4">
            <a:extLst>
              <a:ext uri="{FF2B5EF4-FFF2-40B4-BE49-F238E27FC236}">
                <a16:creationId xmlns:a16="http://schemas.microsoft.com/office/drawing/2014/main" id="{12D0C752-4A4B-70A6-2860-F4272C2E36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DC57DB-B520-E3E3-140D-A267C3043AC5}"/>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2315277723"/>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B86B-A31C-18B9-BCCA-6784F66193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F1CAC7-D2B3-9C0F-EF6F-40AFD165A4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D40374-33FC-3E24-931E-C46F564A0D94}"/>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5" name="Footer Placeholder 4">
            <a:extLst>
              <a:ext uri="{FF2B5EF4-FFF2-40B4-BE49-F238E27FC236}">
                <a16:creationId xmlns:a16="http://schemas.microsoft.com/office/drawing/2014/main" id="{C6F56CC6-B6E7-021C-3EB4-63AF30A7B8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381102-FB61-10B9-C3E7-6EC510C27C2B}"/>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250342539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2E6AB-0928-4C9B-8CE2-FBE1239954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05F4588-9AF1-38F4-7BD0-5DEEC82B72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E884E5-6179-B81F-A6A0-4E0378E0FEAA}"/>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5" name="Footer Placeholder 4">
            <a:extLst>
              <a:ext uri="{FF2B5EF4-FFF2-40B4-BE49-F238E27FC236}">
                <a16:creationId xmlns:a16="http://schemas.microsoft.com/office/drawing/2014/main" id="{CE13D1E0-4D37-53D5-BE00-0F7F53D4D6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95153-6090-2153-19C5-AD139B39390A}"/>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274294003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34E3B-BEEB-F8AC-24AF-8E2DAAE717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1E785A-B7E9-0C61-81A7-E4FA30ED7C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9D5E72-61F4-7631-984C-0E95D6987C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2A361E-675F-B313-3095-0E899028D0A5}"/>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6" name="Footer Placeholder 5">
            <a:extLst>
              <a:ext uri="{FF2B5EF4-FFF2-40B4-BE49-F238E27FC236}">
                <a16:creationId xmlns:a16="http://schemas.microsoft.com/office/drawing/2014/main" id="{081420E0-06AD-BDE4-A05A-FFC45EC5D2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D53598-0BB7-C1E8-8D4A-FA3BC7A99F71}"/>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326109764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CC61F-DF26-A765-4837-720727D11D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9DF6D1-1094-C305-D8DF-7AB6084C6C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9D70E2-64A4-BF5E-E3C4-7D4EF495A1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B6799F-BEC3-8A88-9564-063F5E1CCE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43D770-B6D6-2272-07D2-1DBCF26600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5CBB09-C3C4-39F6-8064-71B547D80443}"/>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8" name="Footer Placeholder 7">
            <a:extLst>
              <a:ext uri="{FF2B5EF4-FFF2-40B4-BE49-F238E27FC236}">
                <a16:creationId xmlns:a16="http://schemas.microsoft.com/office/drawing/2014/main" id="{7B35A3AE-0582-C40A-7EA4-E57B3BA918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FA5E51E-12EC-67AC-F7D8-C17CD44059F1}"/>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4050879794"/>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2A178-DBFC-331E-5C17-22DF24EFB9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33EFFC-2519-9086-4420-3EFEB588F71B}"/>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4" name="Footer Placeholder 3">
            <a:extLst>
              <a:ext uri="{FF2B5EF4-FFF2-40B4-BE49-F238E27FC236}">
                <a16:creationId xmlns:a16="http://schemas.microsoft.com/office/drawing/2014/main" id="{D08BB188-0C1B-6C57-C7B5-08AF78E5A3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BB5AD6-6824-4538-7B75-6DFBAA90D1FB}"/>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1454013190"/>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EADCCE-7F1C-32CA-CD7B-F554FDF13B4E}"/>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3" name="Footer Placeholder 2">
            <a:extLst>
              <a:ext uri="{FF2B5EF4-FFF2-40B4-BE49-F238E27FC236}">
                <a16:creationId xmlns:a16="http://schemas.microsoft.com/office/drawing/2014/main" id="{7EC9E0BC-28DC-A3D6-5D22-AD77E9B779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178FA6-E40D-22CC-B3D8-AA0D474D6AD1}"/>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311415767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C55B9-A045-30FB-76A8-BA10389EBB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97F8DC0-2E8B-1963-3336-2618C189B7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BB1E43-CA8B-E13F-D160-C43C411D3C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AC0107-EB1D-23CF-BCC8-5A24A1BA3E2A}"/>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6" name="Footer Placeholder 5">
            <a:extLst>
              <a:ext uri="{FF2B5EF4-FFF2-40B4-BE49-F238E27FC236}">
                <a16:creationId xmlns:a16="http://schemas.microsoft.com/office/drawing/2014/main" id="{745E5383-27DD-9FB4-A334-8DB80C3E33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85580E-EB67-4DB6-27AC-474138D37F06}"/>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2703921172"/>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B918E-56E5-3584-28DB-9227F4A04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0D56FA-D030-96FB-00FF-A8A5B79444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DA7F62-00CC-23F2-3DCF-892F93F0BC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B58775-464C-9615-1E03-84761385CD0F}"/>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6" name="Footer Placeholder 5">
            <a:extLst>
              <a:ext uri="{FF2B5EF4-FFF2-40B4-BE49-F238E27FC236}">
                <a16:creationId xmlns:a16="http://schemas.microsoft.com/office/drawing/2014/main" id="{8ED06575-6B66-2FE0-DB69-17CEAC3CDF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FA725F-D380-5619-2050-18D72D1BCE69}"/>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3503366918"/>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9F34E-0E0A-EAAB-B9AA-35A1ADB967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1578F6-023D-0B88-2353-4E82FF00B6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1ECF8F-A3C2-D190-A6AA-62E842F385E1}"/>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5" name="Footer Placeholder 4">
            <a:extLst>
              <a:ext uri="{FF2B5EF4-FFF2-40B4-BE49-F238E27FC236}">
                <a16:creationId xmlns:a16="http://schemas.microsoft.com/office/drawing/2014/main" id="{70A1BEF3-0496-861A-7A57-2A4AEE8A03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8C5CC-47B8-33BC-EB1E-236ED9D50A9F}"/>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1485196089"/>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AE687F-FBBA-E7CA-8E48-23C32B03C3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AC43D3-A8AE-CB64-5433-EBA38B2A6D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D7F6AC-12AA-9951-0DBE-F655B298CE12}"/>
              </a:ext>
            </a:extLst>
          </p:cNvPr>
          <p:cNvSpPr>
            <a:spLocks noGrp="1"/>
          </p:cNvSpPr>
          <p:nvPr>
            <p:ph type="dt" sz="half" idx="10"/>
          </p:nvPr>
        </p:nvSpPr>
        <p:spPr/>
        <p:txBody>
          <a:bodyPr/>
          <a:lstStyle/>
          <a:p>
            <a:fld id="{6D181859-E86B-B94B-BB3E-03B5FBE41EDE}" type="datetimeFigureOut">
              <a:rPr lang="en-US" smtClean="0"/>
              <a:t>9/12/25</a:t>
            </a:fld>
            <a:endParaRPr lang="en-US"/>
          </a:p>
        </p:txBody>
      </p:sp>
      <p:sp>
        <p:nvSpPr>
          <p:cNvPr id="5" name="Footer Placeholder 4">
            <a:extLst>
              <a:ext uri="{FF2B5EF4-FFF2-40B4-BE49-F238E27FC236}">
                <a16:creationId xmlns:a16="http://schemas.microsoft.com/office/drawing/2014/main" id="{3DAAC24B-B3C3-DE02-2AB9-979814BD3E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2C0EA-F96D-E7F8-FFCC-3F576D24E231}"/>
              </a:ext>
            </a:extLst>
          </p:cNvPr>
          <p:cNvSpPr>
            <a:spLocks noGrp="1"/>
          </p:cNvSpPr>
          <p:nvPr>
            <p:ph type="sldNum" sz="quarter" idx="12"/>
          </p:nvPr>
        </p:nvSpPr>
        <p:spPr/>
        <p:txBody>
          <a:bodyPr/>
          <a:lstStyle/>
          <a:p>
            <a:fld id="{39710246-1FF6-CB47-8EE0-C46B7829566E}" type="slidenum">
              <a:rPr lang="en-US" smtClean="0"/>
              <a:t>‹#›</a:t>
            </a:fld>
            <a:endParaRPr lang="en-US"/>
          </a:p>
        </p:txBody>
      </p:sp>
    </p:spTree>
    <p:extLst>
      <p:ext uri="{BB962C8B-B14F-4D97-AF65-F5344CB8AC3E}">
        <p14:creationId xmlns:p14="http://schemas.microsoft.com/office/powerpoint/2010/main" val="32758325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Title Side 1A">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C1902C-75F7-534A-DA79-C070E1D034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35531"/>
          </a:xfrm>
        </p:spPr>
        <p:txBody>
          <a:bodyPr wrap="square"/>
          <a:lstStyle>
            <a:lvl1pPr marL="0" indent="0" algn="l">
              <a:spcAft>
                <a:spcPts val="0"/>
              </a:spcAft>
              <a:buFont typeface="Arial" panose="020B0604020202020204" pitchFamily="34" charset="0"/>
              <a:buNone/>
              <a:defRPr sz="3200" b="0" i="0" cap="none" spc="0" baseline="0">
                <a:solidFill>
                  <a:schemeClr val="tx2"/>
                </a:solidFill>
                <a:latin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369332"/>
          </a:xfrm>
        </p:spPr>
        <p:txBody>
          <a:bodyPr wrap="square"/>
          <a:lstStyle>
            <a:lvl1pPr marL="0" indent="0">
              <a:spcAft>
                <a:spcPts val="0"/>
              </a:spcAft>
              <a:buNone/>
              <a:defRPr sz="2000" b="0" i="0" cap="none" spc="0" baseline="0">
                <a:solidFill>
                  <a:schemeClr val="tx2"/>
                </a:solidFill>
                <a:latin typeface="Amazon Ember Display" panose="020F0603020204020204" pitchFamily="34" charset="0"/>
              </a:defRPr>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35531"/>
          </a:xfrm>
        </p:spPr>
        <p:txBody>
          <a:bodyPr wrap="square"/>
          <a:lstStyle>
            <a:lvl1pPr marL="0" indent="0">
              <a:spcAft>
                <a:spcPts val="300"/>
              </a:spcAft>
              <a:buNone/>
              <a:defRPr sz="1600" b="0" i="0">
                <a:solidFill>
                  <a:schemeClr val="tx2"/>
                </a:solidFill>
                <a:latin typeface="Amazon Ember Display" panose="020F0603020204020204" pitchFamily="34" charset="0"/>
              </a:defRPr>
            </a:lvl1pPr>
          </a:lstStyle>
          <a:p>
            <a:pPr lvl="0"/>
            <a:r>
              <a:rPr lang="en-US" dirty="0"/>
              <a:t>Speaker job title</a:t>
            </a:r>
            <a:br>
              <a:rPr lang="en-US" dirty="0"/>
            </a:br>
            <a:r>
              <a:rPr lang="en-US" dirty="0"/>
              <a:t>Speaker company</a:t>
            </a:r>
          </a:p>
        </p:txBody>
      </p:sp>
      <p:sp>
        <p:nvSpPr>
          <p:cNvPr id="11" name="TextBox 10">
            <a:extLst>
              <a:ext uri="{FF2B5EF4-FFF2-40B4-BE49-F238E27FC236}">
                <a16:creationId xmlns:a16="http://schemas.microsoft.com/office/drawing/2014/main" id="{F9CE4815-926B-43B6-82AB-971B1A89CEF6}"/>
              </a:ext>
            </a:extLst>
          </p:cNvPr>
          <p:cNvSpPr txBox="1"/>
          <p:nvPr userDrawn="1"/>
        </p:nvSpPr>
        <p:spPr>
          <a:xfrm>
            <a:off x="504476" y="6389813"/>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7" name="Picture 6">
            <a:extLst>
              <a:ext uri="{FF2B5EF4-FFF2-40B4-BE49-F238E27FC236}">
                <a16:creationId xmlns:a16="http://schemas.microsoft.com/office/drawing/2014/main" id="{A3E43EBB-89F7-CE68-C5FA-E5E366904B2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Tree>
    <p:extLst>
      <p:ext uri="{BB962C8B-B14F-4D97-AF65-F5344CB8AC3E}">
        <p14:creationId xmlns:p14="http://schemas.microsoft.com/office/powerpoint/2010/main" val="978453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Section Header Option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D26354-B9D3-DA3A-9E84-842EA468AB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lvl1pPr>
              <a:defRPr b="0" i="0">
                <a:latin typeface="Amazon Ember Display" panose="020F0603020204020204" pitchFamily="34" charset="0"/>
              </a:defRPr>
            </a:lvl1pPr>
          </a:lstStyle>
          <a:p>
            <a:fld id="{504A1AE1-7907-F24D-8677-0B8F5F67234B}" type="datetime1">
              <a:rPr lang="en-US" smtClean="0"/>
              <a:pPr/>
              <a:t>9/12/25</a:t>
            </a:fld>
            <a:endParaRPr lang="en-US" dirty="0"/>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lvl1pPr>
              <a:defRPr b="0" i="0">
                <a:latin typeface="Amazon Ember Display" panose="020F0603020204020204" pitchFamily="34" charset="0"/>
              </a:defRPr>
            </a:lvl1pPr>
          </a:lstStyle>
          <a:p>
            <a:endParaRPr lang="en-US" dirty="0"/>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2"/>
                </a:solidFill>
                <a:latin typeface="Amazon Ember Display" panose="020F0603020204020204" pitchFamily="34" charset="0"/>
              </a:defRPr>
            </a:lvl1pPr>
          </a:lstStyle>
          <a:p>
            <a:fld id="{EB4B8DE2-A4E8-46E4-8BBF-D75455EFF32C}" type="slidenum">
              <a:rPr lang="en-US" smtClean="0"/>
              <a:pPr/>
              <a:t>‹#›</a:t>
            </a:fld>
            <a:endParaRPr lang="en-US" dirty="0"/>
          </a:p>
        </p:txBody>
      </p:sp>
      <p:sp>
        <p:nvSpPr>
          <p:cNvPr id="5" name="TextBox 4">
            <a:extLst>
              <a:ext uri="{FF2B5EF4-FFF2-40B4-BE49-F238E27FC236}">
                <a16:creationId xmlns:a16="http://schemas.microsoft.com/office/drawing/2014/main" id="{1BD8B1BE-F62C-9842-9FF0-A53695D03916}"/>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9" name="Picture 8">
            <a:extLst>
              <a:ext uri="{FF2B5EF4-FFF2-40B4-BE49-F238E27FC236}">
                <a16:creationId xmlns:a16="http://schemas.microsoft.com/office/drawing/2014/main" id="{57D7B46F-CBF3-F8B3-401A-040A31AF59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Tree>
    <p:extLst>
      <p:ext uri="{BB962C8B-B14F-4D97-AF65-F5344CB8AC3E}">
        <p14:creationId xmlns:p14="http://schemas.microsoft.com/office/powerpoint/2010/main" val="418925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743647"/>
            <a:ext cx="2377440"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2141554"/>
            <a:ext cx="2377440" cy="1064907"/>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lvl1pPr>
              <a:defRPr b="0" i="0">
                <a:latin typeface="Amazon Ember Display" panose="020F0603020204020204" pitchFamily="34" charset="0"/>
              </a:defRPr>
            </a:lvl1pPr>
          </a:lstStyle>
          <a:p>
            <a:fld id="{2B958DF5-F549-8B46-95E0-C2CB36033BB5}" type="datetime1">
              <a:rPr lang="en-US" smtClean="0"/>
              <a:pPr/>
              <a:t>9/12/25</a:t>
            </a:fld>
            <a:endParaRPr lang="en-US" dirty="0"/>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lvl1pPr>
              <a:defRPr b="0" i="0">
                <a:latin typeface="Amazon Ember Display" panose="020F0603020204020204" pitchFamily="34" charset="0"/>
              </a:defRPr>
            </a:lvl1pPr>
          </a:lstStyle>
          <a:p>
            <a:endParaRPr lang="en-US" dirty="0"/>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984885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Agenda_1">
    <p:bg>
      <p:bgPr>
        <a:solidFill>
          <a:schemeClr val="bg1"/>
        </a:solidFill>
        <a:effectLst/>
      </p:bgPr>
    </p:bg>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9E09F29F-FB70-4479-9632-85DE314617E2}"/>
              </a:ext>
            </a:extLst>
          </p:cNvPr>
          <p:cNvSpPr>
            <a:spLocks noGrp="1"/>
          </p:cNvSpPr>
          <p:nvPr>
            <p:ph type="body" sz="quarter" idx="10" hasCustomPrompt="1"/>
          </p:nvPr>
        </p:nvSpPr>
        <p:spPr>
          <a:xfrm>
            <a:off x="425038" y="1365662"/>
            <a:ext cx="11430000" cy="3293209"/>
          </a:xfrm>
        </p:spPr>
        <p:txBody>
          <a:bodyPr vert="horz" wrap="square" lIns="0" tIns="45720" rIns="0" bIns="45720" rtlCol="0">
            <a:spAutoFit/>
          </a:bodyPr>
          <a:lstStyle>
            <a:lvl1pPr marL="0" indent="0">
              <a:spcAft>
                <a:spcPts val="3000"/>
              </a:spcAft>
              <a:buNone/>
              <a:defRPr lang="en-US" sz="2400" smtClean="0"/>
            </a:lvl1pPr>
            <a:lvl2pPr marL="0" indent="0">
              <a:spcAft>
                <a:spcPts val="3000"/>
              </a:spcAft>
              <a:buNone/>
              <a:defRPr lang="en-US" sz="2400" smtClean="0"/>
            </a:lvl2pPr>
            <a:lvl3pPr marL="0" indent="0">
              <a:spcAft>
                <a:spcPts val="3000"/>
              </a:spcAft>
              <a:buNone/>
              <a:defRPr lang="en-US" sz="2400" smtClean="0"/>
            </a:lvl3pPr>
            <a:lvl4pPr marL="0" indent="0">
              <a:spcAft>
                <a:spcPts val="3000"/>
              </a:spcAft>
              <a:buNone/>
              <a:defRPr lang="en-US" sz="2400" smtClean="0"/>
            </a:lvl4pPr>
            <a:lvl5pPr marL="0" indent="0">
              <a:spcAft>
                <a:spcPts val="3000"/>
              </a:spcAft>
              <a:buNone/>
              <a:defRPr lang="en-US" sz="2400"/>
            </a:lvl5pPr>
          </a:lstStyle>
          <a:p>
            <a:pPr marL="228600" lvl="0" indent="-228600">
              <a:spcAft>
                <a:spcPts val="3000"/>
              </a:spcAft>
              <a:buClr>
                <a:schemeClr val="tx1"/>
              </a:buClr>
            </a:pPr>
            <a:r>
              <a:rPr lang="en-US" dirty="0"/>
              <a:t>Enter agenda items</a:t>
            </a:r>
          </a:p>
          <a:p>
            <a:pPr marL="457200" lvl="1" indent="-457200">
              <a:spcAft>
                <a:spcPts val="3000"/>
              </a:spcAft>
              <a:buClr>
                <a:schemeClr val="tx1"/>
              </a:buClr>
            </a:pPr>
            <a:r>
              <a:rPr lang="en-US" dirty="0"/>
              <a:t>Second level</a:t>
            </a:r>
          </a:p>
          <a:p>
            <a:pPr marL="457200" lvl="2" indent="-457200">
              <a:spcAft>
                <a:spcPts val="3000"/>
              </a:spcAft>
              <a:buClr>
                <a:schemeClr val="tx1"/>
              </a:buClr>
            </a:pPr>
            <a:r>
              <a:rPr lang="en-US" dirty="0"/>
              <a:t>Third level</a:t>
            </a:r>
          </a:p>
          <a:p>
            <a:pPr marL="457200" lvl="3" indent="-457200">
              <a:spcAft>
                <a:spcPts val="3000"/>
              </a:spcAft>
              <a:buClr>
                <a:schemeClr val="tx1"/>
              </a:buClr>
            </a:pPr>
            <a:r>
              <a:rPr lang="en-US" dirty="0"/>
              <a:t>Fourth level</a:t>
            </a:r>
          </a:p>
          <a:p>
            <a:pPr marL="457200" lvl="4" indent="-457200">
              <a:spcAft>
                <a:spcPts val="3000"/>
              </a:spcAft>
              <a:buClr>
                <a:schemeClr val="tx1"/>
              </a:buClr>
            </a:pPr>
            <a:r>
              <a:rPr lang="en-US" dirty="0"/>
              <a:t>Fifth level</a:t>
            </a:r>
          </a:p>
        </p:txBody>
      </p:sp>
      <p:sp>
        <p:nvSpPr>
          <p:cNvPr id="5" name="Title 1">
            <a:extLst>
              <a:ext uri="{FF2B5EF4-FFF2-40B4-BE49-F238E27FC236}">
                <a16:creationId xmlns:a16="http://schemas.microsoft.com/office/drawing/2014/main" id="{A175166B-DC8C-4D02-820A-E0D358716306}"/>
              </a:ext>
            </a:extLst>
          </p:cNvPr>
          <p:cNvSpPr>
            <a:spLocks noGrp="1"/>
          </p:cNvSpPr>
          <p:nvPr>
            <p:ph type="title" hasCustomPrompt="1"/>
          </p:nvPr>
        </p:nvSpPr>
        <p:spPr>
          <a:xfrm>
            <a:off x="425038" y="355377"/>
            <a:ext cx="11430000" cy="638175"/>
          </a:xfrm>
        </p:spPr>
        <p:txBody>
          <a:bodyPr/>
          <a:lstStyle>
            <a:lvl1pPr>
              <a:defRPr/>
            </a:lvl1pPr>
          </a:lstStyle>
          <a:p>
            <a:r>
              <a:rPr lang="en-US"/>
              <a:t>Agenda layout</a:t>
            </a:r>
          </a:p>
        </p:txBody>
      </p:sp>
      <p:sp>
        <p:nvSpPr>
          <p:cNvPr id="6" name="Slide Number Placeholder 5">
            <a:extLst>
              <a:ext uri="{FF2B5EF4-FFF2-40B4-BE49-F238E27FC236}">
                <a16:creationId xmlns:a16="http://schemas.microsoft.com/office/drawing/2014/main" id="{DD57C718-E775-4DF5-9FB4-61276188D583}"/>
              </a:ext>
            </a:extLst>
          </p:cNvPr>
          <p:cNvSpPr>
            <a:spLocks noGrp="1"/>
          </p:cNvSpPr>
          <p:nvPr>
            <p:ph type="sldNum" sz="quarter" idx="13"/>
          </p:nvPr>
        </p:nvSpPr>
        <p:spPr/>
        <p:txBody>
          <a:bodyPr/>
          <a:lstStyle/>
          <a:p>
            <a:fld id="{DC503246-BBCE-4F0A-BCDC-08FC4C52637D}" type="slidenum">
              <a:rPr lang="en-US" smtClean="0"/>
              <a:pPr/>
              <a:t>‹#›</a:t>
            </a:fld>
            <a:endParaRPr lang="en-US"/>
          </a:p>
        </p:txBody>
      </p:sp>
    </p:spTree>
    <p:extLst>
      <p:ext uri="{BB962C8B-B14F-4D97-AF65-F5344CB8AC3E}">
        <p14:creationId xmlns:p14="http://schemas.microsoft.com/office/powerpoint/2010/main" val="1937050485"/>
      </p:ext>
    </p:extLst>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twoTxTwoObj">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539262" y="917577"/>
            <a:ext cx="10972800" cy="535531"/>
          </a:xfrm>
          <a:prstGeom prst="rect">
            <a:avLst/>
          </a:prstGeom>
        </p:spPr>
        <p:txBody>
          <a:bodyPr/>
          <a:lstStyle>
            <a:lvl1pPr>
              <a:defRPr sz="3600" b="0" i="0">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3483864" cy="1314206"/>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74364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2141554"/>
            <a:ext cx="3483864" cy="1314206"/>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743647"/>
            <a:ext cx="3483864" cy="369332"/>
          </a:xfrm>
        </p:spPr>
        <p:txBody>
          <a:bodyPr anchor="t"/>
          <a:lstStyle>
            <a:lvl1pPr marL="0" indent="0">
              <a:buNone/>
              <a:defRPr sz="2000" b="0" i="0">
                <a:solidFill>
                  <a:schemeClr val="accent1"/>
                </a:solidFill>
                <a:latin typeface="Amazon Ember Display" panose="020F06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2141554"/>
            <a:ext cx="3483864" cy="1314206"/>
          </a:xfrm>
        </p:spPr>
        <p:txBody>
          <a:bodyPr/>
          <a:lstStyle>
            <a:lvl1pPr marL="0" indent="0">
              <a:buNone/>
              <a:defRPr sz="1800" b="0" i="0">
                <a:latin typeface="Amazon Ember Display" panose="020F0603020204020204" pitchFamily="34" charset="0"/>
              </a:defRPr>
            </a:lvl1pPr>
            <a:lvl2pPr marL="285750" indent="0">
              <a:buNone/>
              <a:defRPr sz="1600" b="0" i="0">
                <a:latin typeface="Amazon Ember Display" panose="020F0603020204020204" pitchFamily="34" charset="0"/>
              </a:defRPr>
            </a:lvl2pPr>
            <a:lvl3pPr marL="628650" indent="0">
              <a:buNone/>
              <a:defRPr sz="1400" b="0" i="0">
                <a:latin typeface="Amazon Ember Display" panose="020F0603020204020204" pitchFamily="34" charset="0"/>
              </a:defRPr>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lvl1pPr>
              <a:defRPr b="0" i="0">
                <a:latin typeface="Amazon Ember Display" panose="020F0603020204020204" pitchFamily="34" charset="0"/>
              </a:defRPr>
            </a:lvl1pPr>
          </a:lstStyle>
          <a:p>
            <a:fld id="{6F02E835-1245-C748-8E9F-651FE6B45587}" type="datetime1">
              <a:rPr lang="en-US" smtClean="0"/>
              <a:pPr/>
              <a:t>9/12/25</a:t>
            </a:fld>
            <a:endParaRPr lang="en-US" dirty="0"/>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lvl1pPr>
              <a:defRPr b="0" i="0">
                <a:latin typeface="Amazon Ember Display" panose="020F0603020204020204" pitchFamily="34" charset="0"/>
              </a:defRPr>
            </a:lvl1pPr>
          </a:lstStyle>
          <a:p>
            <a:endParaRPr lang="en-US" dirty="0"/>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lvl1pPr>
              <a:defRPr b="0" i="0">
                <a:latin typeface="Amazon Ember Display" panose="020F0603020204020204" pitchFamily="34" charset="0"/>
              </a:defRPr>
            </a:lvl1p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367760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Thank You Option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3FEA24-4BB1-51F6-D1A3-1CDE18E45E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p:spPr>
        <p:txBody>
          <a:bodyPr anchor="b" anchorCtr="0"/>
          <a:lstStyle>
            <a:lvl1pPr marL="0" indent="0">
              <a:buNone/>
              <a:defRPr sz="2000" b="0" i="0">
                <a:solidFill>
                  <a:schemeClr val="tx2"/>
                </a:solidFill>
                <a:latin typeface="Amazon Ember Display" panose="020F0603020204020204" pitchFamily="34" charset="0"/>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p:spPr>
        <p:txBody>
          <a:bodyPr/>
          <a:lstStyle>
            <a:lvl1pPr marL="0" indent="0">
              <a:spcAft>
                <a:spcPts val="600"/>
              </a:spcAft>
              <a:buNone/>
              <a:defRPr sz="1600" b="0" i="0">
                <a:solidFill>
                  <a:schemeClr val="tx2"/>
                </a:solidFill>
                <a:latin typeface="Amazon Ember Display" panose="020F0603020204020204" pitchFamily="34" charset="0"/>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pic>
        <p:nvPicPr>
          <p:cNvPr id="5" name="Picture 4">
            <a:extLst>
              <a:ext uri="{FF2B5EF4-FFF2-40B4-BE49-F238E27FC236}">
                <a16:creationId xmlns:a16="http://schemas.microsoft.com/office/drawing/2014/main" id="{C0B9A91F-2413-643E-00B4-F93DC225552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02686" y="5622947"/>
            <a:ext cx="979714" cy="587352"/>
          </a:xfrm>
          <a:prstGeom prst="rect">
            <a:avLst/>
          </a:prstGeom>
        </p:spPr>
      </p:pic>
      <p:sp>
        <p:nvSpPr>
          <p:cNvPr id="3" name="TextBox 2">
            <a:extLst>
              <a:ext uri="{FF2B5EF4-FFF2-40B4-BE49-F238E27FC236}">
                <a16:creationId xmlns:a16="http://schemas.microsoft.com/office/drawing/2014/main" id="{0902F78A-89C5-9A95-F0BE-08B93E2052E0}"/>
              </a:ext>
            </a:extLst>
          </p:cNvPr>
          <p:cNvSpPr txBox="1"/>
          <p:nvPr userDrawn="1"/>
        </p:nvSpPr>
        <p:spPr>
          <a:xfrm>
            <a:off x="527766" y="6025634"/>
            <a:ext cx="3937296" cy="184666"/>
          </a:xfrm>
          <a:prstGeom prst="rect">
            <a:avLst/>
          </a:prstGeom>
          <a:noFill/>
        </p:spPr>
        <p:txBody>
          <a:bodyPr wrap="none" rtlCol="0">
            <a:spAutoFit/>
          </a:bodyPr>
          <a:lstStyle/>
          <a:p>
            <a:pPr algn="l"/>
            <a:r>
              <a:rPr lang="en-US" sz="600" b="0" i="0" dirty="0">
                <a:solidFill>
                  <a:schemeClr val="tx2"/>
                </a:solidFill>
                <a:latin typeface="Amazon Ember Display" panose="020F0603020204020204" pitchFamily="34" charset="0"/>
              </a:rPr>
              <a:t>© 2025, Amazon Web Services, Inc. or its affiliates. All rights reserved. Amazon Confidential and Trademark.</a:t>
            </a:r>
          </a:p>
        </p:txBody>
      </p:sp>
    </p:spTree>
    <p:extLst>
      <p:ext uri="{BB962C8B-B14F-4D97-AF65-F5344CB8AC3E}">
        <p14:creationId xmlns:p14="http://schemas.microsoft.com/office/powerpoint/2010/main" val="161252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6.xml"/><Relationship Id="rId18" Type="http://schemas.openxmlformats.org/officeDocument/2006/relationships/slideLayout" Target="../slideLayouts/slideLayout71.xml"/><Relationship Id="rId26" Type="http://schemas.openxmlformats.org/officeDocument/2006/relationships/slideLayout" Target="../slideLayouts/slideLayout79.xml"/><Relationship Id="rId39" Type="http://schemas.openxmlformats.org/officeDocument/2006/relationships/slideLayout" Target="../slideLayouts/slideLayout92.xml"/><Relationship Id="rId21" Type="http://schemas.openxmlformats.org/officeDocument/2006/relationships/slideLayout" Target="../slideLayouts/slideLayout74.xml"/><Relationship Id="rId34" Type="http://schemas.openxmlformats.org/officeDocument/2006/relationships/slideLayout" Target="../slideLayouts/slideLayout87.xml"/><Relationship Id="rId42" Type="http://schemas.openxmlformats.org/officeDocument/2006/relationships/slideLayout" Target="../slideLayouts/slideLayout95.xml"/><Relationship Id="rId47" Type="http://schemas.openxmlformats.org/officeDocument/2006/relationships/slideLayout" Target="../slideLayouts/slideLayout100.xml"/><Relationship Id="rId50" Type="http://schemas.openxmlformats.org/officeDocument/2006/relationships/slideLayout" Target="../slideLayouts/slideLayout103.xml"/><Relationship Id="rId55" Type="http://schemas.openxmlformats.org/officeDocument/2006/relationships/theme" Target="../theme/theme2.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9" Type="http://schemas.openxmlformats.org/officeDocument/2006/relationships/slideLayout" Target="../slideLayouts/slideLayout82.xml"/><Relationship Id="rId11" Type="http://schemas.openxmlformats.org/officeDocument/2006/relationships/slideLayout" Target="../slideLayouts/slideLayout64.xml"/><Relationship Id="rId24" Type="http://schemas.openxmlformats.org/officeDocument/2006/relationships/slideLayout" Target="../slideLayouts/slideLayout77.xml"/><Relationship Id="rId32" Type="http://schemas.openxmlformats.org/officeDocument/2006/relationships/slideLayout" Target="../slideLayouts/slideLayout85.xml"/><Relationship Id="rId37" Type="http://schemas.openxmlformats.org/officeDocument/2006/relationships/slideLayout" Target="../slideLayouts/slideLayout90.xml"/><Relationship Id="rId40" Type="http://schemas.openxmlformats.org/officeDocument/2006/relationships/slideLayout" Target="../slideLayouts/slideLayout93.xml"/><Relationship Id="rId45" Type="http://schemas.openxmlformats.org/officeDocument/2006/relationships/slideLayout" Target="../slideLayouts/slideLayout98.xml"/><Relationship Id="rId53" Type="http://schemas.openxmlformats.org/officeDocument/2006/relationships/slideLayout" Target="../slideLayouts/slideLayout106.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31" Type="http://schemas.openxmlformats.org/officeDocument/2006/relationships/slideLayout" Target="../slideLayouts/slideLayout84.xml"/><Relationship Id="rId44" Type="http://schemas.openxmlformats.org/officeDocument/2006/relationships/slideLayout" Target="../slideLayouts/slideLayout97.xml"/><Relationship Id="rId52" Type="http://schemas.openxmlformats.org/officeDocument/2006/relationships/slideLayout" Target="../slideLayouts/slideLayout105.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 Id="rId22" Type="http://schemas.openxmlformats.org/officeDocument/2006/relationships/slideLayout" Target="../slideLayouts/slideLayout75.xml"/><Relationship Id="rId27" Type="http://schemas.openxmlformats.org/officeDocument/2006/relationships/slideLayout" Target="../slideLayouts/slideLayout80.xml"/><Relationship Id="rId30" Type="http://schemas.openxmlformats.org/officeDocument/2006/relationships/slideLayout" Target="../slideLayouts/slideLayout83.xml"/><Relationship Id="rId35" Type="http://schemas.openxmlformats.org/officeDocument/2006/relationships/slideLayout" Target="../slideLayouts/slideLayout88.xml"/><Relationship Id="rId43" Type="http://schemas.openxmlformats.org/officeDocument/2006/relationships/slideLayout" Target="../slideLayouts/slideLayout96.xml"/><Relationship Id="rId48" Type="http://schemas.openxmlformats.org/officeDocument/2006/relationships/slideLayout" Target="../slideLayouts/slideLayout101.xml"/><Relationship Id="rId56" Type="http://schemas.openxmlformats.org/officeDocument/2006/relationships/image" Target="../media/image13.png"/><Relationship Id="rId8" Type="http://schemas.openxmlformats.org/officeDocument/2006/relationships/slideLayout" Target="../slideLayouts/slideLayout61.xml"/><Relationship Id="rId51" Type="http://schemas.openxmlformats.org/officeDocument/2006/relationships/slideLayout" Target="../slideLayouts/slideLayout104.xml"/><Relationship Id="rId3" Type="http://schemas.openxmlformats.org/officeDocument/2006/relationships/slideLayout" Target="../slideLayouts/slideLayout56.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5" Type="http://schemas.openxmlformats.org/officeDocument/2006/relationships/slideLayout" Target="../slideLayouts/slideLayout78.xml"/><Relationship Id="rId33" Type="http://schemas.openxmlformats.org/officeDocument/2006/relationships/slideLayout" Target="../slideLayouts/slideLayout86.xml"/><Relationship Id="rId38" Type="http://schemas.openxmlformats.org/officeDocument/2006/relationships/slideLayout" Target="../slideLayouts/slideLayout91.xml"/><Relationship Id="rId46" Type="http://schemas.openxmlformats.org/officeDocument/2006/relationships/slideLayout" Target="../slideLayouts/slideLayout99.xml"/><Relationship Id="rId20" Type="http://schemas.openxmlformats.org/officeDocument/2006/relationships/slideLayout" Target="../slideLayouts/slideLayout73.xml"/><Relationship Id="rId41" Type="http://schemas.openxmlformats.org/officeDocument/2006/relationships/slideLayout" Target="../slideLayouts/slideLayout94.xml"/><Relationship Id="rId54" Type="http://schemas.openxmlformats.org/officeDocument/2006/relationships/slideLayout" Target="../slideLayouts/slideLayout107.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5" Type="http://schemas.openxmlformats.org/officeDocument/2006/relationships/slideLayout" Target="../slideLayouts/slideLayout68.xml"/><Relationship Id="rId23" Type="http://schemas.openxmlformats.org/officeDocument/2006/relationships/slideLayout" Target="../slideLayouts/slideLayout76.xml"/><Relationship Id="rId28" Type="http://schemas.openxmlformats.org/officeDocument/2006/relationships/slideLayout" Target="../slideLayouts/slideLayout81.xml"/><Relationship Id="rId36" Type="http://schemas.openxmlformats.org/officeDocument/2006/relationships/slideLayout" Target="../slideLayouts/slideLayout89.xml"/><Relationship Id="rId49" Type="http://schemas.openxmlformats.org/officeDocument/2006/relationships/slideLayout" Target="../slideLayouts/slideLayout10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20.xml"/><Relationship Id="rId18" Type="http://schemas.openxmlformats.org/officeDocument/2006/relationships/slideLayout" Target="../slideLayouts/slideLayout125.xml"/><Relationship Id="rId26" Type="http://schemas.openxmlformats.org/officeDocument/2006/relationships/slideLayout" Target="../slideLayouts/slideLayout133.xml"/><Relationship Id="rId39" Type="http://schemas.openxmlformats.org/officeDocument/2006/relationships/slideLayout" Target="../slideLayouts/slideLayout146.xml"/><Relationship Id="rId21" Type="http://schemas.openxmlformats.org/officeDocument/2006/relationships/slideLayout" Target="../slideLayouts/slideLayout128.xml"/><Relationship Id="rId34" Type="http://schemas.openxmlformats.org/officeDocument/2006/relationships/slideLayout" Target="../slideLayouts/slideLayout141.xml"/><Relationship Id="rId42" Type="http://schemas.openxmlformats.org/officeDocument/2006/relationships/slideLayout" Target="../slideLayouts/slideLayout149.xml"/><Relationship Id="rId47" Type="http://schemas.openxmlformats.org/officeDocument/2006/relationships/slideLayout" Target="../slideLayouts/slideLayout154.xml"/><Relationship Id="rId50" Type="http://schemas.openxmlformats.org/officeDocument/2006/relationships/slideLayout" Target="../slideLayouts/slideLayout157.xml"/><Relationship Id="rId55" Type="http://schemas.openxmlformats.org/officeDocument/2006/relationships/slideLayout" Target="../slideLayouts/slideLayout162.xml"/><Relationship Id="rId7" Type="http://schemas.openxmlformats.org/officeDocument/2006/relationships/slideLayout" Target="../slideLayouts/slideLayout114.xml"/><Relationship Id="rId2" Type="http://schemas.openxmlformats.org/officeDocument/2006/relationships/slideLayout" Target="../slideLayouts/slideLayout109.xml"/><Relationship Id="rId16" Type="http://schemas.openxmlformats.org/officeDocument/2006/relationships/slideLayout" Target="../slideLayouts/slideLayout123.xml"/><Relationship Id="rId29" Type="http://schemas.openxmlformats.org/officeDocument/2006/relationships/slideLayout" Target="../slideLayouts/slideLayout136.xml"/><Relationship Id="rId11" Type="http://schemas.openxmlformats.org/officeDocument/2006/relationships/slideLayout" Target="../slideLayouts/slideLayout118.xml"/><Relationship Id="rId24" Type="http://schemas.openxmlformats.org/officeDocument/2006/relationships/slideLayout" Target="../slideLayouts/slideLayout131.xml"/><Relationship Id="rId32" Type="http://schemas.openxmlformats.org/officeDocument/2006/relationships/slideLayout" Target="../slideLayouts/slideLayout139.xml"/><Relationship Id="rId37" Type="http://schemas.openxmlformats.org/officeDocument/2006/relationships/slideLayout" Target="../slideLayouts/slideLayout144.xml"/><Relationship Id="rId40" Type="http://schemas.openxmlformats.org/officeDocument/2006/relationships/slideLayout" Target="../slideLayouts/slideLayout147.xml"/><Relationship Id="rId45" Type="http://schemas.openxmlformats.org/officeDocument/2006/relationships/slideLayout" Target="../slideLayouts/slideLayout152.xml"/><Relationship Id="rId53" Type="http://schemas.openxmlformats.org/officeDocument/2006/relationships/slideLayout" Target="../slideLayouts/slideLayout160.xml"/><Relationship Id="rId58" Type="http://schemas.openxmlformats.org/officeDocument/2006/relationships/slideLayout" Target="../slideLayouts/slideLayout165.xml"/><Relationship Id="rId5" Type="http://schemas.openxmlformats.org/officeDocument/2006/relationships/slideLayout" Target="../slideLayouts/slideLayout112.xml"/><Relationship Id="rId61" Type="http://schemas.openxmlformats.org/officeDocument/2006/relationships/theme" Target="../theme/theme3.xml"/><Relationship Id="rId19" Type="http://schemas.openxmlformats.org/officeDocument/2006/relationships/slideLayout" Target="../slideLayouts/slideLayout126.xml"/><Relationship Id="rId14" Type="http://schemas.openxmlformats.org/officeDocument/2006/relationships/slideLayout" Target="../slideLayouts/slideLayout121.xml"/><Relationship Id="rId22" Type="http://schemas.openxmlformats.org/officeDocument/2006/relationships/slideLayout" Target="../slideLayouts/slideLayout129.xml"/><Relationship Id="rId27" Type="http://schemas.openxmlformats.org/officeDocument/2006/relationships/slideLayout" Target="../slideLayouts/slideLayout134.xml"/><Relationship Id="rId30" Type="http://schemas.openxmlformats.org/officeDocument/2006/relationships/slideLayout" Target="../slideLayouts/slideLayout137.xml"/><Relationship Id="rId35" Type="http://schemas.openxmlformats.org/officeDocument/2006/relationships/slideLayout" Target="../slideLayouts/slideLayout142.xml"/><Relationship Id="rId43" Type="http://schemas.openxmlformats.org/officeDocument/2006/relationships/slideLayout" Target="../slideLayouts/slideLayout150.xml"/><Relationship Id="rId48" Type="http://schemas.openxmlformats.org/officeDocument/2006/relationships/slideLayout" Target="../slideLayouts/slideLayout155.xml"/><Relationship Id="rId56" Type="http://schemas.openxmlformats.org/officeDocument/2006/relationships/slideLayout" Target="../slideLayouts/slideLayout163.xml"/><Relationship Id="rId8" Type="http://schemas.openxmlformats.org/officeDocument/2006/relationships/slideLayout" Target="../slideLayouts/slideLayout115.xml"/><Relationship Id="rId51" Type="http://schemas.openxmlformats.org/officeDocument/2006/relationships/slideLayout" Target="../slideLayouts/slideLayout158.xml"/><Relationship Id="rId3" Type="http://schemas.openxmlformats.org/officeDocument/2006/relationships/slideLayout" Target="../slideLayouts/slideLayout110.xml"/><Relationship Id="rId12" Type="http://schemas.openxmlformats.org/officeDocument/2006/relationships/slideLayout" Target="../slideLayouts/slideLayout119.xml"/><Relationship Id="rId17" Type="http://schemas.openxmlformats.org/officeDocument/2006/relationships/slideLayout" Target="../slideLayouts/slideLayout124.xml"/><Relationship Id="rId25" Type="http://schemas.openxmlformats.org/officeDocument/2006/relationships/slideLayout" Target="../slideLayouts/slideLayout132.xml"/><Relationship Id="rId33" Type="http://schemas.openxmlformats.org/officeDocument/2006/relationships/slideLayout" Target="../slideLayouts/slideLayout140.xml"/><Relationship Id="rId38" Type="http://schemas.openxmlformats.org/officeDocument/2006/relationships/slideLayout" Target="../slideLayouts/slideLayout145.xml"/><Relationship Id="rId46" Type="http://schemas.openxmlformats.org/officeDocument/2006/relationships/slideLayout" Target="../slideLayouts/slideLayout153.xml"/><Relationship Id="rId59" Type="http://schemas.openxmlformats.org/officeDocument/2006/relationships/slideLayout" Target="../slideLayouts/slideLayout166.xml"/><Relationship Id="rId20" Type="http://schemas.openxmlformats.org/officeDocument/2006/relationships/slideLayout" Target="../slideLayouts/slideLayout127.xml"/><Relationship Id="rId41" Type="http://schemas.openxmlformats.org/officeDocument/2006/relationships/slideLayout" Target="../slideLayouts/slideLayout148.xml"/><Relationship Id="rId54" Type="http://schemas.openxmlformats.org/officeDocument/2006/relationships/slideLayout" Target="../slideLayouts/slideLayout161.xml"/><Relationship Id="rId62" Type="http://schemas.openxmlformats.org/officeDocument/2006/relationships/image" Target="../media/image1.png"/><Relationship Id="rId1" Type="http://schemas.openxmlformats.org/officeDocument/2006/relationships/slideLayout" Target="../slideLayouts/slideLayout108.xml"/><Relationship Id="rId6" Type="http://schemas.openxmlformats.org/officeDocument/2006/relationships/slideLayout" Target="../slideLayouts/slideLayout113.xml"/><Relationship Id="rId15" Type="http://schemas.openxmlformats.org/officeDocument/2006/relationships/slideLayout" Target="../slideLayouts/slideLayout122.xml"/><Relationship Id="rId23" Type="http://schemas.openxmlformats.org/officeDocument/2006/relationships/slideLayout" Target="../slideLayouts/slideLayout130.xml"/><Relationship Id="rId28" Type="http://schemas.openxmlformats.org/officeDocument/2006/relationships/slideLayout" Target="../slideLayouts/slideLayout135.xml"/><Relationship Id="rId36" Type="http://schemas.openxmlformats.org/officeDocument/2006/relationships/slideLayout" Target="../slideLayouts/slideLayout143.xml"/><Relationship Id="rId49" Type="http://schemas.openxmlformats.org/officeDocument/2006/relationships/slideLayout" Target="../slideLayouts/slideLayout156.xml"/><Relationship Id="rId57" Type="http://schemas.openxmlformats.org/officeDocument/2006/relationships/slideLayout" Target="../slideLayouts/slideLayout164.xml"/><Relationship Id="rId10" Type="http://schemas.openxmlformats.org/officeDocument/2006/relationships/slideLayout" Target="../slideLayouts/slideLayout117.xml"/><Relationship Id="rId31" Type="http://schemas.openxmlformats.org/officeDocument/2006/relationships/slideLayout" Target="../slideLayouts/slideLayout138.xml"/><Relationship Id="rId44" Type="http://schemas.openxmlformats.org/officeDocument/2006/relationships/slideLayout" Target="../slideLayouts/slideLayout151.xml"/><Relationship Id="rId52" Type="http://schemas.openxmlformats.org/officeDocument/2006/relationships/slideLayout" Target="../slideLayouts/slideLayout159.xml"/><Relationship Id="rId60" Type="http://schemas.openxmlformats.org/officeDocument/2006/relationships/slideLayout" Target="../slideLayouts/slideLayout167.xml"/><Relationship Id="rId4" Type="http://schemas.openxmlformats.org/officeDocument/2006/relationships/slideLayout" Target="../slideLayouts/slideLayout111.xml"/><Relationship Id="rId9" Type="http://schemas.openxmlformats.org/officeDocument/2006/relationships/slideLayout" Target="../slideLayouts/slideLayout11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75.xml"/><Relationship Id="rId13" Type="http://schemas.openxmlformats.org/officeDocument/2006/relationships/slideLayout" Target="../slideLayouts/slideLayout180.xml"/><Relationship Id="rId18" Type="http://schemas.openxmlformats.org/officeDocument/2006/relationships/theme" Target="../theme/theme4.xml"/><Relationship Id="rId3" Type="http://schemas.openxmlformats.org/officeDocument/2006/relationships/slideLayout" Target="../slideLayouts/slideLayout170.xml"/><Relationship Id="rId7" Type="http://schemas.openxmlformats.org/officeDocument/2006/relationships/slideLayout" Target="../slideLayouts/slideLayout174.xml"/><Relationship Id="rId12" Type="http://schemas.openxmlformats.org/officeDocument/2006/relationships/slideLayout" Target="../slideLayouts/slideLayout179.xml"/><Relationship Id="rId17" Type="http://schemas.openxmlformats.org/officeDocument/2006/relationships/slideLayout" Target="../slideLayouts/slideLayout184.xml"/><Relationship Id="rId2" Type="http://schemas.openxmlformats.org/officeDocument/2006/relationships/slideLayout" Target="../slideLayouts/slideLayout169.xml"/><Relationship Id="rId16" Type="http://schemas.openxmlformats.org/officeDocument/2006/relationships/slideLayout" Target="../slideLayouts/slideLayout183.xml"/><Relationship Id="rId1" Type="http://schemas.openxmlformats.org/officeDocument/2006/relationships/slideLayout" Target="../slideLayouts/slideLayout168.xml"/><Relationship Id="rId6" Type="http://schemas.openxmlformats.org/officeDocument/2006/relationships/slideLayout" Target="../slideLayouts/slideLayout173.xml"/><Relationship Id="rId11" Type="http://schemas.openxmlformats.org/officeDocument/2006/relationships/slideLayout" Target="../slideLayouts/slideLayout178.xml"/><Relationship Id="rId5" Type="http://schemas.openxmlformats.org/officeDocument/2006/relationships/slideLayout" Target="../slideLayouts/slideLayout172.xml"/><Relationship Id="rId15" Type="http://schemas.openxmlformats.org/officeDocument/2006/relationships/slideLayout" Target="../slideLayouts/slideLayout182.xml"/><Relationship Id="rId10" Type="http://schemas.openxmlformats.org/officeDocument/2006/relationships/slideLayout" Target="../slideLayouts/slideLayout177.xml"/><Relationship Id="rId4" Type="http://schemas.openxmlformats.org/officeDocument/2006/relationships/slideLayout" Target="../slideLayouts/slideLayout171.xml"/><Relationship Id="rId9" Type="http://schemas.openxmlformats.org/officeDocument/2006/relationships/slideLayout" Target="../slideLayouts/slideLayout176.xml"/><Relationship Id="rId14" Type="http://schemas.openxmlformats.org/officeDocument/2006/relationships/slideLayout" Target="../slideLayouts/slideLayout1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4928EF9-1BCD-42D2-8B21-6150BBD86FBB}"/>
              </a:ext>
            </a:extLst>
          </p:cNvPr>
          <p:cNvSpPr>
            <a:spLocks noGrp="1"/>
          </p:cNvSpPr>
          <p:nvPr>
            <p:ph type="body" idx="1"/>
          </p:nvPr>
        </p:nvSpPr>
        <p:spPr>
          <a:xfrm>
            <a:off x="609600" y="1718983"/>
            <a:ext cx="10972800" cy="2203680"/>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484D14-2EC8-4252-96DA-F75A75EAF30C}"/>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B1EF3D5-2436-9240-B6D0-2048A71FFF33}" type="datetime1">
              <a:rPr lang="en-US" smtClean="0"/>
              <a:t>9/5/25</a:t>
            </a:fld>
            <a:endParaRPr lang="en-US"/>
          </a:p>
        </p:txBody>
      </p:sp>
      <p:sp>
        <p:nvSpPr>
          <p:cNvPr id="5" name="Footer Placeholder 4">
            <a:extLst>
              <a:ext uri="{FF2B5EF4-FFF2-40B4-BE49-F238E27FC236}">
                <a16:creationId xmlns:a16="http://schemas.microsoft.com/office/drawing/2014/main" id="{125B18F2-2506-4A8B-983C-1A77A245E650}"/>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type="sldNum" sz="quarter" idx="4"/>
          </p:nvPr>
        </p:nvSpPr>
        <p:spPr>
          <a:xfrm>
            <a:off x="8929200" y="6289500"/>
            <a:ext cx="2743200" cy="365125"/>
          </a:xfrm>
          <a:prstGeom prst="rect">
            <a:avLst/>
          </a:prstGeom>
        </p:spPr>
        <p:txBody>
          <a:bodyPr vert="horz" lIns="91440" tIns="45720" rIns="91440" bIns="45720" rtlCol="0" anchor="ctr"/>
          <a:lstStyle>
            <a:lvl1pPr algn="r">
              <a:defRPr sz="900">
                <a:solidFill>
                  <a:schemeClr val="tx2"/>
                </a:solidFill>
              </a:defRPr>
            </a:lvl1pPr>
          </a:lstStyle>
          <a:p>
            <a:fld id="{EB4B8DE2-A4E8-46E4-8BBF-D75455EFF32C}" type="slidenum">
              <a:rPr lang="en-US" smtClean="0"/>
              <a:pPr/>
              <a:t>‹#›</a:t>
            </a:fld>
            <a:endParaRPr lang="en-US"/>
          </a:p>
        </p:txBody>
      </p:sp>
      <p:sp>
        <p:nvSpPr>
          <p:cNvPr id="13" name="TextBox 12">
            <a:extLst>
              <a:ext uri="{FF2B5EF4-FFF2-40B4-BE49-F238E27FC236}">
                <a16:creationId xmlns:a16="http://schemas.microsoft.com/office/drawing/2014/main" id="{123D8171-6606-4DC3-AA28-D2EE5F0EC812}"/>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pic>
        <p:nvPicPr>
          <p:cNvPr id="8" name="Picture 7">
            <a:extLst>
              <a:ext uri="{FF2B5EF4-FFF2-40B4-BE49-F238E27FC236}">
                <a16:creationId xmlns:a16="http://schemas.microsoft.com/office/drawing/2014/main" id="{467F50F9-4909-422B-A8DD-8362E9484737}"/>
              </a:ext>
            </a:extLst>
          </p:cNvPr>
          <p:cNvPicPr>
            <a:picLocks noChangeAspect="1"/>
          </p:cNvPicPr>
          <p:nvPr userDrawn="1"/>
        </p:nvPicPr>
        <p:blipFill>
          <a:blip r:embed="rId55">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20" name="Title Placeholder 19">
            <a:extLst>
              <a:ext uri="{FF2B5EF4-FFF2-40B4-BE49-F238E27FC236}">
                <a16:creationId xmlns:a16="http://schemas.microsoft.com/office/drawing/2014/main" id="{4797D856-648E-41D7-7250-C248B908D216}"/>
              </a:ext>
            </a:extLst>
          </p:cNvPr>
          <p:cNvSpPr>
            <a:spLocks noGrp="1"/>
          </p:cNvSpPr>
          <p:nvPr>
            <p:ph type="title"/>
          </p:nvPr>
        </p:nvSpPr>
        <p:spPr>
          <a:xfrm>
            <a:off x="609600" y="304800"/>
            <a:ext cx="10515600" cy="1325563"/>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471148940"/>
      </p:ext>
    </p:extLst>
  </p:cSld>
  <p:clrMap bg1="lt1" tx1="dk1" bg2="lt2" tx2="dk2" accent1="accent1" accent2="accent2" accent3="accent3" accent4="accent4" accent5="accent5" accent6="accent6" hlink="hlink" folHlink="folHlink"/>
  <p:sldLayoutIdLst>
    <p:sldLayoutId id="2147483649" r:id="rId1"/>
    <p:sldLayoutId id="2147483710" r:id="rId2"/>
    <p:sldLayoutId id="2147483711" r:id="rId3"/>
    <p:sldLayoutId id="2147483713" r:id="rId4"/>
    <p:sldLayoutId id="2147483712" r:id="rId5"/>
    <p:sldLayoutId id="2147483731" r:id="rId6"/>
    <p:sldLayoutId id="2147483661" r:id="rId7"/>
    <p:sldLayoutId id="2147483723" r:id="rId8"/>
    <p:sldLayoutId id="2147483722" r:id="rId9"/>
    <p:sldLayoutId id="2147483654" r:id="rId10"/>
    <p:sldLayoutId id="2147483725" r:id="rId11"/>
    <p:sldLayoutId id="2147483662" r:id="rId12"/>
    <p:sldLayoutId id="2147483724" r:id="rId13"/>
    <p:sldLayoutId id="2147483663" r:id="rId14"/>
    <p:sldLayoutId id="2147483655" r:id="rId15"/>
    <p:sldLayoutId id="2147483650" r:id="rId16"/>
    <p:sldLayoutId id="2147483664" r:id="rId17"/>
    <p:sldLayoutId id="2147483666" r:id="rId18"/>
    <p:sldLayoutId id="2147483667" r:id="rId19"/>
    <p:sldLayoutId id="2147483665" r:id="rId20"/>
    <p:sldLayoutId id="2147483729" r:id="rId21"/>
    <p:sldLayoutId id="2147483668" r:id="rId22"/>
    <p:sldLayoutId id="2147483730" r:id="rId23"/>
    <p:sldLayoutId id="2147483653" r:id="rId24"/>
    <p:sldLayoutId id="2147483689" r:id="rId25"/>
    <p:sldLayoutId id="2147483691" r:id="rId26"/>
    <p:sldLayoutId id="2147483690" r:id="rId27"/>
    <p:sldLayoutId id="2147483657" r:id="rId28"/>
    <p:sldLayoutId id="2147483692" r:id="rId29"/>
    <p:sldLayoutId id="2147483693" r:id="rId30"/>
    <p:sldLayoutId id="2147483652" r:id="rId31"/>
    <p:sldLayoutId id="2147483669" r:id="rId32"/>
    <p:sldLayoutId id="2147483670" r:id="rId33"/>
    <p:sldLayoutId id="2147483673" r:id="rId34"/>
    <p:sldLayoutId id="2147483726" r:id="rId35"/>
    <p:sldLayoutId id="2147483728" r:id="rId36"/>
    <p:sldLayoutId id="2147483727" r:id="rId37"/>
    <p:sldLayoutId id="2147483717" r:id="rId38"/>
    <p:sldLayoutId id="2147483651" r:id="rId39"/>
    <p:sldLayoutId id="2147483716" r:id="rId40"/>
    <p:sldLayoutId id="2147483671" r:id="rId41"/>
    <p:sldLayoutId id="2147483672" r:id="rId42"/>
    <p:sldLayoutId id="2147483695" r:id="rId43"/>
    <p:sldLayoutId id="2147483674" r:id="rId44"/>
    <p:sldLayoutId id="2147483675" r:id="rId45"/>
    <p:sldLayoutId id="2147483656" r:id="rId46"/>
    <p:sldLayoutId id="2147483676" r:id="rId47"/>
    <p:sldLayoutId id="2147483721" r:id="rId48"/>
    <p:sldLayoutId id="2147483720" r:id="rId49"/>
    <p:sldLayoutId id="2147483707" r:id="rId50"/>
    <p:sldLayoutId id="2147483708" r:id="rId51"/>
    <p:sldLayoutId id="2147483678" r:id="rId52"/>
    <p:sldLayoutId id="2147483709" r:id="rId5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0" i="0" kern="120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0"/>
        </a:spcBef>
        <a:spcAft>
          <a:spcPts val="1200"/>
        </a:spcAft>
        <a:buSzPct val="90000"/>
        <a:buFont typeface="Arial" panose="020B0604020202020204" pitchFamily="34" charset="0"/>
        <a:buChar char="•"/>
        <a:defRPr sz="2800" kern="1200" baseline="0">
          <a:solidFill>
            <a:schemeClr val="tx2"/>
          </a:solidFill>
          <a:latin typeface="Amazon Ember Display" panose="020F0603020204020204" pitchFamily="34" charset="0"/>
          <a:ea typeface="+mn-ea"/>
          <a:cs typeface="+mn-cs"/>
        </a:defRPr>
      </a:lvl1pPr>
      <a:lvl2pPr marL="51435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400" kern="1200" baseline="0">
          <a:solidFill>
            <a:schemeClr val="tx2"/>
          </a:solidFill>
          <a:latin typeface="Amazon Ember Display" panose="020F0603020204020204" pitchFamily="34" charset="0"/>
          <a:ea typeface="+mn-ea"/>
          <a:cs typeface="+mn-cs"/>
        </a:defRPr>
      </a:lvl2pPr>
      <a:lvl3pPr marL="857250" indent="-228600" algn="l" defTabSz="914400" rtl="0" eaLnBrk="1" latinLnBrk="0" hangingPunct="1">
        <a:lnSpc>
          <a:spcPct val="90000"/>
        </a:lnSpc>
        <a:spcBef>
          <a:spcPts val="0"/>
        </a:spcBef>
        <a:spcAft>
          <a:spcPts val="1200"/>
        </a:spcAft>
        <a:buFont typeface="Amazon Ember" panose="020B0603020204020204" pitchFamily="34" charset="0"/>
        <a:buChar char="–"/>
        <a:defRPr sz="2000" kern="1200" baseline="0">
          <a:solidFill>
            <a:schemeClr val="tx2"/>
          </a:solidFill>
          <a:latin typeface="Amazon Ember Display" panose="020F0603020204020204" pitchFamily="34" charset="0"/>
          <a:ea typeface="+mn-ea"/>
          <a:cs typeface="+mn-cs"/>
        </a:defRPr>
      </a:lvl3pPr>
      <a:lvl4pPr marL="1030288" indent="-171450" algn="l" defTabSz="914400" rtl="0" eaLnBrk="1" latinLnBrk="0" hangingPunct="1">
        <a:lnSpc>
          <a:spcPct val="90000"/>
        </a:lnSpc>
        <a:spcBef>
          <a:spcPts val="0"/>
        </a:spcBef>
        <a:spcAft>
          <a:spcPts val="1200"/>
        </a:spcAft>
        <a:buFont typeface="Arial" panose="020B0604020202020204" pitchFamily="34" charset="0"/>
        <a:buChar char="•"/>
        <a:defRPr sz="1800" kern="1200" baseline="0">
          <a:solidFill>
            <a:schemeClr val="tx2"/>
          </a:solidFill>
          <a:latin typeface="Amazon Ember Display" panose="020F0603020204020204" pitchFamily="34" charset="0"/>
          <a:ea typeface="+mn-ea"/>
          <a:cs typeface="+mn-cs"/>
        </a:defRPr>
      </a:lvl4pPr>
      <a:lvl5pPr marL="1201738" indent="-171450" algn="l" defTabSz="914400" rtl="0" eaLnBrk="1" latinLnBrk="0" hangingPunct="1">
        <a:lnSpc>
          <a:spcPct val="90000"/>
        </a:lnSpc>
        <a:spcBef>
          <a:spcPts val="0"/>
        </a:spcBef>
        <a:spcAft>
          <a:spcPts val="1200"/>
        </a:spcAft>
        <a:buFont typeface="Arial" panose="020B0604020202020204" pitchFamily="34" charset="0"/>
        <a:buChar char="•"/>
        <a:defRPr sz="1800" kern="1200" baseline="0">
          <a:solidFill>
            <a:schemeClr val="tx2"/>
          </a:solidFill>
          <a:latin typeface="Amazon Ember Display"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F26B43"/>
          </p15:clr>
        </p15:guide>
        <p15:guide id="2" pos="7296" userDrawn="1">
          <p15:clr>
            <a:srgbClr val="F26B43"/>
          </p15:clr>
        </p15:guide>
        <p15:guide id="3" orient="horz" pos="192" userDrawn="1">
          <p15:clr>
            <a:srgbClr val="F26B43"/>
          </p15:clr>
        </p15:guide>
        <p15:guide id="4" orient="horz" pos="3912" userDrawn="1">
          <p15:clr>
            <a:srgbClr val="F26B43"/>
          </p15:clr>
        </p15:guide>
        <p15:guide id="5" orient="horz" pos="1080" userDrawn="1">
          <p15:clr>
            <a:srgbClr val="F26B43"/>
          </p15:clr>
        </p15:guide>
        <p15:guide id="6" orient="horz" pos="5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74A381-7875-51BF-E8F6-ADD8CD0BFC47}"/>
              </a:ext>
            </a:extLst>
          </p:cNvPr>
          <p:cNvPicPr>
            <a:picLocks noChangeAspect="1"/>
          </p:cNvPicPr>
          <p:nvPr userDrawn="1"/>
        </p:nvPicPr>
        <p:blipFill>
          <a:blip r:embed="rId56">
            <a:extLst>
              <a:ext uri="{28A0092B-C50C-407E-A947-70E740481C1C}">
                <a14:useLocalDpi xmlns:a14="http://schemas.microsoft.com/office/drawing/2010/main" val="0"/>
              </a:ext>
            </a:extLst>
          </a:blip>
          <a:stretch>
            <a:fillRect/>
          </a:stretch>
        </p:blipFill>
        <p:spPr>
          <a:xfrm>
            <a:off x="595295" y="6338002"/>
            <a:ext cx="365760" cy="218830"/>
          </a:xfrm>
          <a:prstGeom prst="rect">
            <a:avLst/>
          </a:prstGeom>
        </p:spPr>
      </p:pic>
      <p:sp>
        <p:nvSpPr>
          <p:cNvPr id="7" name="Text Placeholder 2">
            <a:extLst>
              <a:ext uri="{FF2B5EF4-FFF2-40B4-BE49-F238E27FC236}">
                <a16:creationId xmlns:a16="http://schemas.microsoft.com/office/drawing/2014/main" id="{1B6ADCB0-6DD7-43B0-7350-0FCDAB6812CE}"/>
              </a:ext>
            </a:extLst>
          </p:cNvPr>
          <p:cNvSpPr>
            <a:spLocks noGrp="1"/>
          </p:cNvSpPr>
          <p:nvPr>
            <p:ph type="body" idx="1"/>
          </p:nvPr>
        </p:nvSpPr>
        <p:spPr>
          <a:xfrm>
            <a:off x="609600" y="1718983"/>
            <a:ext cx="10972800" cy="1844608"/>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A6D05899-77E5-196B-EA14-086F9A5A5E55}"/>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B1EF3D5-2436-9240-B6D0-2048A71FFF33}" type="datetime1">
              <a:rPr lang="en-US" smtClean="0"/>
              <a:t>9/5/25</a:t>
            </a:fld>
            <a:endParaRPr lang="en-US"/>
          </a:p>
        </p:txBody>
      </p:sp>
      <p:sp>
        <p:nvSpPr>
          <p:cNvPr id="9" name="Footer Placeholder 4">
            <a:extLst>
              <a:ext uri="{FF2B5EF4-FFF2-40B4-BE49-F238E27FC236}">
                <a16:creationId xmlns:a16="http://schemas.microsoft.com/office/drawing/2014/main" id="{D22683EA-DD71-1EA1-728E-AE69D57D6485}"/>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10" name="Slide Number Placeholder 5">
            <a:extLst>
              <a:ext uri="{FF2B5EF4-FFF2-40B4-BE49-F238E27FC236}">
                <a16:creationId xmlns:a16="http://schemas.microsoft.com/office/drawing/2014/main" id="{E9EBCBEF-599C-1ADB-12ED-CECFECA745CE}"/>
              </a:ext>
            </a:extLst>
          </p:cNvPr>
          <p:cNvSpPr>
            <a:spLocks noGrp="1"/>
          </p:cNvSpPr>
          <p:nvPr>
            <p:ph type="sldNum" sz="quarter" idx="4"/>
          </p:nvPr>
        </p:nvSpPr>
        <p:spPr>
          <a:xfrm>
            <a:off x="8929200" y="6289500"/>
            <a:ext cx="2743200" cy="365125"/>
          </a:xfrm>
          <a:prstGeom prst="rect">
            <a:avLst/>
          </a:prstGeom>
        </p:spPr>
        <p:txBody>
          <a:bodyPr vert="horz" lIns="91440" tIns="45720" rIns="91440" bIns="45720" rtlCol="0" anchor="ctr"/>
          <a:lstStyle>
            <a:lvl1pPr algn="r">
              <a:defRPr sz="900">
                <a:solidFill>
                  <a:schemeClr val="tx2"/>
                </a:solidFill>
              </a:defRPr>
            </a:lvl1pPr>
          </a:lstStyle>
          <a:p>
            <a:fld id="{EB4B8DE2-A4E8-46E4-8BBF-D75455EFF32C}" type="slidenum">
              <a:rPr lang="en-US" smtClean="0"/>
              <a:pPr/>
              <a:t>‹#›</a:t>
            </a:fld>
            <a:endParaRPr lang="en-US"/>
          </a:p>
        </p:txBody>
      </p:sp>
      <p:sp>
        <p:nvSpPr>
          <p:cNvPr id="11" name="TextBox 10">
            <a:extLst>
              <a:ext uri="{FF2B5EF4-FFF2-40B4-BE49-F238E27FC236}">
                <a16:creationId xmlns:a16="http://schemas.microsoft.com/office/drawing/2014/main" id="{B433C312-F607-20F9-BC64-57A8B6A590DF}"/>
              </a:ext>
            </a:extLst>
          </p:cNvPr>
          <p:cNvSpPr txBox="1"/>
          <p:nvPr userDrawn="1"/>
        </p:nvSpPr>
        <p:spPr>
          <a:xfrm>
            <a:off x="1141084" y="6389813"/>
            <a:ext cx="3937296" cy="184666"/>
          </a:xfrm>
          <a:prstGeom prst="rect">
            <a:avLst/>
          </a:prstGeom>
          <a:noFill/>
        </p:spPr>
        <p:txBody>
          <a:bodyPr wrap="none" rtlCol="0">
            <a:spAutoFit/>
          </a:bodyPr>
          <a:lstStyle/>
          <a:p>
            <a:pPr algn="l"/>
            <a:r>
              <a:rPr lang="en-US" sz="600" dirty="0">
                <a:solidFill>
                  <a:schemeClr val="tx2"/>
                </a:solidFill>
              </a:rPr>
              <a:t>© 2024, Amazon Web Services, Inc. or its affiliates. All rights reserved. Amazon Confidential and Trademark.</a:t>
            </a:r>
          </a:p>
        </p:txBody>
      </p:sp>
      <p:sp>
        <p:nvSpPr>
          <p:cNvPr id="13" name="Title Placeholder 19">
            <a:extLst>
              <a:ext uri="{FF2B5EF4-FFF2-40B4-BE49-F238E27FC236}">
                <a16:creationId xmlns:a16="http://schemas.microsoft.com/office/drawing/2014/main" id="{6BA9B5C3-6371-84F6-B7DD-E715A774767A}"/>
              </a:ext>
            </a:extLst>
          </p:cNvPr>
          <p:cNvSpPr>
            <a:spLocks noGrp="1"/>
          </p:cNvSpPr>
          <p:nvPr>
            <p:ph type="title"/>
          </p:nvPr>
        </p:nvSpPr>
        <p:spPr>
          <a:xfrm>
            <a:off x="609600" y="30480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14" name="Slide Number Placeholder 5">
            <a:extLst>
              <a:ext uri="{FF2B5EF4-FFF2-40B4-BE49-F238E27FC236}">
                <a16:creationId xmlns:a16="http://schemas.microsoft.com/office/drawing/2014/main" id="{3F537074-EC04-07B4-5B9A-060DF4EDD805}"/>
              </a:ext>
            </a:extLst>
          </p:cNvPr>
          <p:cNvSpPr txBox="1">
            <a:spLocks/>
          </p:cNvSpPr>
          <p:nvPr userDrawn="1"/>
        </p:nvSpPr>
        <p:spPr>
          <a:xfrm>
            <a:off x="8929200" y="628949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4B8DE2-A4E8-46E4-8BBF-D75455EFF32C}" type="slidenum">
              <a:rPr lang="en-US" smtClean="0"/>
              <a:pPr/>
              <a:t>‹#›</a:t>
            </a:fld>
            <a:endParaRPr lang="en-US"/>
          </a:p>
        </p:txBody>
      </p:sp>
    </p:spTree>
    <p:extLst>
      <p:ext uri="{BB962C8B-B14F-4D97-AF65-F5344CB8AC3E}">
        <p14:creationId xmlns:p14="http://schemas.microsoft.com/office/powerpoint/2010/main" val="364748558"/>
      </p:ext>
    </p:extLst>
  </p:cSld>
  <p:clrMap bg1="dk1" tx1="lt1" bg2="dk2" tx2="lt2" accent1="accent1" accent2="accent2" accent3="accent3" accent4="accent4" accent5="accent5" accent6="accent6" hlink="hlink" folHlink="folHlink"/>
  <p:sldLayoutIdLst>
    <p:sldLayoutId id="2147483733" r:id="rId1"/>
    <p:sldLayoutId id="2147483735" r:id="rId2"/>
    <p:sldLayoutId id="2147483734"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 id="2147483750" r:id="rId18"/>
    <p:sldLayoutId id="2147483751" r:id="rId19"/>
    <p:sldLayoutId id="2147483752" r:id="rId20"/>
    <p:sldLayoutId id="2147483753" r:id="rId21"/>
    <p:sldLayoutId id="2147483754" r:id="rId22"/>
    <p:sldLayoutId id="2147483755" r:id="rId23"/>
    <p:sldLayoutId id="2147483756" r:id="rId24"/>
    <p:sldLayoutId id="2147483757" r:id="rId25"/>
    <p:sldLayoutId id="2147483758" r:id="rId26"/>
    <p:sldLayoutId id="2147483759" r:id="rId27"/>
    <p:sldLayoutId id="2147483760" r:id="rId28"/>
    <p:sldLayoutId id="2147483761" r:id="rId29"/>
    <p:sldLayoutId id="2147483762" r:id="rId30"/>
    <p:sldLayoutId id="2147483764" r:id="rId31"/>
    <p:sldLayoutId id="2147483765" r:id="rId32"/>
    <p:sldLayoutId id="2147483766"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81" r:id="rId48"/>
    <p:sldLayoutId id="2147483782" r:id="rId49"/>
    <p:sldLayoutId id="2147483783" r:id="rId50"/>
    <p:sldLayoutId id="2147483784" r:id="rId51"/>
    <p:sldLayoutId id="2147483789" r:id="rId52"/>
    <p:sldLayoutId id="2147483790" r:id="rId53"/>
    <p:sldLayoutId id="2147483872" r:id="rId54"/>
  </p:sldLayoutIdLst>
  <p:txStyles>
    <p:titleStyle>
      <a:lvl1pPr algn="l" defTabSz="914400" rtl="0" eaLnBrk="1" latinLnBrk="0" hangingPunct="1">
        <a:lnSpc>
          <a:spcPct val="90000"/>
        </a:lnSpc>
        <a:spcBef>
          <a:spcPct val="0"/>
        </a:spcBef>
        <a:buNone/>
        <a:defRPr sz="44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4928EF9-1BCD-42D2-8B21-6150BBD86FBB}"/>
              </a:ext>
            </a:extLst>
          </p:cNvPr>
          <p:cNvSpPr>
            <a:spLocks noGrp="1"/>
          </p:cNvSpPr>
          <p:nvPr>
            <p:ph type="body" idx="1"/>
          </p:nvPr>
        </p:nvSpPr>
        <p:spPr>
          <a:xfrm>
            <a:off x="609600" y="1718983"/>
            <a:ext cx="10972800" cy="2203680"/>
          </a:xfrm>
          <a:prstGeom prst="rect">
            <a:avLst/>
          </a:prstGeom>
        </p:spPr>
        <p:txBody>
          <a:bodyPr vert="horz" wrap="square"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484D14-2EC8-4252-96DA-F75A75EAF30C}"/>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Display" panose="020F0603020204020204" pitchFamily="34" charset="0"/>
              </a:defRPr>
            </a:lvl1pPr>
          </a:lstStyle>
          <a:p>
            <a:fld id="{3B1EF3D5-2436-9240-B6D0-2048A71FFF33}" type="datetime1">
              <a:rPr lang="en-US" smtClean="0"/>
              <a:pPr/>
              <a:t>9/5/25</a:t>
            </a:fld>
            <a:endParaRPr lang="en-US"/>
          </a:p>
        </p:txBody>
      </p:sp>
      <p:sp>
        <p:nvSpPr>
          <p:cNvPr id="5" name="Footer Placeholder 4">
            <a:extLst>
              <a:ext uri="{FF2B5EF4-FFF2-40B4-BE49-F238E27FC236}">
                <a16:creationId xmlns:a16="http://schemas.microsoft.com/office/drawing/2014/main" id="{125B18F2-2506-4A8B-983C-1A77A245E650}"/>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b="0" i="0">
                <a:solidFill>
                  <a:schemeClr val="tx1">
                    <a:tint val="75000"/>
                  </a:schemeClr>
                </a:solidFill>
                <a:latin typeface="Amazon Ember Display" panose="020F0603020204020204" pitchFamily="34" charset="0"/>
              </a:defRPr>
            </a:lvl1pPr>
          </a:lstStyle>
          <a:p>
            <a:endParaRPr lang="en-US"/>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type="sldNum" sz="quarter" idx="4"/>
          </p:nvPr>
        </p:nvSpPr>
        <p:spPr>
          <a:xfrm>
            <a:off x="8929200" y="6289500"/>
            <a:ext cx="2743200" cy="365125"/>
          </a:xfrm>
          <a:prstGeom prst="rect">
            <a:avLst/>
          </a:prstGeom>
        </p:spPr>
        <p:txBody>
          <a:bodyPr vert="horz" lIns="91440" tIns="45720" rIns="91440" bIns="45720" rtlCol="0" anchor="ctr"/>
          <a:lstStyle>
            <a:lvl1pPr algn="r">
              <a:defRPr sz="900" b="0" i="0">
                <a:solidFill>
                  <a:schemeClr val="tx2"/>
                </a:solidFill>
                <a:latin typeface="Amazon Ember Display" panose="020F0603020204020204" pitchFamily="34" charset="0"/>
              </a:defRPr>
            </a:lvl1pPr>
          </a:lstStyle>
          <a:p>
            <a:fld id="{EB4B8DE2-A4E8-46E4-8BBF-D75455EFF32C}" type="slidenum">
              <a:rPr lang="en-US" smtClean="0"/>
              <a:pPr/>
              <a:t>‹#›</a:t>
            </a:fld>
            <a:endParaRPr lang="en-US"/>
          </a:p>
        </p:txBody>
      </p:sp>
      <p:sp>
        <p:nvSpPr>
          <p:cNvPr id="13" name="TextBox 12">
            <a:extLst>
              <a:ext uri="{FF2B5EF4-FFF2-40B4-BE49-F238E27FC236}">
                <a16:creationId xmlns:a16="http://schemas.microsoft.com/office/drawing/2014/main" id="{123D8171-6606-4DC3-AA28-D2EE5F0EC812}"/>
              </a:ext>
            </a:extLst>
          </p:cNvPr>
          <p:cNvSpPr txBox="1"/>
          <p:nvPr userDrawn="1"/>
        </p:nvSpPr>
        <p:spPr>
          <a:xfrm>
            <a:off x="1141084" y="6389813"/>
            <a:ext cx="3937296" cy="184666"/>
          </a:xfrm>
          <a:prstGeom prst="rect">
            <a:avLst/>
          </a:prstGeom>
          <a:noFill/>
        </p:spPr>
        <p:txBody>
          <a:bodyPr wrap="none" rtlCol="0">
            <a:spAutoFit/>
          </a:bodyPr>
          <a:lstStyle/>
          <a:p>
            <a:pPr algn="l"/>
            <a:r>
              <a:rPr lang="en-US" sz="600" b="0" i="0">
                <a:solidFill>
                  <a:schemeClr val="tx2"/>
                </a:solidFill>
                <a:latin typeface="Amazon Ember Display" panose="020F0603020204020204" pitchFamily="34" charset="0"/>
              </a:rPr>
              <a:t>© 2025, Amazon Web Services, Inc. or its affiliates. All rights reserved. Amazon Confidential and Trademark.</a:t>
            </a:r>
          </a:p>
        </p:txBody>
      </p:sp>
      <p:pic>
        <p:nvPicPr>
          <p:cNvPr id="8" name="Picture 7">
            <a:extLst>
              <a:ext uri="{FF2B5EF4-FFF2-40B4-BE49-F238E27FC236}">
                <a16:creationId xmlns:a16="http://schemas.microsoft.com/office/drawing/2014/main" id="{467F50F9-4909-422B-A8DD-8362E9484737}"/>
              </a:ext>
            </a:extLst>
          </p:cNvPr>
          <p:cNvPicPr>
            <a:picLocks noChangeAspect="1"/>
          </p:cNvPicPr>
          <p:nvPr userDrawn="1"/>
        </p:nvPicPr>
        <p:blipFill>
          <a:blip r:embed="rId62">
            <a:extLst>
              <a:ext uri="{28A0092B-C50C-407E-A947-70E740481C1C}">
                <a14:useLocalDpi xmlns:a14="http://schemas.microsoft.com/office/drawing/2010/main" val="0"/>
              </a:ext>
            </a:extLst>
          </a:blip>
          <a:stretch>
            <a:fillRect/>
          </a:stretch>
        </p:blipFill>
        <p:spPr>
          <a:xfrm>
            <a:off x="595295" y="6338002"/>
            <a:ext cx="365760" cy="219048"/>
          </a:xfrm>
          <a:prstGeom prst="rect">
            <a:avLst/>
          </a:prstGeom>
        </p:spPr>
      </p:pic>
      <p:sp>
        <p:nvSpPr>
          <p:cNvPr id="20" name="Title Placeholder 19">
            <a:extLst>
              <a:ext uri="{FF2B5EF4-FFF2-40B4-BE49-F238E27FC236}">
                <a16:creationId xmlns:a16="http://schemas.microsoft.com/office/drawing/2014/main" id="{4797D856-648E-41D7-7250-C248B908D216}"/>
              </a:ext>
            </a:extLst>
          </p:cNvPr>
          <p:cNvSpPr>
            <a:spLocks noGrp="1"/>
          </p:cNvSpPr>
          <p:nvPr>
            <p:ph type="title"/>
          </p:nvPr>
        </p:nvSpPr>
        <p:spPr>
          <a:xfrm>
            <a:off x="609600" y="304800"/>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46690535"/>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 id="2147483810" r:id="rId17"/>
    <p:sldLayoutId id="2147483811" r:id="rId18"/>
    <p:sldLayoutId id="2147483812" r:id="rId19"/>
    <p:sldLayoutId id="2147483813" r:id="rId20"/>
    <p:sldLayoutId id="2147483814" r:id="rId21"/>
    <p:sldLayoutId id="2147483815" r:id="rId22"/>
    <p:sldLayoutId id="2147483816" r:id="rId23"/>
    <p:sldLayoutId id="2147483817" r:id="rId24"/>
    <p:sldLayoutId id="2147483818" r:id="rId25"/>
    <p:sldLayoutId id="2147483819" r:id="rId26"/>
    <p:sldLayoutId id="2147483820" r:id="rId27"/>
    <p:sldLayoutId id="2147483821" r:id="rId28"/>
    <p:sldLayoutId id="2147483822" r:id="rId29"/>
    <p:sldLayoutId id="2147483823" r:id="rId30"/>
    <p:sldLayoutId id="2147483824" r:id="rId31"/>
    <p:sldLayoutId id="2147483825" r:id="rId32"/>
    <p:sldLayoutId id="2147483826" r:id="rId33"/>
    <p:sldLayoutId id="2147483827" r:id="rId34"/>
    <p:sldLayoutId id="2147483828" r:id="rId35"/>
    <p:sldLayoutId id="2147483829" r:id="rId36"/>
    <p:sldLayoutId id="2147483830" r:id="rId37"/>
    <p:sldLayoutId id="2147483831" r:id="rId38"/>
    <p:sldLayoutId id="2147483832" r:id="rId39"/>
    <p:sldLayoutId id="2147483833" r:id="rId40"/>
    <p:sldLayoutId id="2147483834" r:id="rId41"/>
    <p:sldLayoutId id="2147483835" r:id="rId42"/>
    <p:sldLayoutId id="2147483836" r:id="rId43"/>
    <p:sldLayoutId id="2147483837" r:id="rId44"/>
    <p:sldLayoutId id="2147483838" r:id="rId45"/>
    <p:sldLayoutId id="2147483839" r:id="rId46"/>
    <p:sldLayoutId id="2147483840" r:id="rId47"/>
    <p:sldLayoutId id="2147483841" r:id="rId48"/>
    <p:sldLayoutId id="2147483842" r:id="rId49"/>
    <p:sldLayoutId id="2147483843" r:id="rId50"/>
    <p:sldLayoutId id="2147483844" r:id="rId51"/>
    <p:sldLayoutId id="2147483845" r:id="rId52"/>
    <p:sldLayoutId id="2147483846" r:id="rId53"/>
    <p:sldLayoutId id="2147483847" r:id="rId54"/>
    <p:sldLayoutId id="2147483848" r:id="rId55"/>
    <p:sldLayoutId id="2147483849" r:id="rId56"/>
    <p:sldLayoutId id="2147483850" r:id="rId57"/>
    <p:sldLayoutId id="2147483851" r:id="rId58"/>
    <p:sldLayoutId id="2147483852" r:id="rId59"/>
    <p:sldLayoutId id="2147483853" r:id="rId6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600" b="0" i="0" kern="1200" baseline="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457200" indent="-457200" algn="l" defTabSz="914400" rtl="0" eaLnBrk="1" latinLnBrk="0" hangingPunct="1">
        <a:lnSpc>
          <a:spcPct val="90000"/>
        </a:lnSpc>
        <a:spcBef>
          <a:spcPts val="0"/>
        </a:spcBef>
        <a:spcAft>
          <a:spcPts val="1200"/>
        </a:spcAft>
        <a:buSzPct val="90000"/>
        <a:buFont typeface="Arial" panose="020B0604020202020204" pitchFamily="34" charset="0"/>
        <a:buChar char="•"/>
        <a:defRPr sz="2800" b="0" i="0" kern="1200" baseline="0">
          <a:solidFill>
            <a:schemeClr val="tx2"/>
          </a:solidFill>
          <a:latin typeface="Amazon Ember Display" panose="020F0603020204020204" pitchFamily="34" charset="0"/>
          <a:ea typeface="+mn-ea"/>
          <a:cs typeface="+mn-cs"/>
        </a:defRPr>
      </a:lvl1pPr>
      <a:lvl2pPr marL="628650" indent="-342900" algn="l" defTabSz="914400" rtl="0" eaLnBrk="1" latinLnBrk="0" hangingPunct="1">
        <a:lnSpc>
          <a:spcPct val="90000"/>
        </a:lnSpc>
        <a:spcBef>
          <a:spcPts val="0"/>
        </a:spcBef>
        <a:spcAft>
          <a:spcPts val="1200"/>
        </a:spcAft>
        <a:buSzPct val="90000"/>
        <a:buFont typeface="Arial" panose="020B0604020202020204" pitchFamily="34" charset="0"/>
        <a:buChar char="•"/>
        <a:defRPr sz="2400" b="0" i="0" kern="1200" baseline="0">
          <a:solidFill>
            <a:schemeClr val="tx2"/>
          </a:solidFill>
          <a:latin typeface="Amazon Ember Display" panose="020F0603020204020204" pitchFamily="34" charset="0"/>
          <a:ea typeface="+mn-ea"/>
          <a:cs typeface="+mn-cs"/>
        </a:defRPr>
      </a:lvl2pPr>
      <a:lvl3pPr marL="971550" indent="-342900" algn="l" defTabSz="914400" rtl="0" eaLnBrk="1" latinLnBrk="0" hangingPunct="1">
        <a:lnSpc>
          <a:spcPct val="90000"/>
        </a:lnSpc>
        <a:spcBef>
          <a:spcPts val="0"/>
        </a:spcBef>
        <a:spcAft>
          <a:spcPts val="1200"/>
        </a:spcAft>
        <a:buFont typeface="Arial" panose="020B0604020202020204" pitchFamily="34" charset="0"/>
        <a:buChar char="•"/>
        <a:defRPr sz="2000" b="0" i="0" kern="1200" baseline="0">
          <a:solidFill>
            <a:schemeClr val="tx2"/>
          </a:solidFill>
          <a:latin typeface="Amazon Ember Display" panose="020F0603020204020204" pitchFamily="34" charset="0"/>
          <a:ea typeface="+mn-ea"/>
          <a:cs typeface="+mn-cs"/>
        </a:defRPr>
      </a:lvl3pPr>
      <a:lvl4pPr marL="1144588" indent="-285750" algn="l" defTabSz="914400" rtl="0" eaLnBrk="1" latinLnBrk="0" hangingPunct="1">
        <a:lnSpc>
          <a:spcPct val="90000"/>
        </a:lnSpc>
        <a:spcBef>
          <a:spcPts val="0"/>
        </a:spcBef>
        <a:spcAft>
          <a:spcPts val="1200"/>
        </a:spcAft>
        <a:buFont typeface="Arial" panose="020B0604020202020204" pitchFamily="34" charset="0"/>
        <a:buChar char="•"/>
        <a:defRPr sz="1800" b="0" i="0" kern="1200" baseline="0">
          <a:solidFill>
            <a:schemeClr val="tx2"/>
          </a:solidFill>
          <a:latin typeface="Amazon Ember Display" panose="020F0603020204020204" pitchFamily="34" charset="0"/>
          <a:ea typeface="+mn-ea"/>
          <a:cs typeface="+mn-cs"/>
        </a:defRPr>
      </a:lvl4pPr>
      <a:lvl5pPr marL="1316038" indent="-285750" algn="l" defTabSz="914400" rtl="0" eaLnBrk="1" latinLnBrk="0" hangingPunct="1">
        <a:lnSpc>
          <a:spcPct val="90000"/>
        </a:lnSpc>
        <a:spcBef>
          <a:spcPts val="0"/>
        </a:spcBef>
        <a:spcAft>
          <a:spcPts val="1200"/>
        </a:spcAft>
        <a:buFont typeface="Arial" panose="020B0604020202020204" pitchFamily="34" charset="0"/>
        <a:buChar char="•"/>
        <a:defRPr sz="1800" b="0" i="0" kern="1200" baseline="0">
          <a:solidFill>
            <a:schemeClr val="tx2"/>
          </a:solidFill>
          <a:latin typeface="Amazon Ember Display" panose="020F06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359">
          <p15:clr>
            <a:srgbClr val="F26B43"/>
          </p15:clr>
        </p15:guide>
        <p15:guide id="3" orient="horz" pos="219">
          <p15:clr>
            <a:srgbClr val="F26B43"/>
          </p15:clr>
        </p15:guide>
        <p15:guide id="4" orient="horz" pos="3891">
          <p15:clr>
            <a:srgbClr val="F26B43"/>
          </p15:clr>
        </p15:guide>
        <p15:guide id="5" orient="horz" pos="1082">
          <p15:clr>
            <a:srgbClr val="F26B43"/>
          </p15:clr>
        </p15:guide>
        <p15:guide id="6" orient="horz" pos="650">
          <p15:clr>
            <a:srgbClr val="F26B43"/>
          </p15:clr>
        </p15:guide>
        <p15:guide id="7" pos="326">
          <p15:clr>
            <a:srgbClr val="F26B43"/>
          </p15:clr>
        </p15:guide>
        <p15:guide id="8" pos="753">
          <p15:clr>
            <a:srgbClr val="F26B43"/>
          </p15:clr>
        </p15:guide>
        <p15:guide id="9" pos="923">
          <p15:clr>
            <a:srgbClr val="F26B43"/>
          </p15:clr>
        </p15:guide>
        <p15:guide id="10" pos="1355">
          <p15:clr>
            <a:srgbClr val="F26B43"/>
          </p15:clr>
        </p15:guide>
        <p15:guide id="11" pos="1524">
          <p15:clr>
            <a:srgbClr val="F26B43"/>
          </p15:clr>
        </p15:guide>
        <p15:guide id="12" pos="1961">
          <p15:clr>
            <a:srgbClr val="F26B43"/>
          </p15:clr>
        </p15:guide>
        <p15:guide id="13" pos="2124">
          <p15:clr>
            <a:srgbClr val="F26B43"/>
          </p15:clr>
        </p15:guide>
        <p15:guide id="14" pos="2559">
          <p15:clr>
            <a:srgbClr val="F26B43"/>
          </p15:clr>
        </p15:guide>
        <p15:guide id="15" pos="2723">
          <p15:clr>
            <a:srgbClr val="F26B43"/>
          </p15:clr>
        </p15:guide>
        <p15:guide id="16" pos="3161">
          <p15:clr>
            <a:srgbClr val="F26B43"/>
          </p15:clr>
        </p15:guide>
        <p15:guide id="17" pos="3324">
          <p15:clr>
            <a:srgbClr val="F26B43"/>
          </p15:clr>
        </p15:guide>
        <p15:guide id="18" pos="3762">
          <p15:clr>
            <a:srgbClr val="F26B43"/>
          </p15:clr>
        </p15:guide>
        <p15:guide id="19" pos="3923">
          <p15:clr>
            <a:srgbClr val="F26B43"/>
          </p15:clr>
        </p15:guide>
        <p15:guide id="20" pos="4359">
          <p15:clr>
            <a:srgbClr val="F26B43"/>
          </p15:clr>
        </p15:guide>
        <p15:guide id="21" pos="4524">
          <p15:clr>
            <a:srgbClr val="F26B43"/>
          </p15:clr>
        </p15:guide>
        <p15:guide id="22" pos="4959">
          <p15:clr>
            <a:srgbClr val="F26B43"/>
          </p15:clr>
        </p15:guide>
        <p15:guide id="23" pos="5124">
          <p15:clr>
            <a:srgbClr val="F26B43"/>
          </p15:clr>
        </p15:guide>
        <p15:guide id="24" pos="5558">
          <p15:clr>
            <a:srgbClr val="F26B43"/>
          </p15:clr>
        </p15:guide>
        <p15:guide id="25" pos="5723">
          <p15:clr>
            <a:srgbClr val="F26B43"/>
          </p15:clr>
        </p15:guide>
        <p15:guide id="26" pos="6159">
          <p15:clr>
            <a:srgbClr val="F26B43"/>
          </p15:clr>
        </p15:guide>
        <p15:guide id="27" pos="6324">
          <p15:clr>
            <a:srgbClr val="F26B43"/>
          </p15:clr>
        </p15:guide>
        <p15:guide id="28" pos="6759">
          <p15:clr>
            <a:srgbClr val="F26B43"/>
          </p15:clr>
        </p15:guide>
        <p15:guide id="29" pos="6923">
          <p15:clr>
            <a:srgbClr val="F26B43"/>
          </p15:clr>
        </p15:guide>
        <p15:guide id="30" pos="7679">
          <p15:clr>
            <a:srgbClr val="F26B43"/>
          </p15:clr>
        </p15:guide>
        <p15:guide id="31" orient="horz" pos="435">
          <p15:clr>
            <a:srgbClr val="F26B43"/>
          </p15:clr>
        </p15:guide>
        <p15:guide id="32" orient="horz" pos="866">
          <p15:clr>
            <a:srgbClr val="F26B43"/>
          </p15:clr>
        </p15:guide>
        <p15:guide id="33" orient="horz" pos="1299">
          <p15:clr>
            <a:srgbClr val="F26B43"/>
          </p15:clr>
        </p15:guide>
        <p15:guide id="34" orient="horz" pos="1515">
          <p15:clr>
            <a:srgbClr val="F26B43"/>
          </p15:clr>
        </p15:guide>
        <p15:guide id="35" orient="horz" pos="1730">
          <p15:clr>
            <a:srgbClr val="F26B43"/>
          </p15:clr>
        </p15:guide>
        <p15:guide id="36" orient="horz" pos="1947">
          <p15:clr>
            <a:srgbClr val="F26B43"/>
          </p15:clr>
        </p15:guide>
        <p15:guide id="37" orient="horz" pos="2165">
          <p15:clr>
            <a:srgbClr val="F26B43"/>
          </p15:clr>
        </p15:guide>
        <p15:guide id="38" orient="horz" pos="2379">
          <p15:clr>
            <a:srgbClr val="F26B43"/>
          </p15:clr>
        </p15:guide>
        <p15:guide id="39" orient="horz" pos="2595">
          <p15:clr>
            <a:srgbClr val="F26B43"/>
          </p15:clr>
        </p15:guide>
        <p15:guide id="40" orient="horz" pos="2810">
          <p15:clr>
            <a:srgbClr val="F26B43"/>
          </p15:clr>
        </p15:guide>
        <p15:guide id="41" orient="horz" pos="3026">
          <p15:clr>
            <a:srgbClr val="F26B43"/>
          </p15:clr>
        </p15:guide>
        <p15:guide id="42" orient="horz" pos="3242">
          <p15:clr>
            <a:srgbClr val="F26B43"/>
          </p15:clr>
        </p15:guide>
        <p15:guide id="43" orient="horz" pos="3461">
          <p15:clr>
            <a:srgbClr val="F26B43"/>
          </p15:clr>
        </p15:guide>
        <p15:guide id="44" orient="horz" pos="3674">
          <p15:clr>
            <a:srgbClr val="F26B43"/>
          </p15:clr>
        </p15:guide>
        <p15:guide id="45" orient="horz" pos="4104">
          <p15:clr>
            <a:srgbClr val="F26B43"/>
          </p15:clr>
        </p15:guide>
        <p15:guide id="46" orient="horz" pos="431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34B6AC-6D05-92B9-EE7B-0D378E74F6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C75D8E-75EE-9B9B-58C7-27FA966A1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BCEEFF-8C50-CE84-696B-38D4E28902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181859-E86B-B94B-BB3E-03B5FBE41EDE}" type="datetimeFigureOut">
              <a:rPr lang="en-US" smtClean="0"/>
              <a:t>9/12/25</a:t>
            </a:fld>
            <a:endParaRPr lang="en-US"/>
          </a:p>
        </p:txBody>
      </p:sp>
      <p:sp>
        <p:nvSpPr>
          <p:cNvPr id="5" name="Footer Placeholder 4">
            <a:extLst>
              <a:ext uri="{FF2B5EF4-FFF2-40B4-BE49-F238E27FC236}">
                <a16:creationId xmlns:a16="http://schemas.microsoft.com/office/drawing/2014/main" id="{EA9F42C1-6BD4-A939-11EB-C444DC059F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7D140F0-CDBE-108B-BC6F-F61802D87E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710246-1FF6-CB47-8EE0-C46B7829566E}" type="slidenum">
              <a:rPr lang="en-US" smtClean="0"/>
              <a:t>‹#›</a:t>
            </a:fld>
            <a:endParaRPr lang="en-US"/>
          </a:p>
        </p:txBody>
      </p:sp>
    </p:spTree>
    <p:extLst>
      <p:ext uri="{BB962C8B-B14F-4D97-AF65-F5344CB8AC3E}">
        <p14:creationId xmlns:p14="http://schemas.microsoft.com/office/powerpoint/2010/main" val="3262932176"/>
      </p:ext>
    </p:extLst>
  </p:cSld>
  <p:clrMap bg1="lt1" tx1="dk1" bg2="lt2" tx2="dk2" accent1="accent1" accent2="accent2" accent3="accent3" accent4="accent4" accent5="accent5" accent6="accent6" hlink="hlink" folHlink="folHlink"/>
  <p:sldLayoutIdLst>
    <p:sldLayoutId id="2147483855" r:id="rId1"/>
    <p:sldLayoutId id="2147483856" r:id="rId2"/>
    <p:sldLayoutId id="2147483857"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 id="2147483867" r:id="rId13"/>
    <p:sldLayoutId id="2147483868" r:id="rId14"/>
    <p:sldLayoutId id="2147483869" r:id="rId15"/>
    <p:sldLayoutId id="2147483870" r:id="rId16"/>
    <p:sldLayoutId id="2147483871"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5.xml"/><Relationship Id="rId1" Type="http://schemas.openxmlformats.org/officeDocument/2006/relationships/tags" Target="../tags/tag1.xml"/><Relationship Id="rId5" Type="http://schemas.openxmlformats.org/officeDocument/2006/relationships/image" Target="../media/image52.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8" Type="http://schemas.openxmlformats.org/officeDocument/2006/relationships/image" Target="../media/image58.svg"/><Relationship Id="rId13" Type="http://schemas.openxmlformats.org/officeDocument/2006/relationships/image" Target="../media/image63.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svg"/><Relationship Id="rId17" Type="http://schemas.openxmlformats.org/officeDocument/2006/relationships/image" Target="../media/image67.svg"/><Relationship Id="rId2" Type="http://schemas.openxmlformats.org/officeDocument/2006/relationships/notesSlide" Target="../notesSlides/notesSlide2.xml"/><Relationship Id="rId16" Type="http://schemas.openxmlformats.org/officeDocument/2006/relationships/image" Target="../media/image66.png"/><Relationship Id="rId1" Type="http://schemas.openxmlformats.org/officeDocument/2006/relationships/slideLayout" Target="../slideLayouts/slideLayout63.xml"/><Relationship Id="rId6" Type="http://schemas.openxmlformats.org/officeDocument/2006/relationships/image" Target="../media/image56.svg"/><Relationship Id="rId11" Type="http://schemas.openxmlformats.org/officeDocument/2006/relationships/image" Target="../media/image61.png"/><Relationship Id="rId5" Type="http://schemas.openxmlformats.org/officeDocument/2006/relationships/image" Target="../media/image55.png"/><Relationship Id="rId15" Type="http://schemas.openxmlformats.org/officeDocument/2006/relationships/image" Target="../media/image65.png"/><Relationship Id="rId10" Type="http://schemas.openxmlformats.org/officeDocument/2006/relationships/image" Target="../media/image60.svg"/><Relationship Id="rId4" Type="http://schemas.openxmlformats.org/officeDocument/2006/relationships/image" Target="../media/image54.svg"/><Relationship Id="rId9" Type="http://schemas.openxmlformats.org/officeDocument/2006/relationships/image" Target="../media/image59.png"/><Relationship Id="rId14" Type="http://schemas.openxmlformats.org/officeDocument/2006/relationships/image" Target="../media/image64.svg"/></Relationships>
</file>

<file path=ppt/slides/_rels/slide3.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svg"/><Relationship Id="rId3" Type="http://schemas.openxmlformats.org/officeDocument/2006/relationships/image" Target="../media/image68.png"/><Relationship Id="rId7" Type="http://schemas.openxmlformats.org/officeDocument/2006/relationships/image" Target="../media/image71.svg"/><Relationship Id="rId12" Type="http://schemas.openxmlformats.org/officeDocument/2006/relationships/image" Target="../media/image76.png"/><Relationship Id="rId17" Type="http://schemas.openxmlformats.org/officeDocument/2006/relationships/image" Target="../media/image81.svg"/><Relationship Id="rId2" Type="http://schemas.openxmlformats.org/officeDocument/2006/relationships/notesSlide" Target="../notesSlides/notesSlide3.xml"/><Relationship Id="rId16" Type="http://schemas.openxmlformats.org/officeDocument/2006/relationships/image" Target="../media/image80.png"/><Relationship Id="rId1" Type="http://schemas.openxmlformats.org/officeDocument/2006/relationships/slideLayout" Target="../slideLayouts/slideLayout63.xml"/><Relationship Id="rId6" Type="http://schemas.openxmlformats.org/officeDocument/2006/relationships/image" Target="../media/image70.png"/><Relationship Id="rId11" Type="http://schemas.openxmlformats.org/officeDocument/2006/relationships/image" Target="../media/image75.svg"/><Relationship Id="rId5" Type="http://schemas.openxmlformats.org/officeDocument/2006/relationships/image" Target="../media/image65.png"/><Relationship Id="rId15" Type="http://schemas.openxmlformats.org/officeDocument/2006/relationships/image" Target="../media/image79.svg"/><Relationship Id="rId10" Type="http://schemas.openxmlformats.org/officeDocument/2006/relationships/image" Target="../media/image74.png"/><Relationship Id="rId4" Type="http://schemas.openxmlformats.org/officeDocument/2006/relationships/image" Target="../media/image69.svg"/><Relationship Id="rId9" Type="http://schemas.openxmlformats.org/officeDocument/2006/relationships/image" Target="../media/image73.svg"/><Relationship Id="rId14" Type="http://schemas.openxmlformats.org/officeDocument/2006/relationships/image" Target="../media/image7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7.xml"/></Relationships>
</file>

<file path=ppt/slides/_rels/slide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xml"/><Relationship Id="rId1" Type="http://schemas.openxmlformats.org/officeDocument/2006/relationships/slideLayout" Target="../slideLayouts/slideLayout182.xml"/></Relationships>
</file>

<file path=ppt/slides/_rels/slide6.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Layout" Target="../slideLayouts/slideLayout173.xml"/><Relationship Id="rId5" Type="http://schemas.openxmlformats.org/officeDocument/2006/relationships/image" Target="../media/image86.svg"/><Relationship Id="rId4" Type="http://schemas.openxmlformats.org/officeDocument/2006/relationships/image" Target="../media/image8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1.xml"/></Relationships>
</file>

<file path=ppt/slides/_rels/slide10.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87.png"/><Relationship Id="rId7" Type="http://schemas.openxmlformats.org/officeDocument/2006/relationships/image" Target="../media/image91.png"/><Relationship Id="rId12" Type="http://schemas.openxmlformats.org/officeDocument/2006/relationships/image" Target="../media/image96.svg"/><Relationship Id="rId2" Type="http://schemas.openxmlformats.org/officeDocument/2006/relationships/notesSlide" Target="../notesSlides/notesSlide9.xml"/><Relationship Id="rId1" Type="http://schemas.openxmlformats.org/officeDocument/2006/relationships/slideLayout" Target="../slideLayouts/slideLayout121.xml"/><Relationship Id="rId6" Type="http://schemas.openxmlformats.org/officeDocument/2006/relationships/image" Target="../media/image90.svg"/><Relationship Id="rId11" Type="http://schemas.openxmlformats.org/officeDocument/2006/relationships/image" Target="../media/image95.png"/><Relationship Id="rId5" Type="http://schemas.openxmlformats.org/officeDocument/2006/relationships/image" Target="../media/image89.pn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12.xml.rels><?xml version="1.0" encoding="UTF-8" standalone="yes"?>
<Relationships xmlns="http://schemas.openxmlformats.org/package/2006/relationships"><Relationship Id="rId8" Type="http://schemas.openxmlformats.org/officeDocument/2006/relationships/image" Target="../media/image92.svg"/><Relationship Id="rId13" Type="http://schemas.openxmlformats.org/officeDocument/2006/relationships/image" Target="../media/image97.png"/><Relationship Id="rId3" Type="http://schemas.openxmlformats.org/officeDocument/2006/relationships/image" Target="../media/image87.png"/><Relationship Id="rId7" Type="http://schemas.openxmlformats.org/officeDocument/2006/relationships/image" Target="../media/image91.png"/><Relationship Id="rId12" Type="http://schemas.openxmlformats.org/officeDocument/2006/relationships/image" Target="../media/image96.svg"/><Relationship Id="rId2" Type="http://schemas.openxmlformats.org/officeDocument/2006/relationships/notesSlide" Target="../notesSlides/notesSlide10.xml"/><Relationship Id="rId1" Type="http://schemas.openxmlformats.org/officeDocument/2006/relationships/slideLayout" Target="../slideLayouts/slideLayout121.xml"/><Relationship Id="rId6" Type="http://schemas.openxmlformats.org/officeDocument/2006/relationships/image" Target="../media/image90.svg"/><Relationship Id="rId11" Type="http://schemas.openxmlformats.org/officeDocument/2006/relationships/image" Target="../media/image95.png"/><Relationship Id="rId5" Type="http://schemas.openxmlformats.org/officeDocument/2006/relationships/image" Target="../media/image89.pn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png"/><Relationship Id="rId14" Type="http://schemas.openxmlformats.org/officeDocument/2006/relationships/image" Target="../media/image98.svg"/></Relationships>
</file>

<file path=ppt/slides/_rels/slide13.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notesSlide" Target="../notesSlides/notesSlide11.xml"/><Relationship Id="rId1" Type="http://schemas.openxmlformats.org/officeDocument/2006/relationships/slideLayout" Target="../slideLayouts/slideLayout126.xml"/><Relationship Id="rId6" Type="http://schemas.openxmlformats.org/officeDocument/2006/relationships/image" Target="../media/image102.svg"/><Relationship Id="rId5" Type="http://schemas.openxmlformats.org/officeDocument/2006/relationships/image" Target="../media/image101.png"/><Relationship Id="rId4" Type="http://schemas.openxmlformats.org/officeDocument/2006/relationships/image" Target="../media/image100.svg"/></Relationships>
</file>

<file path=ppt/slides/_rels/slide14.xml.rels><?xml version="1.0" encoding="UTF-8" standalone="yes"?>
<Relationships xmlns="http://schemas.openxmlformats.org/package/2006/relationships"><Relationship Id="rId8" Type="http://schemas.openxmlformats.org/officeDocument/2006/relationships/image" Target="../media/image110.sv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12.xml"/><Relationship Id="rId1" Type="http://schemas.openxmlformats.org/officeDocument/2006/relationships/slideLayout" Target="../slideLayouts/slideLayout121.xml"/><Relationship Id="rId6" Type="http://schemas.openxmlformats.org/officeDocument/2006/relationships/image" Target="../media/image108.svg"/><Relationship Id="rId5" Type="http://schemas.openxmlformats.org/officeDocument/2006/relationships/image" Target="../media/image107.png"/><Relationship Id="rId10" Type="http://schemas.openxmlformats.org/officeDocument/2006/relationships/image" Target="../media/image112.svg"/><Relationship Id="rId4" Type="http://schemas.openxmlformats.org/officeDocument/2006/relationships/image" Target="../media/image106.svg"/><Relationship Id="rId9" Type="http://schemas.openxmlformats.org/officeDocument/2006/relationships/image" Target="../media/image1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1.xml"/><Relationship Id="rId1" Type="http://schemas.openxmlformats.org/officeDocument/2006/relationships/tags" Target="../tags/tag2.xml"/><Relationship Id="rId5" Type="http://schemas.openxmlformats.org/officeDocument/2006/relationships/image" Target="../media/image52.e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1.xml"/><Relationship Id="rId1" Type="http://schemas.openxmlformats.org/officeDocument/2006/relationships/tags" Target="../tags/tag3.xml"/><Relationship Id="rId6" Type="http://schemas.openxmlformats.org/officeDocument/2006/relationships/image" Target="../media/image113.jpeg"/><Relationship Id="rId5" Type="http://schemas.openxmlformats.org/officeDocument/2006/relationships/image" Target="../media/image52.emf"/><Relationship Id="rId4" Type="http://schemas.openxmlformats.org/officeDocument/2006/relationships/oleObject" Target="../embeddings/oleObject3.bin"/></Relationships>
</file>

<file path=ppt/slides/_rels/slide19.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6.png"/><Relationship Id="rId12" Type="http://schemas.microsoft.com/office/2007/relationships/hdphoto" Target="../media/hdphoto5.wdp"/><Relationship Id="rId17" Type="http://schemas.microsoft.com/office/2007/relationships/hdphoto" Target="../media/hdphoto7.wdp"/><Relationship Id="rId2" Type="http://schemas.openxmlformats.org/officeDocument/2006/relationships/notesSlide" Target="../notesSlides/notesSlide16.xml"/><Relationship Id="rId16" Type="http://schemas.openxmlformats.org/officeDocument/2006/relationships/image" Target="../media/image121.png"/><Relationship Id="rId1" Type="http://schemas.openxmlformats.org/officeDocument/2006/relationships/slideLayout" Target="../slideLayouts/slideLayout121.xml"/><Relationship Id="rId6" Type="http://schemas.microsoft.com/office/2007/relationships/hdphoto" Target="../media/hdphoto2.wdp"/><Relationship Id="rId11" Type="http://schemas.openxmlformats.org/officeDocument/2006/relationships/image" Target="../media/image118.png"/><Relationship Id="rId5" Type="http://schemas.openxmlformats.org/officeDocument/2006/relationships/image" Target="../media/image115.png"/><Relationship Id="rId15" Type="http://schemas.microsoft.com/office/2007/relationships/hdphoto" Target="../media/hdphoto6.wdp"/><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17.png"/><Relationship Id="rId14" Type="http://schemas.openxmlformats.org/officeDocument/2006/relationships/image" Target="../media/image120.png"/></Relationships>
</file>

<file path=ppt/slides/_rels/slide2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7.xml"/><Relationship Id="rId1" Type="http://schemas.openxmlformats.org/officeDocument/2006/relationships/slideLayout" Target="../slideLayouts/slideLayout128.xml"/><Relationship Id="rId4" Type="http://schemas.openxmlformats.org/officeDocument/2006/relationships/image" Target="../media/image1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1.xml"/></Relationships>
</file>

<file path=ppt/slides/_rels/slide22.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26.xml"/></Relationships>
</file>

<file path=ppt/slides/_rels/slide2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9.xml"/><Relationship Id="rId1" Type="http://schemas.openxmlformats.org/officeDocument/2006/relationships/slideLayout" Target="../slideLayouts/slideLayout128.xml"/><Relationship Id="rId5" Type="http://schemas.openxmlformats.org/officeDocument/2006/relationships/image" Target="../media/image126.png"/><Relationship Id="rId4" Type="http://schemas.openxmlformats.org/officeDocument/2006/relationships/image" Target="../media/image125.png"/></Relationships>
</file>

<file path=ppt/slides/_rels/slide24.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126.xml"/></Relationships>
</file>

<file path=ppt/slides/_rels/slide25.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notesSlide" Target="../notesSlides/notesSlide20.xml"/><Relationship Id="rId7" Type="http://schemas.openxmlformats.org/officeDocument/2006/relationships/diagramLayout" Target="../diagrams/layout2.xml"/><Relationship Id="rId2" Type="http://schemas.openxmlformats.org/officeDocument/2006/relationships/slideLayout" Target="../slideLayouts/slideLayout67.xml"/><Relationship Id="rId1" Type="http://schemas.openxmlformats.org/officeDocument/2006/relationships/tags" Target="../tags/tag4.xml"/><Relationship Id="rId6" Type="http://schemas.openxmlformats.org/officeDocument/2006/relationships/diagramData" Target="../diagrams/data2.xml"/><Relationship Id="rId5" Type="http://schemas.openxmlformats.org/officeDocument/2006/relationships/image" Target="../media/image52.emf"/><Relationship Id="rId10" Type="http://schemas.microsoft.com/office/2007/relationships/diagramDrawing" Target="../diagrams/drawing2.xml"/><Relationship Id="rId4" Type="http://schemas.openxmlformats.org/officeDocument/2006/relationships/oleObject" Target="../embeddings/oleObject2.bin"/><Relationship Id="rId9" Type="http://schemas.openxmlformats.org/officeDocument/2006/relationships/diagramColors" Target="../diagrams/colors2.xml"/></Relationships>
</file>

<file path=ppt/slides/_rels/slide26.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emf"/><Relationship Id="rId18" Type="http://schemas.openxmlformats.org/officeDocument/2006/relationships/image" Target="../media/image143.png"/><Relationship Id="rId26" Type="http://schemas.openxmlformats.org/officeDocument/2006/relationships/image" Target="../media/image151.png"/><Relationship Id="rId3" Type="http://schemas.openxmlformats.org/officeDocument/2006/relationships/image" Target="../media/image128.jpeg"/><Relationship Id="rId21" Type="http://schemas.openxmlformats.org/officeDocument/2006/relationships/image" Target="../media/image146.png"/><Relationship Id="rId7" Type="http://schemas.openxmlformats.org/officeDocument/2006/relationships/image" Target="../media/image132.png"/><Relationship Id="rId12" Type="http://schemas.openxmlformats.org/officeDocument/2006/relationships/image" Target="../media/image137.png"/><Relationship Id="rId17" Type="http://schemas.openxmlformats.org/officeDocument/2006/relationships/image" Target="../media/image142.png"/><Relationship Id="rId25" Type="http://schemas.openxmlformats.org/officeDocument/2006/relationships/image" Target="../media/image150.png"/><Relationship Id="rId2" Type="http://schemas.openxmlformats.org/officeDocument/2006/relationships/notesSlide" Target="../notesSlides/notesSlide21.xml"/><Relationship Id="rId16" Type="http://schemas.openxmlformats.org/officeDocument/2006/relationships/image" Target="../media/image141.png"/><Relationship Id="rId20" Type="http://schemas.openxmlformats.org/officeDocument/2006/relationships/image" Target="../media/image145.png"/><Relationship Id="rId29" Type="http://schemas.openxmlformats.org/officeDocument/2006/relationships/image" Target="../media/image154.jpeg"/><Relationship Id="rId1" Type="http://schemas.openxmlformats.org/officeDocument/2006/relationships/slideLayout" Target="../slideLayouts/slideLayout121.xml"/><Relationship Id="rId6" Type="http://schemas.openxmlformats.org/officeDocument/2006/relationships/image" Target="../media/image131.emf"/><Relationship Id="rId11" Type="http://schemas.openxmlformats.org/officeDocument/2006/relationships/image" Target="../media/image136.png"/><Relationship Id="rId24" Type="http://schemas.openxmlformats.org/officeDocument/2006/relationships/image" Target="../media/image149.png"/><Relationship Id="rId5" Type="http://schemas.openxmlformats.org/officeDocument/2006/relationships/image" Target="../media/image130.svg"/><Relationship Id="rId15" Type="http://schemas.openxmlformats.org/officeDocument/2006/relationships/image" Target="../media/image140.png"/><Relationship Id="rId23" Type="http://schemas.openxmlformats.org/officeDocument/2006/relationships/image" Target="../media/image148.png"/><Relationship Id="rId28" Type="http://schemas.openxmlformats.org/officeDocument/2006/relationships/image" Target="../media/image153.png"/><Relationship Id="rId10" Type="http://schemas.openxmlformats.org/officeDocument/2006/relationships/image" Target="../media/image135.emf"/><Relationship Id="rId19" Type="http://schemas.openxmlformats.org/officeDocument/2006/relationships/image" Target="../media/image144.jpeg"/><Relationship Id="rId4" Type="http://schemas.openxmlformats.org/officeDocument/2006/relationships/image" Target="../media/image129.png"/><Relationship Id="rId9" Type="http://schemas.openxmlformats.org/officeDocument/2006/relationships/image" Target="../media/image134.png"/><Relationship Id="rId14" Type="http://schemas.openxmlformats.org/officeDocument/2006/relationships/image" Target="../media/image139.png"/><Relationship Id="rId22" Type="http://schemas.openxmlformats.org/officeDocument/2006/relationships/image" Target="../media/image147.emf"/><Relationship Id="rId27" Type="http://schemas.openxmlformats.org/officeDocument/2006/relationships/image" Target="../media/image152.png"/></Relationships>
</file>

<file path=ppt/slides/_rels/slide2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22.xml"/><Relationship Id="rId1" Type="http://schemas.openxmlformats.org/officeDocument/2006/relationships/slideLayout" Target="../slideLayouts/slideLayout87.xml"/><Relationship Id="rId4" Type="http://schemas.openxmlformats.org/officeDocument/2006/relationships/image" Target="../media/image156.svg"/></Relationships>
</file>

<file path=ppt/slides/_rels/slide28.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23.xml"/><Relationship Id="rId1" Type="http://schemas.openxmlformats.org/officeDocument/2006/relationships/slideLayout" Target="../slideLayouts/slideLayout87.xml"/></Relationships>
</file>

<file path=ppt/slides/_rels/slide29.xml.rels><?xml version="1.0" encoding="UTF-8" standalone="yes"?>
<Relationships xmlns="http://schemas.openxmlformats.org/package/2006/relationships"><Relationship Id="rId3" Type="http://schemas.openxmlformats.org/officeDocument/2006/relationships/image" Target="../media/image157.emf"/><Relationship Id="rId2" Type="http://schemas.openxmlformats.org/officeDocument/2006/relationships/notesSlide" Target="../notesSlides/notesSlide24.xml"/><Relationship Id="rId1" Type="http://schemas.openxmlformats.org/officeDocument/2006/relationships/slideLayout" Target="../slideLayouts/slideLayout87.xml"/></Relationships>
</file>

<file path=ppt/slides/_rels/slide3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25.xml"/><Relationship Id="rId1" Type="http://schemas.openxmlformats.org/officeDocument/2006/relationships/slideLayout" Target="../slideLayouts/slideLayout87.xml"/></Relationships>
</file>

<file path=ppt/slides/_rels/slide3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26.xml"/><Relationship Id="rId1" Type="http://schemas.openxmlformats.org/officeDocument/2006/relationships/slideLayout" Target="../slideLayouts/slideLayout87.xml"/><Relationship Id="rId5" Type="http://schemas.microsoft.com/office/2007/relationships/hdphoto" Target="../media/hdphoto8.wdp"/><Relationship Id="rId4" Type="http://schemas.openxmlformats.org/officeDocument/2006/relationships/image" Target="../media/image159.png"/></Relationships>
</file>

<file path=ppt/slides/_rels/slide32.xml.rels><?xml version="1.0" encoding="UTF-8" standalone="yes"?>
<Relationships xmlns="http://schemas.openxmlformats.org/package/2006/relationships"><Relationship Id="rId3" Type="http://schemas.openxmlformats.org/officeDocument/2006/relationships/image" Target="../media/image147.emf"/><Relationship Id="rId2" Type="http://schemas.openxmlformats.org/officeDocument/2006/relationships/notesSlide" Target="../notesSlides/notesSlide27.xml"/><Relationship Id="rId1" Type="http://schemas.openxmlformats.org/officeDocument/2006/relationships/slideLayout" Target="../slideLayouts/slideLayout87.xml"/></Relationships>
</file>

<file path=ppt/slides/_rels/slide3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8.xml"/><Relationship Id="rId1" Type="http://schemas.openxmlformats.org/officeDocument/2006/relationships/slideLayout" Target="../slideLayouts/slideLayout182.xml"/></Relationships>
</file>

<file path=ppt/slides/_rels/slide3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9.xml"/><Relationship Id="rId1" Type="http://schemas.openxmlformats.org/officeDocument/2006/relationships/slideLayout" Target="../slideLayouts/slideLayout1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5AEE47-34D9-F29E-46F6-8FF7984B431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4" name="think-cell data - do not delete" hidden="1">
                        <a:extLst>
                          <a:ext uri="{FF2B5EF4-FFF2-40B4-BE49-F238E27FC236}">
                            <a16:creationId xmlns:a16="http://schemas.microsoft.com/office/drawing/2014/main" id="{F95AEE47-34D9-F29E-46F6-8FF7984B431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E487673-8686-451A-9C97-8F45A311CB2A}"/>
              </a:ext>
            </a:extLst>
          </p:cNvPr>
          <p:cNvSpPr>
            <a:spLocks noGrp="1"/>
          </p:cNvSpPr>
          <p:nvPr>
            <p:ph type="ctrTitle"/>
          </p:nvPr>
        </p:nvSpPr>
        <p:spPr>
          <a:xfrm>
            <a:off x="531624" y="2463431"/>
            <a:ext cx="10809166" cy="2046224"/>
          </a:xfrm>
        </p:spPr>
        <p:txBody>
          <a:bodyPr vert="horz">
            <a:normAutofit/>
          </a:bodyPr>
          <a:lstStyle/>
          <a:p>
            <a:r>
              <a:rPr lang="en-US" sz="4000" b="1" dirty="0"/>
              <a:t>Accelerate Model Customization on AWS with SageMaker </a:t>
            </a:r>
            <a:r>
              <a:rPr lang="en-US" sz="4000" b="1" dirty="0" err="1"/>
              <a:t>HyperPod</a:t>
            </a:r>
            <a:endParaRPr lang="en-US" sz="4000" dirty="0"/>
          </a:p>
        </p:txBody>
      </p:sp>
    </p:spTree>
    <p:extLst>
      <p:ext uri="{BB962C8B-B14F-4D97-AF65-F5344CB8AC3E}">
        <p14:creationId xmlns:p14="http://schemas.microsoft.com/office/powerpoint/2010/main" val="2820448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A5B91-65DB-6CB3-26CA-D75B0D87D621}"/>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D62E9796-0621-60DC-D004-1F9E4D2D99FE}"/>
              </a:ext>
            </a:extLst>
          </p:cNvPr>
          <p:cNvSpPr/>
          <p:nvPr/>
        </p:nvSpPr>
        <p:spPr>
          <a:xfrm>
            <a:off x="-319676" y="3491206"/>
            <a:ext cx="3027429" cy="3027429"/>
          </a:xfrm>
          <a:prstGeom prst="roundRect">
            <a:avLst>
              <a:gd name="adj" fmla="val 3553"/>
            </a:avLst>
          </a:prstGeom>
          <a:gradFill>
            <a:gsLst>
              <a:gs pos="61000">
                <a:srgbClr val="5290D6">
                  <a:alpha val="95875"/>
                </a:srgbClr>
              </a:gs>
              <a:gs pos="0">
                <a:srgbClr val="36117A"/>
              </a:gs>
              <a:gs pos="23000">
                <a:srgbClr val="723DFF">
                  <a:alpha val="86000"/>
                </a:srgbClr>
              </a:gs>
              <a:gs pos="99000">
                <a:srgbClr val="9FFDEA">
                  <a:alpha val="88066"/>
                </a:srgbClr>
              </a:gs>
            </a:gsLst>
            <a:lin ang="3600000" scaled="0"/>
          </a:gradFill>
          <a:ln>
            <a:noFill/>
          </a:ln>
          <a:effectLst>
            <a:outerShdw blurRad="650004" sx="124000" sy="124000" algn="ctr" rotWithShape="0">
              <a:prstClr val="black">
                <a:alpha val="34615"/>
              </a:prstClr>
            </a:outerShdw>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mazon Ember"/>
            </a:endParaRPr>
          </a:p>
        </p:txBody>
      </p:sp>
      <p:sp>
        <p:nvSpPr>
          <p:cNvPr id="4" name="Rounded Rectangle 3">
            <a:extLst>
              <a:ext uri="{FF2B5EF4-FFF2-40B4-BE49-F238E27FC236}">
                <a16:creationId xmlns:a16="http://schemas.microsoft.com/office/drawing/2014/main" id="{16945C4A-5358-0B18-DEB7-5F61B970EE43}"/>
              </a:ext>
            </a:extLst>
          </p:cNvPr>
          <p:cNvSpPr/>
          <p:nvPr/>
        </p:nvSpPr>
        <p:spPr>
          <a:xfrm>
            <a:off x="-319676" y="2236281"/>
            <a:ext cx="3027429" cy="3027429"/>
          </a:xfrm>
          <a:prstGeom prst="roundRect">
            <a:avLst>
              <a:gd name="adj" fmla="val 3553"/>
            </a:avLst>
          </a:prstGeom>
          <a:gradFill>
            <a:gsLst>
              <a:gs pos="61000">
                <a:srgbClr val="5290D6">
                  <a:alpha val="95875"/>
                </a:srgbClr>
              </a:gs>
              <a:gs pos="0">
                <a:srgbClr val="36117A"/>
              </a:gs>
              <a:gs pos="23000">
                <a:srgbClr val="723DFF">
                  <a:alpha val="86000"/>
                </a:srgbClr>
              </a:gs>
              <a:gs pos="99000">
                <a:srgbClr val="9FFDEA">
                  <a:alpha val="88066"/>
                </a:srgbClr>
              </a:gs>
            </a:gsLst>
            <a:lin ang="3600000" scaled="0"/>
          </a:gradFill>
          <a:ln>
            <a:noFill/>
          </a:ln>
          <a:effectLst>
            <a:outerShdw blurRad="650004" sx="124000" sy="124000" algn="ctr" rotWithShape="0">
              <a:prstClr val="black">
                <a:alpha val="34615"/>
              </a:prstClr>
            </a:outerShdw>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mazon Ember"/>
            </a:endParaRPr>
          </a:p>
        </p:txBody>
      </p:sp>
      <p:sp>
        <p:nvSpPr>
          <p:cNvPr id="5" name="Rounded Rectangle 4">
            <a:extLst>
              <a:ext uri="{FF2B5EF4-FFF2-40B4-BE49-F238E27FC236}">
                <a16:creationId xmlns:a16="http://schemas.microsoft.com/office/drawing/2014/main" id="{C36CFE41-C8BD-5F67-E7D8-9C4A3F52CD11}"/>
              </a:ext>
            </a:extLst>
          </p:cNvPr>
          <p:cNvSpPr/>
          <p:nvPr/>
        </p:nvSpPr>
        <p:spPr>
          <a:xfrm>
            <a:off x="-319674" y="803719"/>
            <a:ext cx="3027429" cy="3027429"/>
          </a:xfrm>
          <a:prstGeom prst="roundRect">
            <a:avLst>
              <a:gd name="adj" fmla="val 3553"/>
            </a:avLst>
          </a:prstGeom>
          <a:gradFill>
            <a:gsLst>
              <a:gs pos="61000">
                <a:srgbClr val="5290D6">
                  <a:alpha val="95875"/>
                </a:srgbClr>
              </a:gs>
              <a:gs pos="0">
                <a:srgbClr val="36117A"/>
              </a:gs>
              <a:gs pos="23000">
                <a:srgbClr val="723DFF">
                  <a:alpha val="86000"/>
                </a:srgbClr>
              </a:gs>
              <a:gs pos="99000">
                <a:srgbClr val="9FFDEA">
                  <a:alpha val="88066"/>
                </a:srgbClr>
              </a:gs>
            </a:gsLst>
            <a:lin ang="3600000" scaled="0"/>
          </a:gradFill>
          <a:ln>
            <a:noFill/>
          </a:ln>
          <a:effectLst>
            <a:outerShdw blurRad="650004" sx="124000" sy="124000" algn="ctr" rotWithShape="0">
              <a:prstClr val="black">
                <a:alpha val="34615"/>
              </a:prstClr>
            </a:outerShdw>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mazon Ember"/>
            </a:endParaRPr>
          </a:p>
        </p:txBody>
      </p:sp>
      <p:cxnSp>
        <p:nvCxnSpPr>
          <p:cNvPr id="29" name="Straight Connector 28">
            <a:extLst>
              <a:ext uri="{FF2B5EF4-FFF2-40B4-BE49-F238E27FC236}">
                <a16:creationId xmlns:a16="http://schemas.microsoft.com/office/drawing/2014/main" id="{85C5E8B7-B8B0-6B9A-C1B9-098BCF88A32E}"/>
              </a:ext>
            </a:extLst>
          </p:cNvPr>
          <p:cNvCxnSpPr>
            <a:cxnSpLocks/>
          </p:cNvCxnSpPr>
          <p:nvPr/>
        </p:nvCxnSpPr>
        <p:spPr>
          <a:xfrm>
            <a:off x="2252770" y="1940250"/>
            <a:ext cx="9214263" cy="0"/>
          </a:xfrm>
          <a:prstGeom prst="line">
            <a:avLst/>
          </a:prstGeom>
          <a:ln w="19050" cap="rnd">
            <a:gradFill>
              <a:gsLst>
                <a:gs pos="0">
                  <a:schemeClr val="accent1">
                    <a:lumMod val="5000"/>
                    <a:lumOff val="95000"/>
                  </a:schemeClr>
                </a:gs>
                <a:gs pos="53000">
                  <a:schemeClr val="accent1">
                    <a:lumMod val="45000"/>
                    <a:lumOff val="55000"/>
                    <a:alpha val="42000"/>
                  </a:schemeClr>
                </a:gs>
                <a:gs pos="100000">
                  <a:schemeClr val="accent1">
                    <a:lumMod val="30000"/>
                    <a:lumOff val="70000"/>
                    <a:alpha val="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507E235-22AC-41BA-1EB9-9B8C20361F40}"/>
              </a:ext>
            </a:extLst>
          </p:cNvPr>
          <p:cNvCxnSpPr>
            <a:cxnSpLocks/>
          </p:cNvCxnSpPr>
          <p:nvPr/>
        </p:nvCxnSpPr>
        <p:spPr>
          <a:xfrm>
            <a:off x="2252770" y="4910974"/>
            <a:ext cx="9214263" cy="0"/>
          </a:xfrm>
          <a:prstGeom prst="line">
            <a:avLst/>
          </a:prstGeom>
          <a:ln w="19050" cap="rnd">
            <a:gradFill>
              <a:gsLst>
                <a:gs pos="0">
                  <a:schemeClr val="accent1">
                    <a:lumMod val="5000"/>
                    <a:lumOff val="95000"/>
                  </a:schemeClr>
                </a:gs>
                <a:gs pos="53000">
                  <a:schemeClr val="accent1">
                    <a:lumMod val="45000"/>
                    <a:lumOff val="55000"/>
                    <a:alpha val="42000"/>
                  </a:schemeClr>
                </a:gs>
                <a:gs pos="100000">
                  <a:schemeClr val="accent1">
                    <a:lumMod val="30000"/>
                    <a:lumOff val="70000"/>
                    <a:alpha val="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C65C6F3-D2B1-8F75-9295-ED1057262B07}"/>
              </a:ext>
            </a:extLst>
          </p:cNvPr>
          <p:cNvCxnSpPr>
            <a:cxnSpLocks/>
          </p:cNvCxnSpPr>
          <p:nvPr/>
        </p:nvCxnSpPr>
        <p:spPr>
          <a:xfrm>
            <a:off x="2252770" y="3349208"/>
            <a:ext cx="9214263" cy="0"/>
          </a:xfrm>
          <a:prstGeom prst="line">
            <a:avLst/>
          </a:prstGeom>
          <a:ln w="19050" cap="rnd">
            <a:gradFill>
              <a:gsLst>
                <a:gs pos="0">
                  <a:schemeClr val="accent1">
                    <a:lumMod val="5000"/>
                    <a:lumOff val="95000"/>
                  </a:schemeClr>
                </a:gs>
                <a:gs pos="53000">
                  <a:schemeClr val="accent1">
                    <a:lumMod val="45000"/>
                    <a:lumOff val="55000"/>
                    <a:alpha val="42000"/>
                  </a:schemeClr>
                </a:gs>
                <a:gs pos="100000">
                  <a:schemeClr val="accent1">
                    <a:lumMod val="30000"/>
                    <a:lumOff val="70000"/>
                    <a:alpha val="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907E73FB-5389-06D7-625F-569AAEAFAD93}"/>
              </a:ext>
            </a:extLst>
          </p:cNvPr>
          <p:cNvGrpSpPr/>
          <p:nvPr/>
        </p:nvGrpSpPr>
        <p:grpSpPr>
          <a:xfrm>
            <a:off x="3622532" y="5100714"/>
            <a:ext cx="8049213" cy="843512"/>
            <a:chOff x="4002997" y="5166969"/>
            <a:chExt cx="6603949" cy="692057"/>
          </a:xfrm>
        </p:grpSpPr>
        <p:grpSp>
          <p:nvGrpSpPr>
            <p:cNvPr id="72" name="Group 71">
              <a:extLst>
                <a:ext uri="{FF2B5EF4-FFF2-40B4-BE49-F238E27FC236}">
                  <a16:creationId xmlns:a16="http://schemas.microsoft.com/office/drawing/2014/main" id="{F7FED321-62A8-9B7F-A70B-F7840C615349}"/>
                </a:ext>
              </a:extLst>
            </p:cNvPr>
            <p:cNvGrpSpPr/>
            <p:nvPr/>
          </p:nvGrpSpPr>
          <p:grpSpPr>
            <a:xfrm>
              <a:off x="4012307" y="5166969"/>
              <a:ext cx="5095424" cy="284347"/>
              <a:chOff x="10291093" y="5413638"/>
              <a:chExt cx="8598527" cy="479834"/>
            </a:xfrm>
          </p:grpSpPr>
          <p:sp>
            <p:nvSpPr>
              <p:cNvPr id="85" name="TextBox 84">
                <a:extLst>
                  <a:ext uri="{FF2B5EF4-FFF2-40B4-BE49-F238E27FC236}">
                    <a16:creationId xmlns:a16="http://schemas.microsoft.com/office/drawing/2014/main" id="{777123E1-70A7-3EBD-8335-47AE1CD9FEC0}"/>
                  </a:ext>
                </a:extLst>
              </p:cNvPr>
              <p:cNvSpPr txBox="1"/>
              <p:nvPr/>
            </p:nvSpPr>
            <p:spPr>
              <a:xfrm>
                <a:off x="10695357" y="5448782"/>
                <a:ext cx="859338" cy="426117"/>
              </a:xfrm>
              <a:prstGeom prst="rect">
                <a:avLst/>
              </a:prstGeom>
              <a:noFill/>
            </p:spPr>
            <p:txBody>
              <a:bodyPr wrap="none" rtlCol="0">
                <a:spAutoFit/>
              </a:bodyPr>
              <a:lstStyle/>
              <a:p>
                <a:pPr defTabSz="634671">
                  <a:defRPr/>
                </a:pPr>
                <a:r>
                  <a:rPr lang="en-US" sz="1400" dirty="0">
                    <a:solidFill>
                      <a:srgbClr val="FFFFFF"/>
                    </a:solidFill>
                    <a:latin typeface="Amazon Ember"/>
                    <a:ea typeface="Amazon Ember Display" panose="020F0603020204020204" pitchFamily="34" charset="0"/>
                    <a:cs typeface="Amazon Ember Display" panose="020F0603020204020204" pitchFamily="34" charset="0"/>
                  </a:rPr>
                  <a:t>GPUs</a:t>
                </a:r>
              </a:p>
            </p:txBody>
          </p:sp>
          <p:pic>
            <p:nvPicPr>
              <p:cNvPr id="86" name="Graphic 85">
                <a:extLst>
                  <a:ext uri="{FF2B5EF4-FFF2-40B4-BE49-F238E27FC236}">
                    <a16:creationId xmlns:a16="http://schemas.microsoft.com/office/drawing/2014/main" id="{0F1B318E-708F-9F86-40B2-13B08410EB1D}"/>
                  </a:ext>
                </a:extLst>
              </p:cNvPr>
              <p:cNvPicPr>
                <a:picLocks/>
              </p:cNvPicPr>
              <p:nvPr/>
            </p:nvPicPr>
            <p:blipFill>
              <a:blip r:embed="rId3">
                <a:extLst>
                  <a:ext uri="{96DAC541-7B7A-43D3-8B79-37D633B846F1}">
                    <asvg:svgBlip xmlns:asvg="http://schemas.microsoft.com/office/drawing/2016/SVG/main" r:embed="rId4"/>
                  </a:ext>
                </a:extLst>
              </a:blip>
              <a:stretch>
                <a:fillRect/>
              </a:stretch>
            </p:blipFill>
            <p:spPr>
              <a:xfrm>
                <a:off x="10291093" y="5456987"/>
                <a:ext cx="352924" cy="352924"/>
              </a:xfrm>
              <a:prstGeom prst="rect">
                <a:avLst/>
              </a:prstGeom>
            </p:spPr>
          </p:pic>
          <p:grpSp>
            <p:nvGrpSpPr>
              <p:cNvPr id="87" name="Group 86">
                <a:extLst>
                  <a:ext uri="{FF2B5EF4-FFF2-40B4-BE49-F238E27FC236}">
                    <a16:creationId xmlns:a16="http://schemas.microsoft.com/office/drawing/2014/main" id="{374F82E4-17FD-ED0E-F1BC-572422501E90}"/>
                  </a:ext>
                </a:extLst>
              </p:cNvPr>
              <p:cNvGrpSpPr/>
              <p:nvPr/>
            </p:nvGrpSpPr>
            <p:grpSpPr>
              <a:xfrm>
                <a:off x="13766151" y="5425877"/>
                <a:ext cx="2079896" cy="449022"/>
                <a:chOff x="15673143" y="5160220"/>
                <a:chExt cx="2079896" cy="449022"/>
              </a:xfrm>
            </p:grpSpPr>
            <p:sp>
              <p:nvSpPr>
                <p:cNvPr id="94" name="TextBox 93">
                  <a:extLst>
                    <a:ext uri="{FF2B5EF4-FFF2-40B4-BE49-F238E27FC236}">
                      <a16:creationId xmlns:a16="http://schemas.microsoft.com/office/drawing/2014/main" id="{74BBD7D6-CCA2-CE76-A794-33478FB66AA7}"/>
                    </a:ext>
                  </a:extLst>
                </p:cNvPr>
                <p:cNvSpPr txBox="1"/>
                <p:nvPr/>
              </p:nvSpPr>
              <p:spPr>
                <a:xfrm>
                  <a:off x="16120666" y="5183125"/>
                  <a:ext cx="1632373" cy="426117"/>
                </a:xfrm>
                <a:prstGeom prst="rect">
                  <a:avLst/>
                </a:prstGeom>
                <a:noFill/>
              </p:spPr>
              <p:txBody>
                <a:bodyPr wrap="square" rtlCol="0">
                  <a:spAutoFit/>
                </a:bodyPr>
                <a:lstStyle/>
                <a:p>
                  <a:pPr defTabSz="634671">
                    <a:defRPr/>
                  </a:pPr>
                  <a:r>
                    <a:rPr lang="en-US" sz="1400" dirty="0">
                      <a:solidFill>
                        <a:srgbClr val="FFFFFF"/>
                      </a:solidFill>
                      <a:latin typeface="Amazon Ember"/>
                      <a:ea typeface="Amazon Ember Display" panose="020F0603020204020204" pitchFamily="34" charset="0"/>
                      <a:cs typeface="Amazon Ember Display" panose="020F0603020204020204" pitchFamily="34" charset="0"/>
                    </a:rPr>
                    <a:t>Inferentia</a:t>
                  </a:r>
                </a:p>
              </p:txBody>
            </p:sp>
            <p:pic>
              <p:nvPicPr>
                <p:cNvPr id="95" name="Graphic 94">
                  <a:extLst>
                    <a:ext uri="{FF2B5EF4-FFF2-40B4-BE49-F238E27FC236}">
                      <a16:creationId xmlns:a16="http://schemas.microsoft.com/office/drawing/2014/main" id="{1961428F-5528-F778-9176-8CFE8AA8ABC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5673143" y="5160220"/>
                  <a:ext cx="425789" cy="415144"/>
                </a:xfrm>
                <a:prstGeom prst="rect">
                  <a:avLst/>
                </a:prstGeom>
              </p:spPr>
            </p:pic>
          </p:grpSp>
          <p:grpSp>
            <p:nvGrpSpPr>
              <p:cNvPr id="88" name="Group 87">
                <a:extLst>
                  <a:ext uri="{FF2B5EF4-FFF2-40B4-BE49-F238E27FC236}">
                    <a16:creationId xmlns:a16="http://schemas.microsoft.com/office/drawing/2014/main" id="{5D77A8D0-62AA-78CA-C621-234A3C67382B}"/>
                  </a:ext>
                </a:extLst>
              </p:cNvPr>
              <p:cNvGrpSpPr/>
              <p:nvPr/>
            </p:nvGrpSpPr>
            <p:grpSpPr>
              <a:xfrm>
                <a:off x="11857182" y="5413638"/>
                <a:ext cx="1833356" cy="449023"/>
                <a:chOff x="10254661" y="5705678"/>
                <a:chExt cx="1833356" cy="449023"/>
              </a:xfrm>
            </p:grpSpPr>
            <p:sp>
              <p:nvSpPr>
                <p:cNvPr id="92" name="TextBox 91">
                  <a:extLst>
                    <a:ext uri="{FF2B5EF4-FFF2-40B4-BE49-F238E27FC236}">
                      <a16:creationId xmlns:a16="http://schemas.microsoft.com/office/drawing/2014/main" id="{EF3747D4-DA3D-FEA7-CD2D-D569CA4BEF25}"/>
                    </a:ext>
                  </a:extLst>
                </p:cNvPr>
                <p:cNvSpPr txBox="1"/>
                <p:nvPr/>
              </p:nvSpPr>
              <p:spPr>
                <a:xfrm>
                  <a:off x="10680367" y="5728583"/>
                  <a:ext cx="1407650" cy="426118"/>
                </a:xfrm>
                <a:prstGeom prst="rect">
                  <a:avLst/>
                </a:prstGeom>
                <a:noFill/>
              </p:spPr>
              <p:txBody>
                <a:bodyPr wrap="square" rtlCol="0">
                  <a:spAutoFit/>
                </a:bodyPr>
                <a:lstStyle/>
                <a:p>
                  <a:pPr defTabSz="634671">
                    <a:defRPr/>
                  </a:pPr>
                  <a:r>
                    <a:rPr lang="en-US" sz="1400" dirty="0">
                      <a:solidFill>
                        <a:srgbClr val="FFFFFF"/>
                      </a:solidFill>
                      <a:latin typeface="Amazon Ember"/>
                      <a:ea typeface="Amazon Ember Display" panose="020F0603020204020204" pitchFamily="34" charset="0"/>
                      <a:cs typeface="Amazon Ember Display" panose="020F0603020204020204" pitchFamily="34" charset="0"/>
                    </a:rPr>
                    <a:t>Trainium</a:t>
                  </a:r>
                </a:p>
              </p:txBody>
            </p:sp>
            <p:pic>
              <p:nvPicPr>
                <p:cNvPr id="93" name="Graphic 92">
                  <a:extLst>
                    <a:ext uri="{FF2B5EF4-FFF2-40B4-BE49-F238E27FC236}">
                      <a16:creationId xmlns:a16="http://schemas.microsoft.com/office/drawing/2014/main" id="{B72E6B3B-956C-B5F6-882E-2DE6C04A97E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254661" y="5705678"/>
                  <a:ext cx="425788" cy="415144"/>
                </a:xfrm>
                <a:prstGeom prst="rect">
                  <a:avLst/>
                </a:prstGeom>
              </p:spPr>
            </p:pic>
          </p:grpSp>
          <p:grpSp>
            <p:nvGrpSpPr>
              <p:cNvPr id="89" name="Group 88">
                <a:extLst>
                  <a:ext uri="{FF2B5EF4-FFF2-40B4-BE49-F238E27FC236}">
                    <a16:creationId xmlns:a16="http://schemas.microsoft.com/office/drawing/2014/main" id="{4A7FDF17-1967-FB5E-8488-8FA05025BADB}"/>
                  </a:ext>
                </a:extLst>
              </p:cNvPr>
              <p:cNvGrpSpPr/>
              <p:nvPr/>
            </p:nvGrpSpPr>
            <p:grpSpPr>
              <a:xfrm>
                <a:off x="15743617" y="5436544"/>
                <a:ext cx="3146003" cy="456928"/>
                <a:chOff x="12494878" y="5697776"/>
                <a:chExt cx="3146003" cy="456928"/>
              </a:xfrm>
            </p:grpSpPr>
            <p:sp>
              <p:nvSpPr>
                <p:cNvPr id="90" name="TextBox 89">
                  <a:extLst>
                    <a:ext uri="{FF2B5EF4-FFF2-40B4-BE49-F238E27FC236}">
                      <a16:creationId xmlns:a16="http://schemas.microsoft.com/office/drawing/2014/main" id="{7A25A2DD-68B3-0DBC-D170-D9C7CB2E47FE}"/>
                    </a:ext>
                  </a:extLst>
                </p:cNvPr>
                <p:cNvSpPr txBox="1"/>
                <p:nvPr/>
              </p:nvSpPr>
              <p:spPr>
                <a:xfrm>
                  <a:off x="12932540" y="5728585"/>
                  <a:ext cx="2708341" cy="426119"/>
                </a:xfrm>
                <a:prstGeom prst="rect">
                  <a:avLst/>
                </a:prstGeom>
                <a:noFill/>
              </p:spPr>
              <p:txBody>
                <a:bodyPr wrap="square" rtlCol="0">
                  <a:spAutoFit/>
                </a:bodyPr>
                <a:lstStyle/>
                <a:p>
                  <a:pPr defTabSz="634671">
                    <a:defRPr/>
                  </a:pPr>
                  <a:r>
                    <a:rPr lang="en-US" sz="1400" dirty="0">
                      <a:solidFill>
                        <a:srgbClr val="FFFFFF"/>
                      </a:solidFill>
                      <a:latin typeface="Amazon Ember"/>
                      <a:ea typeface="Amazon Ember Display" panose="020F0603020204020204" pitchFamily="34" charset="0"/>
                      <a:cs typeface="Amazon Ember Display" panose="020F0603020204020204" pitchFamily="34" charset="0"/>
                    </a:rPr>
                    <a:t>SageMaker AI</a:t>
                  </a:r>
                </a:p>
              </p:txBody>
            </p:sp>
            <p:pic>
              <p:nvPicPr>
                <p:cNvPr id="91" name="Graphic 90">
                  <a:extLst>
                    <a:ext uri="{FF2B5EF4-FFF2-40B4-BE49-F238E27FC236}">
                      <a16:creationId xmlns:a16="http://schemas.microsoft.com/office/drawing/2014/main" id="{5AD8A412-A19F-D3AF-0FBE-19B1696D04CA}"/>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12494878" y="5697776"/>
                  <a:ext cx="422498" cy="430949"/>
                </a:xfrm>
                <a:prstGeom prst="rect">
                  <a:avLst/>
                </a:prstGeom>
                <a:effectLst/>
              </p:spPr>
            </p:pic>
          </p:grpSp>
        </p:grpSp>
        <p:grpSp>
          <p:nvGrpSpPr>
            <p:cNvPr id="73" name="Group 72">
              <a:extLst>
                <a:ext uri="{FF2B5EF4-FFF2-40B4-BE49-F238E27FC236}">
                  <a16:creationId xmlns:a16="http://schemas.microsoft.com/office/drawing/2014/main" id="{C8369AE6-F6A4-2C18-66C3-777EB31E43DE}"/>
                </a:ext>
              </a:extLst>
            </p:cNvPr>
            <p:cNvGrpSpPr/>
            <p:nvPr/>
          </p:nvGrpSpPr>
          <p:grpSpPr>
            <a:xfrm>
              <a:off x="4002997" y="5584472"/>
              <a:ext cx="6603949" cy="274554"/>
              <a:chOff x="10287000" y="5846928"/>
              <a:chExt cx="11144164" cy="463312"/>
            </a:xfrm>
          </p:grpSpPr>
          <p:grpSp>
            <p:nvGrpSpPr>
              <p:cNvPr id="74" name="Group 73">
                <a:extLst>
                  <a:ext uri="{FF2B5EF4-FFF2-40B4-BE49-F238E27FC236}">
                    <a16:creationId xmlns:a16="http://schemas.microsoft.com/office/drawing/2014/main" id="{97045AC2-13B5-3F75-3BF0-F7E3BA04D3CF}"/>
                  </a:ext>
                </a:extLst>
              </p:cNvPr>
              <p:cNvGrpSpPr/>
              <p:nvPr/>
            </p:nvGrpSpPr>
            <p:grpSpPr>
              <a:xfrm>
                <a:off x="13971756" y="5884023"/>
                <a:ext cx="2926730" cy="426216"/>
                <a:chOff x="12460133" y="5005173"/>
                <a:chExt cx="2926730" cy="426216"/>
              </a:xfrm>
            </p:grpSpPr>
            <p:sp>
              <p:nvSpPr>
                <p:cNvPr id="83" name="TextBox 82">
                  <a:extLst>
                    <a:ext uri="{FF2B5EF4-FFF2-40B4-BE49-F238E27FC236}">
                      <a16:creationId xmlns:a16="http://schemas.microsoft.com/office/drawing/2014/main" id="{76BD0627-BB8A-DF42-7FFD-9EAA5E865B46}"/>
                    </a:ext>
                  </a:extLst>
                </p:cNvPr>
                <p:cNvSpPr txBox="1"/>
                <p:nvPr/>
              </p:nvSpPr>
              <p:spPr>
                <a:xfrm>
                  <a:off x="12818323" y="5005269"/>
                  <a:ext cx="2568540" cy="426120"/>
                </a:xfrm>
                <a:prstGeom prst="rect">
                  <a:avLst/>
                </a:prstGeom>
                <a:noFill/>
              </p:spPr>
              <p:txBody>
                <a:bodyPr wrap="square" rtlCol="0">
                  <a:spAutoFit/>
                </a:bodyPr>
                <a:lstStyle/>
                <a:p>
                  <a:pPr defTabSz="634671">
                    <a:defRPr/>
                  </a:pPr>
                  <a:r>
                    <a:rPr lang="en-US" sz="1400" dirty="0">
                      <a:solidFill>
                        <a:srgbClr val="FFFFFF"/>
                      </a:solidFill>
                      <a:latin typeface="Amazon Ember"/>
                      <a:ea typeface="Amazon Ember Display" panose="020F0603020204020204" pitchFamily="34" charset="0"/>
                      <a:cs typeface="Amazon Ember Display" panose="020F0603020204020204" pitchFamily="34" charset="0"/>
                    </a:rPr>
                    <a:t>EC2 Capacity Blocks</a:t>
                  </a:r>
                </a:p>
              </p:txBody>
            </p:sp>
            <p:pic>
              <p:nvPicPr>
                <p:cNvPr id="84" name="Graphic 83">
                  <a:extLst>
                    <a:ext uri="{FF2B5EF4-FFF2-40B4-BE49-F238E27FC236}">
                      <a16:creationId xmlns:a16="http://schemas.microsoft.com/office/drawing/2014/main" id="{9A25AAFF-1D3D-99B1-B236-44250A4A6A5E}"/>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12460133" y="5005173"/>
                  <a:ext cx="369525" cy="369527"/>
                </a:xfrm>
                <a:prstGeom prst="rect">
                  <a:avLst/>
                </a:prstGeom>
              </p:spPr>
            </p:pic>
          </p:grpSp>
          <p:sp>
            <p:nvSpPr>
              <p:cNvPr id="75" name="TextBox 74">
                <a:extLst>
                  <a:ext uri="{FF2B5EF4-FFF2-40B4-BE49-F238E27FC236}">
                    <a16:creationId xmlns:a16="http://schemas.microsoft.com/office/drawing/2014/main" id="{A37FC882-4C53-0A08-1321-596065D88668}"/>
                  </a:ext>
                </a:extLst>
              </p:cNvPr>
              <p:cNvSpPr txBox="1"/>
              <p:nvPr/>
            </p:nvSpPr>
            <p:spPr>
              <a:xfrm>
                <a:off x="18722822" y="5884120"/>
                <a:ext cx="2708342" cy="426120"/>
              </a:xfrm>
              <a:prstGeom prst="rect">
                <a:avLst/>
              </a:prstGeom>
              <a:noFill/>
            </p:spPr>
            <p:txBody>
              <a:bodyPr wrap="square" rtlCol="0">
                <a:spAutoFit/>
              </a:bodyPr>
              <a:lstStyle/>
              <a:p>
                <a:pPr defTabSz="634671">
                  <a:defRPr/>
                </a:pPr>
                <a:r>
                  <a:rPr lang="en-US" sz="1400" dirty="0">
                    <a:solidFill>
                      <a:srgbClr val="FFFFFF"/>
                    </a:solidFill>
                    <a:latin typeface="Amazon Ember"/>
                    <a:ea typeface="Amazon Ember Display" panose="020F0603020204020204" pitchFamily="34" charset="0"/>
                    <a:cs typeface="Amazon Ember Display" panose="020F0603020204020204" pitchFamily="34" charset="0"/>
                  </a:rPr>
                  <a:t>Neuron</a:t>
                </a:r>
              </a:p>
            </p:txBody>
          </p:sp>
          <p:sp>
            <p:nvSpPr>
              <p:cNvPr id="76" name="TextBox 75">
                <a:extLst>
                  <a:ext uri="{FF2B5EF4-FFF2-40B4-BE49-F238E27FC236}">
                    <a16:creationId xmlns:a16="http://schemas.microsoft.com/office/drawing/2014/main" id="{433C8FA1-5EA7-31F0-7B92-DDD489CE0380}"/>
                  </a:ext>
                </a:extLst>
              </p:cNvPr>
              <p:cNvSpPr txBox="1"/>
              <p:nvPr/>
            </p:nvSpPr>
            <p:spPr>
              <a:xfrm>
                <a:off x="10707385" y="5880047"/>
                <a:ext cx="1906050" cy="426120"/>
              </a:xfrm>
              <a:prstGeom prst="rect">
                <a:avLst/>
              </a:prstGeom>
              <a:noFill/>
            </p:spPr>
            <p:txBody>
              <a:bodyPr wrap="square" rtlCol="0">
                <a:spAutoFit/>
              </a:bodyPr>
              <a:lstStyle/>
              <a:p>
                <a:pPr defTabSz="634671">
                  <a:defRPr/>
                </a:pPr>
                <a:r>
                  <a:rPr lang="en-US" sz="1400" dirty="0">
                    <a:solidFill>
                      <a:srgbClr val="FFFFFF"/>
                    </a:solidFill>
                    <a:latin typeface="Amazon Ember"/>
                    <a:ea typeface="Amazon Ember Display" panose="020F0603020204020204" pitchFamily="34" charset="0"/>
                    <a:cs typeface="Amazon Ember Display" panose="020F0603020204020204" pitchFamily="34" charset="0"/>
                  </a:rPr>
                  <a:t>UltraClusters</a:t>
                </a:r>
              </a:p>
            </p:txBody>
          </p:sp>
          <p:sp>
            <p:nvSpPr>
              <p:cNvPr id="77" name="TextBox 76">
                <a:extLst>
                  <a:ext uri="{FF2B5EF4-FFF2-40B4-BE49-F238E27FC236}">
                    <a16:creationId xmlns:a16="http://schemas.microsoft.com/office/drawing/2014/main" id="{F249104C-BE51-710F-F545-1F890486CB22}"/>
                  </a:ext>
                </a:extLst>
              </p:cNvPr>
              <p:cNvSpPr txBox="1"/>
              <p:nvPr/>
            </p:nvSpPr>
            <p:spPr>
              <a:xfrm>
                <a:off x="13033283" y="5884120"/>
                <a:ext cx="783880" cy="426120"/>
              </a:xfrm>
              <a:prstGeom prst="rect">
                <a:avLst/>
              </a:prstGeom>
              <a:noFill/>
            </p:spPr>
            <p:txBody>
              <a:bodyPr wrap="square" rtlCol="0">
                <a:spAutoFit/>
              </a:bodyPr>
              <a:lstStyle/>
              <a:p>
                <a:pPr defTabSz="634671">
                  <a:defRPr/>
                </a:pPr>
                <a:r>
                  <a:rPr lang="en-US" sz="1400" dirty="0">
                    <a:solidFill>
                      <a:srgbClr val="FFFFFF"/>
                    </a:solidFill>
                    <a:latin typeface="Amazon Ember"/>
                    <a:ea typeface="Amazon Ember Display" panose="020F0603020204020204" pitchFamily="34" charset="0"/>
                    <a:cs typeface="Amazon Ember Display" panose="020F0603020204020204" pitchFamily="34" charset="0"/>
                  </a:rPr>
                  <a:t>EFA</a:t>
                </a:r>
              </a:p>
            </p:txBody>
          </p:sp>
          <p:pic>
            <p:nvPicPr>
              <p:cNvPr id="78" name="Graphic 77">
                <a:extLst>
                  <a:ext uri="{FF2B5EF4-FFF2-40B4-BE49-F238E27FC236}">
                    <a16:creationId xmlns:a16="http://schemas.microsoft.com/office/drawing/2014/main" id="{3C9DC7DD-EF7C-839D-3524-4062FABAAF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270077" y="5846928"/>
                <a:ext cx="443700" cy="443698"/>
              </a:xfrm>
              <a:prstGeom prst="rect">
                <a:avLst/>
              </a:prstGeom>
            </p:spPr>
          </p:pic>
          <p:pic>
            <p:nvPicPr>
              <p:cNvPr id="79" name="Graphic 78">
                <a:extLst>
                  <a:ext uri="{FF2B5EF4-FFF2-40B4-BE49-F238E27FC236}">
                    <a16:creationId xmlns:a16="http://schemas.microsoft.com/office/drawing/2014/main" id="{D1E8E036-7144-831A-578F-695207558077}"/>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10287000" y="5884023"/>
                <a:ext cx="369525" cy="369526"/>
              </a:xfrm>
              <a:prstGeom prst="rect">
                <a:avLst/>
              </a:prstGeom>
            </p:spPr>
          </p:pic>
          <p:sp>
            <p:nvSpPr>
              <p:cNvPr id="80" name="Freeform 79">
                <a:extLst>
                  <a:ext uri="{FF2B5EF4-FFF2-40B4-BE49-F238E27FC236}">
                    <a16:creationId xmlns:a16="http://schemas.microsoft.com/office/drawing/2014/main" id="{2BB592C3-7376-512F-DE26-B3DD36A60BD7}"/>
                  </a:ext>
                </a:extLst>
              </p:cNvPr>
              <p:cNvSpPr/>
              <p:nvPr/>
            </p:nvSpPr>
            <p:spPr>
              <a:xfrm>
                <a:off x="12510707" y="5878060"/>
                <a:ext cx="464378" cy="381455"/>
              </a:xfrm>
              <a:custGeom>
                <a:avLst/>
                <a:gdLst>
                  <a:gd name="connsiteX0" fmla="*/ 80028 w 533400"/>
                  <a:gd name="connsiteY0" fmla="*/ 146331 h 438150"/>
                  <a:gd name="connsiteX1" fmla="*/ 62263 w 533400"/>
                  <a:gd name="connsiteY1" fmla="*/ 139425 h 438150"/>
                  <a:gd name="connsiteX2" fmla="*/ 266708 w 533400"/>
                  <a:gd name="connsiteY2" fmla="*/ 8 h 438150"/>
                  <a:gd name="connsiteX3" fmla="*/ 471153 w 533400"/>
                  <a:gd name="connsiteY3" fmla="*/ 139425 h 438150"/>
                  <a:gd name="connsiteX4" fmla="*/ 453379 w 533400"/>
                  <a:gd name="connsiteY4" fmla="*/ 146331 h 438150"/>
                  <a:gd name="connsiteX5" fmla="*/ 266708 w 533400"/>
                  <a:gd name="connsiteY5" fmla="*/ 19058 h 438150"/>
                  <a:gd name="connsiteX6" fmla="*/ 80028 w 533400"/>
                  <a:gd name="connsiteY6" fmla="*/ 146331 h 438150"/>
                  <a:gd name="connsiteX7" fmla="*/ 80028 w 533400"/>
                  <a:gd name="connsiteY7" fmla="*/ 146331 h 438150"/>
                  <a:gd name="connsiteX8" fmla="*/ 453379 w 533400"/>
                  <a:gd name="connsiteY8" fmla="*/ 291825 h 438150"/>
                  <a:gd name="connsiteX9" fmla="*/ 471153 w 533400"/>
                  <a:gd name="connsiteY9" fmla="*/ 298731 h 438150"/>
                  <a:gd name="connsiteX10" fmla="*/ 266708 w 533400"/>
                  <a:gd name="connsiteY10" fmla="*/ 438158 h 438150"/>
                  <a:gd name="connsiteX11" fmla="*/ 62263 w 533400"/>
                  <a:gd name="connsiteY11" fmla="*/ 298731 h 438150"/>
                  <a:gd name="connsiteX12" fmla="*/ 80028 w 533400"/>
                  <a:gd name="connsiteY12" fmla="*/ 291825 h 438150"/>
                  <a:gd name="connsiteX13" fmla="*/ 266708 w 533400"/>
                  <a:gd name="connsiteY13" fmla="*/ 419108 h 438150"/>
                  <a:gd name="connsiteX14" fmla="*/ 453379 w 533400"/>
                  <a:gd name="connsiteY14" fmla="*/ 291825 h 438150"/>
                  <a:gd name="connsiteX15" fmla="*/ 453379 w 533400"/>
                  <a:gd name="connsiteY15" fmla="*/ 291825 h 438150"/>
                  <a:gd name="connsiteX16" fmla="*/ 514358 w 533400"/>
                  <a:gd name="connsiteY16" fmla="*/ 252916 h 438150"/>
                  <a:gd name="connsiteX17" fmla="*/ 510081 w 533400"/>
                  <a:gd name="connsiteY17" fmla="*/ 257183 h 438150"/>
                  <a:gd name="connsiteX18" fmla="*/ 442425 w 533400"/>
                  <a:gd name="connsiteY18" fmla="*/ 257183 h 438150"/>
                  <a:gd name="connsiteX19" fmla="*/ 438158 w 533400"/>
                  <a:gd name="connsiteY19" fmla="*/ 252916 h 438150"/>
                  <a:gd name="connsiteX20" fmla="*/ 438158 w 533400"/>
                  <a:gd name="connsiteY20" fmla="*/ 185241 h 438150"/>
                  <a:gd name="connsiteX21" fmla="*/ 442425 w 533400"/>
                  <a:gd name="connsiteY21" fmla="*/ 180983 h 438150"/>
                  <a:gd name="connsiteX22" fmla="*/ 510081 w 533400"/>
                  <a:gd name="connsiteY22" fmla="*/ 180983 h 438150"/>
                  <a:gd name="connsiteX23" fmla="*/ 514358 w 533400"/>
                  <a:gd name="connsiteY23" fmla="*/ 185241 h 438150"/>
                  <a:gd name="connsiteX24" fmla="*/ 514358 w 533400"/>
                  <a:gd name="connsiteY24" fmla="*/ 252916 h 438150"/>
                  <a:gd name="connsiteX25" fmla="*/ 510081 w 533400"/>
                  <a:gd name="connsiteY25" fmla="*/ 161933 h 438150"/>
                  <a:gd name="connsiteX26" fmla="*/ 442425 w 533400"/>
                  <a:gd name="connsiteY26" fmla="*/ 161933 h 438150"/>
                  <a:gd name="connsiteX27" fmla="*/ 419108 w 533400"/>
                  <a:gd name="connsiteY27" fmla="*/ 185241 h 438150"/>
                  <a:gd name="connsiteX28" fmla="*/ 419108 w 533400"/>
                  <a:gd name="connsiteY28" fmla="*/ 252916 h 438150"/>
                  <a:gd name="connsiteX29" fmla="*/ 442425 w 533400"/>
                  <a:gd name="connsiteY29" fmla="*/ 276233 h 438150"/>
                  <a:gd name="connsiteX30" fmla="*/ 510081 w 533400"/>
                  <a:gd name="connsiteY30" fmla="*/ 276233 h 438150"/>
                  <a:gd name="connsiteX31" fmla="*/ 533408 w 533400"/>
                  <a:gd name="connsiteY31" fmla="*/ 252916 h 438150"/>
                  <a:gd name="connsiteX32" fmla="*/ 533408 w 533400"/>
                  <a:gd name="connsiteY32" fmla="*/ 185241 h 438150"/>
                  <a:gd name="connsiteX33" fmla="*/ 510081 w 533400"/>
                  <a:gd name="connsiteY33" fmla="*/ 161933 h 438150"/>
                  <a:gd name="connsiteX34" fmla="*/ 510081 w 533400"/>
                  <a:gd name="connsiteY34" fmla="*/ 161933 h 438150"/>
                  <a:gd name="connsiteX35" fmla="*/ 19058 w 533400"/>
                  <a:gd name="connsiteY35" fmla="*/ 252916 h 438150"/>
                  <a:gd name="connsiteX36" fmla="*/ 19058 w 533400"/>
                  <a:gd name="connsiteY36" fmla="*/ 185241 h 438150"/>
                  <a:gd name="connsiteX37" fmla="*/ 23325 w 533400"/>
                  <a:gd name="connsiteY37" fmla="*/ 180983 h 438150"/>
                  <a:gd name="connsiteX38" fmla="*/ 90981 w 533400"/>
                  <a:gd name="connsiteY38" fmla="*/ 180983 h 438150"/>
                  <a:gd name="connsiteX39" fmla="*/ 95258 w 533400"/>
                  <a:gd name="connsiteY39" fmla="*/ 185241 h 438150"/>
                  <a:gd name="connsiteX40" fmla="*/ 95258 w 533400"/>
                  <a:gd name="connsiteY40" fmla="*/ 252916 h 438150"/>
                  <a:gd name="connsiteX41" fmla="*/ 90981 w 533400"/>
                  <a:gd name="connsiteY41" fmla="*/ 257183 h 438150"/>
                  <a:gd name="connsiteX42" fmla="*/ 23325 w 533400"/>
                  <a:gd name="connsiteY42" fmla="*/ 257183 h 438150"/>
                  <a:gd name="connsiteX43" fmla="*/ 19058 w 533400"/>
                  <a:gd name="connsiteY43" fmla="*/ 252916 h 438150"/>
                  <a:gd name="connsiteX44" fmla="*/ 19058 w 533400"/>
                  <a:gd name="connsiteY44" fmla="*/ 252916 h 438150"/>
                  <a:gd name="connsiteX45" fmla="*/ 114308 w 533400"/>
                  <a:gd name="connsiteY45" fmla="*/ 252916 h 438150"/>
                  <a:gd name="connsiteX46" fmla="*/ 114308 w 533400"/>
                  <a:gd name="connsiteY46" fmla="*/ 185241 h 438150"/>
                  <a:gd name="connsiteX47" fmla="*/ 90981 w 533400"/>
                  <a:gd name="connsiteY47" fmla="*/ 161933 h 438150"/>
                  <a:gd name="connsiteX48" fmla="*/ 23325 w 533400"/>
                  <a:gd name="connsiteY48" fmla="*/ 161933 h 438150"/>
                  <a:gd name="connsiteX49" fmla="*/ 8 w 533400"/>
                  <a:gd name="connsiteY49" fmla="*/ 185241 h 438150"/>
                  <a:gd name="connsiteX50" fmla="*/ 8 w 533400"/>
                  <a:gd name="connsiteY50" fmla="*/ 252916 h 438150"/>
                  <a:gd name="connsiteX51" fmla="*/ 23325 w 533400"/>
                  <a:gd name="connsiteY51" fmla="*/ 276233 h 438150"/>
                  <a:gd name="connsiteX52" fmla="*/ 90981 w 533400"/>
                  <a:gd name="connsiteY52" fmla="*/ 276233 h 438150"/>
                  <a:gd name="connsiteX53" fmla="*/ 114308 w 533400"/>
                  <a:gd name="connsiteY53" fmla="*/ 252916 h 438150"/>
                  <a:gd name="connsiteX54" fmla="*/ 114308 w 533400"/>
                  <a:gd name="connsiteY54" fmla="*/ 252916 h 438150"/>
                  <a:gd name="connsiteX55" fmla="*/ 276233 w 533400"/>
                  <a:gd name="connsiteY55" fmla="*/ 228608 h 438150"/>
                  <a:gd name="connsiteX56" fmla="*/ 323858 w 533400"/>
                  <a:gd name="connsiteY56" fmla="*/ 228608 h 438150"/>
                  <a:gd name="connsiteX57" fmla="*/ 323858 w 533400"/>
                  <a:gd name="connsiteY57" fmla="*/ 190508 h 438150"/>
                  <a:gd name="connsiteX58" fmla="*/ 276233 w 533400"/>
                  <a:gd name="connsiteY58" fmla="*/ 190508 h 438150"/>
                  <a:gd name="connsiteX59" fmla="*/ 276233 w 533400"/>
                  <a:gd name="connsiteY59" fmla="*/ 228608 h 438150"/>
                  <a:gd name="connsiteX60" fmla="*/ 209558 w 533400"/>
                  <a:gd name="connsiteY60" fmla="*/ 228608 h 438150"/>
                  <a:gd name="connsiteX61" fmla="*/ 257183 w 533400"/>
                  <a:gd name="connsiteY61" fmla="*/ 228608 h 438150"/>
                  <a:gd name="connsiteX62" fmla="*/ 257183 w 533400"/>
                  <a:gd name="connsiteY62" fmla="*/ 190508 h 438150"/>
                  <a:gd name="connsiteX63" fmla="*/ 209558 w 533400"/>
                  <a:gd name="connsiteY63" fmla="*/ 190508 h 438150"/>
                  <a:gd name="connsiteX64" fmla="*/ 209558 w 533400"/>
                  <a:gd name="connsiteY64" fmla="*/ 228608 h 438150"/>
                  <a:gd name="connsiteX65" fmla="*/ 190508 w 533400"/>
                  <a:gd name="connsiteY65" fmla="*/ 247658 h 438150"/>
                  <a:gd name="connsiteX66" fmla="*/ 342908 w 533400"/>
                  <a:gd name="connsiteY66" fmla="*/ 247658 h 438150"/>
                  <a:gd name="connsiteX67" fmla="*/ 342908 w 533400"/>
                  <a:gd name="connsiteY67" fmla="*/ 171458 h 438150"/>
                  <a:gd name="connsiteX68" fmla="*/ 190508 w 533400"/>
                  <a:gd name="connsiteY68" fmla="*/ 171458 h 438150"/>
                  <a:gd name="connsiteX69" fmla="*/ 190508 w 533400"/>
                  <a:gd name="connsiteY69" fmla="*/ 247658 h 438150"/>
                  <a:gd name="connsiteX70" fmla="*/ 257183 w 533400"/>
                  <a:gd name="connsiteY70" fmla="*/ 266708 h 438150"/>
                  <a:gd name="connsiteX71" fmla="*/ 257183 w 533400"/>
                  <a:gd name="connsiteY71" fmla="*/ 295283 h 438150"/>
                  <a:gd name="connsiteX72" fmla="*/ 171458 w 533400"/>
                  <a:gd name="connsiteY72" fmla="*/ 295283 h 438150"/>
                  <a:gd name="connsiteX73" fmla="*/ 171458 w 533400"/>
                  <a:gd name="connsiteY73" fmla="*/ 266708 h 438150"/>
                  <a:gd name="connsiteX74" fmla="*/ 152408 w 533400"/>
                  <a:gd name="connsiteY74" fmla="*/ 266708 h 438150"/>
                  <a:gd name="connsiteX75" fmla="*/ 152408 w 533400"/>
                  <a:gd name="connsiteY75" fmla="*/ 152408 h 438150"/>
                  <a:gd name="connsiteX76" fmla="*/ 381008 w 533400"/>
                  <a:gd name="connsiteY76" fmla="*/ 152408 h 438150"/>
                  <a:gd name="connsiteX77" fmla="*/ 381008 w 533400"/>
                  <a:gd name="connsiteY77" fmla="*/ 266708 h 438150"/>
                  <a:gd name="connsiteX78" fmla="*/ 342908 w 533400"/>
                  <a:gd name="connsiteY78" fmla="*/ 266708 h 438150"/>
                  <a:gd name="connsiteX79" fmla="*/ 342908 w 533400"/>
                  <a:gd name="connsiteY79" fmla="*/ 295283 h 438150"/>
                  <a:gd name="connsiteX80" fmla="*/ 314333 w 533400"/>
                  <a:gd name="connsiteY80" fmla="*/ 295283 h 438150"/>
                  <a:gd name="connsiteX81" fmla="*/ 314333 w 533400"/>
                  <a:gd name="connsiteY81" fmla="*/ 266708 h 438150"/>
                  <a:gd name="connsiteX82" fmla="*/ 257183 w 533400"/>
                  <a:gd name="connsiteY82" fmla="*/ 266708 h 438150"/>
                  <a:gd name="connsiteX83" fmla="*/ 361958 w 533400"/>
                  <a:gd name="connsiteY83" fmla="*/ 314333 h 438150"/>
                  <a:gd name="connsiteX84" fmla="*/ 361958 w 533400"/>
                  <a:gd name="connsiteY84" fmla="*/ 285758 h 438150"/>
                  <a:gd name="connsiteX85" fmla="*/ 400058 w 533400"/>
                  <a:gd name="connsiteY85" fmla="*/ 285758 h 438150"/>
                  <a:gd name="connsiteX86" fmla="*/ 400058 w 533400"/>
                  <a:gd name="connsiteY86" fmla="*/ 133358 h 438150"/>
                  <a:gd name="connsiteX87" fmla="*/ 133358 w 533400"/>
                  <a:gd name="connsiteY87" fmla="*/ 133358 h 438150"/>
                  <a:gd name="connsiteX88" fmla="*/ 133358 w 533400"/>
                  <a:gd name="connsiteY88" fmla="*/ 285758 h 438150"/>
                  <a:gd name="connsiteX89" fmla="*/ 152408 w 533400"/>
                  <a:gd name="connsiteY89" fmla="*/ 285758 h 438150"/>
                  <a:gd name="connsiteX90" fmla="*/ 152408 w 533400"/>
                  <a:gd name="connsiteY90" fmla="*/ 314333 h 438150"/>
                  <a:gd name="connsiteX91" fmla="*/ 276233 w 533400"/>
                  <a:gd name="connsiteY91" fmla="*/ 314333 h 438150"/>
                  <a:gd name="connsiteX92" fmla="*/ 276233 w 533400"/>
                  <a:gd name="connsiteY92" fmla="*/ 285758 h 438150"/>
                  <a:gd name="connsiteX93" fmla="*/ 295283 w 533400"/>
                  <a:gd name="connsiteY93" fmla="*/ 285758 h 438150"/>
                  <a:gd name="connsiteX94" fmla="*/ 295283 w 533400"/>
                  <a:gd name="connsiteY94" fmla="*/ 314333 h 438150"/>
                  <a:gd name="connsiteX95" fmla="*/ 361958 w 533400"/>
                  <a:gd name="connsiteY95" fmla="*/ 314333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33400" h="438150">
                    <a:moveTo>
                      <a:pt x="80028" y="146331"/>
                    </a:moveTo>
                    <a:lnTo>
                      <a:pt x="62263" y="139425"/>
                    </a:lnTo>
                    <a:cubicBezTo>
                      <a:pt x="94658" y="56034"/>
                      <a:pt x="176821" y="8"/>
                      <a:pt x="266708" y="8"/>
                    </a:cubicBezTo>
                    <a:cubicBezTo>
                      <a:pt x="356586" y="8"/>
                      <a:pt x="438749" y="56034"/>
                      <a:pt x="471153" y="139425"/>
                    </a:cubicBezTo>
                    <a:lnTo>
                      <a:pt x="453379" y="146331"/>
                    </a:lnTo>
                    <a:cubicBezTo>
                      <a:pt x="423813" y="70198"/>
                      <a:pt x="348794" y="19058"/>
                      <a:pt x="266708" y="19058"/>
                    </a:cubicBezTo>
                    <a:cubicBezTo>
                      <a:pt x="184612" y="19058"/>
                      <a:pt x="109593" y="70198"/>
                      <a:pt x="80028" y="146331"/>
                    </a:cubicBezTo>
                    <a:lnTo>
                      <a:pt x="80028" y="146331"/>
                    </a:lnTo>
                    <a:close/>
                    <a:moveTo>
                      <a:pt x="453379" y="291825"/>
                    </a:moveTo>
                    <a:lnTo>
                      <a:pt x="471153" y="298731"/>
                    </a:lnTo>
                    <a:cubicBezTo>
                      <a:pt x="438749" y="382122"/>
                      <a:pt x="356586" y="438158"/>
                      <a:pt x="266708" y="438158"/>
                    </a:cubicBezTo>
                    <a:cubicBezTo>
                      <a:pt x="176821" y="438158"/>
                      <a:pt x="94658" y="382122"/>
                      <a:pt x="62263" y="298731"/>
                    </a:cubicBezTo>
                    <a:lnTo>
                      <a:pt x="80028" y="291825"/>
                    </a:lnTo>
                    <a:cubicBezTo>
                      <a:pt x="109593" y="367959"/>
                      <a:pt x="184612" y="419108"/>
                      <a:pt x="266708" y="419108"/>
                    </a:cubicBezTo>
                    <a:cubicBezTo>
                      <a:pt x="348794" y="419108"/>
                      <a:pt x="423813" y="367959"/>
                      <a:pt x="453379" y="291825"/>
                    </a:cubicBezTo>
                    <a:lnTo>
                      <a:pt x="453379" y="291825"/>
                    </a:lnTo>
                    <a:close/>
                    <a:moveTo>
                      <a:pt x="514358" y="252916"/>
                    </a:moveTo>
                    <a:cubicBezTo>
                      <a:pt x="514358" y="255230"/>
                      <a:pt x="512405" y="257183"/>
                      <a:pt x="510081" y="257183"/>
                    </a:cubicBezTo>
                    <a:lnTo>
                      <a:pt x="442425" y="257183"/>
                    </a:lnTo>
                    <a:cubicBezTo>
                      <a:pt x="440111" y="257183"/>
                      <a:pt x="438158" y="255230"/>
                      <a:pt x="438158" y="252916"/>
                    </a:cubicBezTo>
                    <a:lnTo>
                      <a:pt x="438158" y="185241"/>
                    </a:lnTo>
                    <a:cubicBezTo>
                      <a:pt x="438158" y="182936"/>
                      <a:pt x="440111" y="180983"/>
                      <a:pt x="442425" y="180983"/>
                    </a:cubicBezTo>
                    <a:lnTo>
                      <a:pt x="510081" y="180983"/>
                    </a:lnTo>
                    <a:cubicBezTo>
                      <a:pt x="512405" y="180983"/>
                      <a:pt x="514358" y="182936"/>
                      <a:pt x="514358" y="185241"/>
                    </a:cubicBezTo>
                    <a:lnTo>
                      <a:pt x="514358" y="252916"/>
                    </a:lnTo>
                    <a:close/>
                    <a:moveTo>
                      <a:pt x="510081" y="161933"/>
                    </a:moveTo>
                    <a:lnTo>
                      <a:pt x="442425" y="161933"/>
                    </a:lnTo>
                    <a:cubicBezTo>
                      <a:pt x="429566" y="161933"/>
                      <a:pt x="419108" y="172391"/>
                      <a:pt x="419108" y="185241"/>
                    </a:cubicBezTo>
                    <a:lnTo>
                      <a:pt x="419108" y="252916"/>
                    </a:lnTo>
                    <a:cubicBezTo>
                      <a:pt x="419108" y="265775"/>
                      <a:pt x="429566" y="276233"/>
                      <a:pt x="442425" y="276233"/>
                    </a:cubicBezTo>
                    <a:lnTo>
                      <a:pt x="510081" y="276233"/>
                    </a:lnTo>
                    <a:cubicBezTo>
                      <a:pt x="522940" y="276233"/>
                      <a:pt x="533408" y="265775"/>
                      <a:pt x="533408" y="252916"/>
                    </a:cubicBezTo>
                    <a:lnTo>
                      <a:pt x="533408" y="185241"/>
                    </a:lnTo>
                    <a:cubicBezTo>
                      <a:pt x="533408" y="172391"/>
                      <a:pt x="522940" y="161933"/>
                      <a:pt x="510081" y="161933"/>
                    </a:cubicBezTo>
                    <a:lnTo>
                      <a:pt x="510081" y="161933"/>
                    </a:lnTo>
                    <a:close/>
                    <a:moveTo>
                      <a:pt x="19058" y="252916"/>
                    </a:moveTo>
                    <a:lnTo>
                      <a:pt x="19058" y="185241"/>
                    </a:lnTo>
                    <a:cubicBezTo>
                      <a:pt x="19058" y="182936"/>
                      <a:pt x="21011" y="180983"/>
                      <a:pt x="23325" y="180983"/>
                    </a:cubicBezTo>
                    <a:lnTo>
                      <a:pt x="90981" y="180983"/>
                    </a:lnTo>
                    <a:cubicBezTo>
                      <a:pt x="93305" y="180983"/>
                      <a:pt x="95258" y="182936"/>
                      <a:pt x="95258" y="185241"/>
                    </a:cubicBezTo>
                    <a:lnTo>
                      <a:pt x="95258" y="252916"/>
                    </a:lnTo>
                    <a:cubicBezTo>
                      <a:pt x="95258" y="255230"/>
                      <a:pt x="93305" y="257183"/>
                      <a:pt x="90981" y="257183"/>
                    </a:cubicBezTo>
                    <a:lnTo>
                      <a:pt x="23325" y="257183"/>
                    </a:lnTo>
                    <a:cubicBezTo>
                      <a:pt x="21011" y="257183"/>
                      <a:pt x="19058" y="255230"/>
                      <a:pt x="19058" y="252916"/>
                    </a:cubicBezTo>
                    <a:lnTo>
                      <a:pt x="19058" y="252916"/>
                    </a:lnTo>
                    <a:close/>
                    <a:moveTo>
                      <a:pt x="114308" y="252916"/>
                    </a:moveTo>
                    <a:lnTo>
                      <a:pt x="114308" y="185241"/>
                    </a:lnTo>
                    <a:cubicBezTo>
                      <a:pt x="114308" y="172391"/>
                      <a:pt x="103840" y="161933"/>
                      <a:pt x="90981" y="161933"/>
                    </a:cubicBezTo>
                    <a:lnTo>
                      <a:pt x="23325" y="161933"/>
                    </a:lnTo>
                    <a:cubicBezTo>
                      <a:pt x="10466" y="161933"/>
                      <a:pt x="8" y="172391"/>
                      <a:pt x="8" y="185241"/>
                    </a:cubicBezTo>
                    <a:lnTo>
                      <a:pt x="8" y="252916"/>
                    </a:lnTo>
                    <a:cubicBezTo>
                      <a:pt x="8" y="265775"/>
                      <a:pt x="10466" y="276233"/>
                      <a:pt x="23325" y="276233"/>
                    </a:cubicBezTo>
                    <a:lnTo>
                      <a:pt x="90981" y="276233"/>
                    </a:lnTo>
                    <a:cubicBezTo>
                      <a:pt x="103840" y="276233"/>
                      <a:pt x="114308" y="265775"/>
                      <a:pt x="114308" y="252916"/>
                    </a:cubicBezTo>
                    <a:lnTo>
                      <a:pt x="114308" y="252916"/>
                    </a:lnTo>
                    <a:close/>
                    <a:moveTo>
                      <a:pt x="276233" y="228608"/>
                    </a:moveTo>
                    <a:lnTo>
                      <a:pt x="323858" y="228608"/>
                    </a:lnTo>
                    <a:lnTo>
                      <a:pt x="323858" y="190508"/>
                    </a:lnTo>
                    <a:lnTo>
                      <a:pt x="276233" y="190508"/>
                    </a:lnTo>
                    <a:lnTo>
                      <a:pt x="276233" y="228608"/>
                    </a:lnTo>
                    <a:close/>
                    <a:moveTo>
                      <a:pt x="209558" y="228608"/>
                    </a:moveTo>
                    <a:lnTo>
                      <a:pt x="257183" y="228608"/>
                    </a:lnTo>
                    <a:lnTo>
                      <a:pt x="257183" y="190508"/>
                    </a:lnTo>
                    <a:lnTo>
                      <a:pt x="209558" y="190508"/>
                    </a:lnTo>
                    <a:lnTo>
                      <a:pt x="209558" y="228608"/>
                    </a:lnTo>
                    <a:close/>
                    <a:moveTo>
                      <a:pt x="190508" y="247658"/>
                    </a:moveTo>
                    <a:lnTo>
                      <a:pt x="342908" y="247658"/>
                    </a:lnTo>
                    <a:lnTo>
                      <a:pt x="342908" y="171458"/>
                    </a:lnTo>
                    <a:lnTo>
                      <a:pt x="190508" y="171458"/>
                    </a:lnTo>
                    <a:lnTo>
                      <a:pt x="190508" y="247658"/>
                    </a:lnTo>
                    <a:close/>
                    <a:moveTo>
                      <a:pt x="257183" y="266708"/>
                    </a:moveTo>
                    <a:lnTo>
                      <a:pt x="257183" y="295283"/>
                    </a:lnTo>
                    <a:lnTo>
                      <a:pt x="171458" y="295283"/>
                    </a:lnTo>
                    <a:lnTo>
                      <a:pt x="171458" y="266708"/>
                    </a:lnTo>
                    <a:lnTo>
                      <a:pt x="152408" y="266708"/>
                    </a:lnTo>
                    <a:lnTo>
                      <a:pt x="152408" y="152408"/>
                    </a:lnTo>
                    <a:lnTo>
                      <a:pt x="381008" y="152408"/>
                    </a:lnTo>
                    <a:lnTo>
                      <a:pt x="381008" y="266708"/>
                    </a:lnTo>
                    <a:lnTo>
                      <a:pt x="342908" y="266708"/>
                    </a:lnTo>
                    <a:lnTo>
                      <a:pt x="342908" y="295283"/>
                    </a:lnTo>
                    <a:lnTo>
                      <a:pt x="314333" y="295283"/>
                    </a:lnTo>
                    <a:lnTo>
                      <a:pt x="314333" y="266708"/>
                    </a:lnTo>
                    <a:lnTo>
                      <a:pt x="257183" y="266708"/>
                    </a:lnTo>
                    <a:close/>
                    <a:moveTo>
                      <a:pt x="361958" y="314333"/>
                    </a:moveTo>
                    <a:lnTo>
                      <a:pt x="361958" y="285758"/>
                    </a:lnTo>
                    <a:lnTo>
                      <a:pt x="400058" y="285758"/>
                    </a:lnTo>
                    <a:lnTo>
                      <a:pt x="400058" y="133358"/>
                    </a:lnTo>
                    <a:lnTo>
                      <a:pt x="133358" y="133358"/>
                    </a:lnTo>
                    <a:lnTo>
                      <a:pt x="133358" y="285758"/>
                    </a:lnTo>
                    <a:lnTo>
                      <a:pt x="152408" y="285758"/>
                    </a:lnTo>
                    <a:lnTo>
                      <a:pt x="152408" y="314333"/>
                    </a:lnTo>
                    <a:lnTo>
                      <a:pt x="276233" y="314333"/>
                    </a:lnTo>
                    <a:lnTo>
                      <a:pt x="276233" y="285758"/>
                    </a:lnTo>
                    <a:lnTo>
                      <a:pt x="295283" y="285758"/>
                    </a:lnTo>
                    <a:lnTo>
                      <a:pt x="295283" y="314333"/>
                    </a:lnTo>
                    <a:lnTo>
                      <a:pt x="361958" y="314333"/>
                    </a:lnTo>
                    <a:close/>
                  </a:path>
                </a:pathLst>
              </a:custGeom>
              <a:solidFill>
                <a:srgbClr val="FFFFFF"/>
              </a:solidFill>
              <a:ln w="9525" cap="flat">
                <a:noFill/>
                <a:prstDash val="solid"/>
                <a:miter/>
              </a:ln>
            </p:spPr>
            <p:txBody>
              <a:bodyPr rtlCol="0" anchor="ctr"/>
              <a:lstStyle/>
              <a:p>
                <a:pPr defTabSz="634671">
                  <a:defRPr/>
                </a:pPr>
                <a:endParaRPr lang="en-US" sz="3600" dirty="0">
                  <a:solidFill>
                    <a:srgbClr val="000000"/>
                  </a:solidFill>
                  <a:latin typeface="Amazon Ember" panose="020F0502020204030204"/>
                </a:endParaRPr>
              </a:p>
            </p:txBody>
          </p:sp>
          <p:sp>
            <p:nvSpPr>
              <p:cNvPr id="81" name="TextBox 80">
                <a:extLst>
                  <a:ext uri="{FF2B5EF4-FFF2-40B4-BE49-F238E27FC236}">
                    <a16:creationId xmlns:a16="http://schemas.microsoft.com/office/drawing/2014/main" id="{44B2B936-E39F-5D07-669F-51EEDE10F087}"/>
                  </a:ext>
                </a:extLst>
              </p:cNvPr>
              <p:cNvSpPr txBox="1"/>
              <p:nvPr/>
            </p:nvSpPr>
            <p:spPr>
              <a:xfrm>
                <a:off x="17304463" y="5880040"/>
                <a:ext cx="956567" cy="426120"/>
              </a:xfrm>
              <a:prstGeom prst="rect">
                <a:avLst/>
              </a:prstGeom>
              <a:noFill/>
            </p:spPr>
            <p:txBody>
              <a:bodyPr wrap="square" rtlCol="0">
                <a:spAutoFit/>
              </a:bodyPr>
              <a:lstStyle/>
              <a:p>
                <a:pPr defTabSz="634671">
                  <a:defRPr/>
                </a:pPr>
                <a:r>
                  <a:rPr lang="en-US" sz="1400" dirty="0">
                    <a:solidFill>
                      <a:srgbClr val="FFFFFF"/>
                    </a:solidFill>
                    <a:latin typeface="Amazon Ember"/>
                    <a:ea typeface="Amazon Ember Display" panose="020F0603020204020204" pitchFamily="34" charset="0"/>
                    <a:cs typeface="Amazon Ember Display" panose="020F0603020204020204" pitchFamily="34" charset="0"/>
                  </a:rPr>
                  <a:t>Nitro</a:t>
                </a:r>
              </a:p>
            </p:txBody>
          </p:sp>
          <p:pic>
            <p:nvPicPr>
              <p:cNvPr id="82" name="Graphic 81">
                <a:extLst>
                  <a:ext uri="{FF2B5EF4-FFF2-40B4-BE49-F238E27FC236}">
                    <a16:creationId xmlns:a16="http://schemas.microsoft.com/office/drawing/2014/main" id="{3F784877-AF64-E137-1C90-4B44C8183A7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932044" y="5859811"/>
                <a:ext cx="417953" cy="417951"/>
              </a:xfrm>
              <a:prstGeom prst="rect">
                <a:avLst/>
              </a:prstGeom>
            </p:spPr>
          </p:pic>
        </p:grpSp>
      </p:grpSp>
      <p:pic>
        <p:nvPicPr>
          <p:cNvPr id="69" name="Picture 68">
            <a:extLst>
              <a:ext uri="{FF2B5EF4-FFF2-40B4-BE49-F238E27FC236}">
                <a16:creationId xmlns:a16="http://schemas.microsoft.com/office/drawing/2014/main" id="{5F665A06-22F4-7320-F665-1A0AE1191639}"/>
              </a:ext>
            </a:extLst>
          </p:cNvPr>
          <p:cNvPicPr>
            <a:picLocks noChangeAspect="1"/>
          </p:cNvPicPr>
          <p:nvPr/>
        </p:nvPicPr>
        <p:blipFill>
          <a:blip r:embed="rId15"/>
          <a:stretch>
            <a:fillRect/>
          </a:stretch>
        </p:blipFill>
        <p:spPr>
          <a:xfrm>
            <a:off x="8386666" y="2099172"/>
            <a:ext cx="266999" cy="274217"/>
          </a:xfrm>
          <a:prstGeom prst="rect">
            <a:avLst/>
          </a:prstGeom>
        </p:spPr>
      </p:pic>
      <p:grpSp>
        <p:nvGrpSpPr>
          <p:cNvPr id="68" name="Group 67">
            <a:extLst>
              <a:ext uri="{FF2B5EF4-FFF2-40B4-BE49-F238E27FC236}">
                <a16:creationId xmlns:a16="http://schemas.microsoft.com/office/drawing/2014/main" id="{A3B14A53-0486-2723-B12C-1CBE6E628E4F}"/>
              </a:ext>
            </a:extLst>
          </p:cNvPr>
          <p:cNvGrpSpPr/>
          <p:nvPr/>
        </p:nvGrpSpPr>
        <p:grpSpPr>
          <a:xfrm>
            <a:off x="3591074" y="2038794"/>
            <a:ext cx="6841316" cy="530146"/>
            <a:chOff x="10318637" y="1738849"/>
            <a:chExt cx="8997514" cy="749109"/>
          </a:xfrm>
        </p:grpSpPr>
        <p:sp>
          <p:nvSpPr>
            <p:cNvPr id="110" name="TextBox 109">
              <a:extLst>
                <a:ext uri="{FF2B5EF4-FFF2-40B4-BE49-F238E27FC236}">
                  <a16:creationId xmlns:a16="http://schemas.microsoft.com/office/drawing/2014/main" id="{AB1DCEB0-7E9A-869E-689F-3FB9A64974AC}"/>
                </a:ext>
              </a:extLst>
            </p:cNvPr>
            <p:cNvSpPr txBox="1"/>
            <p:nvPr/>
          </p:nvSpPr>
          <p:spPr>
            <a:xfrm>
              <a:off x="10669786" y="1748636"/>
              <a:ext cx="3092293" cy="739322"/>
            </a:xfrm>
            <a:prstGeom prst="rect">
              <a:avLst/>
            </a:prstGeom>
            <a:noFill/>
          </p:spPr>
          <p:txBody>
            <a:bodyPr wrap="square" rtlCol="0">
              <a:spAutoFit/>
            </a:bodyPr>
            <a:lstStyle/>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Amazon Q</a:t>
              </a:r>
            </a:p>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Business   </a:t>
              </a:r>
            </a:p>
          </p:txBody>
        </p:sp>
        <p:pic>
          <p:nvPicPr>
            <p:cNvPr id="111" name="Picture 110">
              <a:extLst>
                <a:ext uri="{FF2B5EF4-FFF2-40B4-BE49-F238E27FC236}">
                  <a16:creationId xmlns:a16="http://schemas.microsoft.com/office/drawing/2014/main" id="{6F3BCC1A-7890-02B2-A332-D77B1CA9694D}"/>
                </a:ext>
              </a:extLst>
            </p:cNvPr>
            <p:cNvPicPr>
              <a:picLocks noChangeAspect="1"/>
            </p:cNvPicPr>
            <p:nvPr/>
          </p:nvPicPr>
          <p:blipFill>
            <a:blip r:embed="rId15"/>
            <a:stretch>
              <a:fillRect/>
            </a:stretch>
          </p:blipFill>
          <p:spPr>
            <a:xfrm>
              <a:off x="10318637" y="1816805"/>
              <a:ext cx="351149" cy="387475"/>
            </a:xfrm>
            <a:prstGeom prst="rect">
              <a:avLst/>
            </a:prstGeom>
          </p:spPr>
        </p:pic>
        <p:sp>
          <p:nvSpPr>
            <p:cNvPr id="112" name="TextBox 111">
              <a:extLst>
                <a:ext uri="{FF2B5EF4-FFF2-40B4-BE49-F238E27FC236}">
                  <a16:creationId xmlns:a16="http://schemas.microsoft.com/office/drawing/2014/main" id="{A0808660-5499-44CB-9382-0CC06E4A750B}"/>
                </a:ext>
              </a:extLst>
            </p:cNvPr>
            <p:cNvSpPr txBox="1"/>
            <p:nvPr/>
          </p:nvSpPr>
          <p:spPr>
            <a:xfrm>
              <a:off x="12564204" y="1741058"/>
              <a:ext cx="2712504" cy="739322"/>
            </a:xfrm>
            <a:prstGeom prst="rect">
              <a:avLst/>
            </a:prstGeom>
            <a:noFill/>
          </p:spPr>
          <p:txBody>
            <a:bodyPr wrap="square" rtlCol="0">
              <a:spAutoFit/>
            </a:bodyPr>
            <a:lstStyle/>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Amazon Q</a:t>
              </a:r>
            </a:p>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Developer</a:t>
              </a:r>
            </a:p>
          </p:txBody>
        </p:sp>
        <p:pic>
          <p:nvPicPr>
            <p:cNvPr id="113" name="Picture 112">
              <a:extLst>
                <a:ext uri="{FF2B5EF4-FFF2-40B4-BE49-F238E27FC236}">
                  <a16:creationId xmlns:a16="http://schemas.microsoft.com/office/drawing/2014/main" id="{835B7929-B9BF-76CA-DF66-2069834A1312}"/>
                </a:ext>
              </a:extLst>
            </p:cNvPr>
            <p:cNvPicPr>
              <a:picLocks noChangeAspect="1"/>
            </p:cNvPicPr>
            <p:nvPr/>
          </p:nvPicPr>
          <p:blipFill>
            <a:blip r:embed="rId15"/>
            <a:stretch>
              <a:fillRect/>
            </a:stretch>
          </p:blipFill>
          <p:spPr>
            <a:xfrm>
              <a:off x="12184415" y="1810369"/>
              <a:ext cx="351149" cy="387476"/>
            </a:xfrm>
            <a:prstGeom prst="rect">
              <a:avLst/>
            </a:prstGeom>
          </p:spPr>
        </p:pic>
        <p:sp>
          <p:nvSpPr>
            <p:cNvPr id="114" name="TextBox 113">
              <a:extLst>
                <a:ext uri="{FF2B5EF4-FFF2-40B4-BE49-F238E27FC236}">
                  <a16:creationId xmlns:a16="http://schemas.microsoft.com/office/drawing/2014/main" id="{3E4F62F4-C301-D1FC-7D45-FD746904D751}"/>
                </a:ext>
              </a:extLst>
            </p:cNvPr>
            <p:cNvSpPr txBox="1"/>
            <p:nvPr/>
          </p:nvSpPr>
          <p:spPr>
            <a:xfrm>
              <a:off x="14625854" y="1738850"/>
              <a:ext cx="1906761" cy="739322"/>
            </a:xfrm>
            <a:prstGeom prst="rect">
              <a:avLst/>
            </a:prstGeom>
            <a:noFill/>
          </p:spPr>
          <p:txBody>
            <a:bodyPr wrap="square" rtlCol="0">
              <a:spAutoFit/>
            </a:bodyPr>
            <a:lstStyle/>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Amazon Q in </a:t>
              </a:r>
            </a:p>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QuickSight</a:t>
              </a:r>
            </a:p>
          </p:txBody>
        </p:sp>
        <p:pic>
          <p:nvPicPr>
            <p:cNvPr id="115" name="Picture 114">
              <a:extLst>
                <a:ext uri="{FF2B5EF4-FFF2-40B4-BE49-F238E27FC236}">
                  <a16:creationId xmlns:a16="http://schemas.microsoft.com/office/drawing/2014/main" id="{ED882F09-802A-9E11-B685-07B370ABC0A8}"/>
                </a:ext>
              </a:extLst>
            </p:cNvPr>
            <p:cNvPicPr>
              <a:picLocks noChangeAspect="1"/>
            </p:cNvPicPr>
            <p:nvPr/>
          </p:nvPicPr>
          <p:blipFill>
            <a:blip r:embed="rId15"/>
            <a:stretch>
              <a:fillRect/>
            </a:stretch>
          </p:blipFill>
          <p:spPr>
            <a:xfrm>
              <a:off x="14243883" y="1810369"/>
              <a:ext cx="351149" cy="387476"/>
            </a:xfrm>
            <a:prstGeom prst="rect">
              <a:avLst/>
            </a:prstGeom>
          </p:spPr>
        </p:pic>
        <p:sp>
          <p:nvSpPr>
            <p:cNvPr id="116" name="TextBox 115">
              <a:extLst>
                <a:ext uri="{FF2B5EF4-FFF2-40B4-BE49-F238E27FC236}">
                  <a16:creationId xmlns:a16="http://schemas.microsoft.com/office/drawing/2014/main" id="{765855B8-ECDF-F62F-8F08-E83FB4E45AE4}"/>
                </a:ext>
              </a:extLst>
            </p:cNvPr>
            <p:cNvSpPr txBox="1"/>
            <p:nvPr/>
          </p:nvSpPr>
          <p:spPr>
            <a:xfrm>
              <a:off x="17037461" y="1738849"/>
              <a:ext cx="2278690" cy="739323"/>
            </a:xfrm>
            <a:prstGeom prst="rect">
              <a:avLst/>
            </a:prstGeom>
            <a:noFill/>
          </p:spPr>
          <p:txBody>
            <a:bodyPr wrap="square" rtlCol="0">
              <a:spAutoFit/>
            </a:bodyPr>
            <a:lstStyle/>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Amazon Q in </a:t>
              </a:r>
            </a:p>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Connect  </a:t>
              </a:r>
            </a:p>
          </p:txBody>
        </p:sp>
      </p:grpSp>
      <p:grpSp>
        <p:nvGrpSpPr>
          <p:cNvPr id="2" name="Group 1">
            <a:extLst>
              <a:ext uri="{FF2B5EF4-FFF2-40B4-BE49-F238E27FC236}">
                <a16:creationId xmlns:a16="http://schemas.microsoft.com/office/drawing/2014/main" id="{CA7F8C2E-B6E9-8042-5205-F11AC28833DE}"/>
              </a:ext>
            </a:extLst>
          </p:cNvPr>
          <p:cNvGrpSpPr/>
          <p:nvPr/>
        </p:nvGrpSpPr>
        <p:grpSpPr>
          <a:xfrm>
            <a:off x="3618594" y="3553190"/>
            <a:ext cx="8053148" cy="736855"/>
            <a:chOff x="2714471" y="2944105"/>
            <a:chExt cx="6039861" cy="552641"/>
          </a:xfrm>
        </p:grpSpPr>
        <p:sp>
          <p:nvSpPr>
            <p:cNvPr id="131" name="TextBox 130">
              <a:extLst>
                <a:ext uri="{FF2B5EF4-FFF2-40B4-BE49-F238E27FC236}">
                  <a16:creationId xmlns:a16="http://schemas.microsoft.com/office/drawing/2014/main" id="{72F4633E-EB93-A1D0-DA43-4C86AF26A0C2}"/>
                </a:ext>
              </a:extLst>
            </p:cNvPr>
            <p:cNvSpPr txBox="1"/>
            <p:nvPr/>
          </p:nvSpPr>
          <p:spPr>
            <a:xfrm>
              <a:off x="2914296" y="2944105"/>
              <a:ext cx="1744447" cy="253916"/>
            </a:xfrm>
            <a:prstGeom prst="rect">
              <a:avLst/>
            </a:prstGeom>
            <a:noFill/>
          </p:spPr>
          <p:txBody>
            <a:bodyPr wrap="square" rtlCol="0">
              <a:spAutoFit/>
            </a:bodyPr>
            <a:lstStyle/>
            <a:p>
              <a:pPr defTabSz="793144">
                <a:defRPr/>
              </a:pPr>
              <a:r>
                <a:rPr lang="en-US" sz="1600" b="1"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Amazon Bedrock</a:t>
              </a:r>
            </a:p>
          </p:txBody>
        </p:sp>
        <p:pic>
          <p:nvPicPr>
            <p:cNvPr id="132" name="Graphic 131">
              <a:extLst>
                <a:ext uri="{FF2B5EF4-FFF2-40B4-BE49-F238E27FC236}">
                  <a16:creationId xmlns:a16="http://schemas.microsoft.com/office/drawing/2014/main" id="{FAF9E286-A1D5-E500-195E-7D6BE3A79495}"/>
                </a:ext>
              </a:extLst>
            </p:cNvPr>
            <p:cNvPicPr>
              <a:picLocks/>
            </p:cNvPicPr>
            <p:nvPr/>
          </p:nvPicPr>
          <p:blipFill>
            <a:blip r:embed="rId16">
              <a:extLst>
                <a:ext uri="{96DAC541-7B7A-43D3-8B79-37D633B846F1}">
                  <asvg:svgBlip xmlns:asvg="http://schemas.microsoft.com/office/drawing/2016/SVG/main" r:embed="rId17"/>
                </a:ext>
              </a:extLst>
            </a:blip>
            <a:srcRect t="756" b="756"/>
            <a:stretch/>
          </p:blipFill>
          <p:spPr>
            <a:xfrm>
              <a:off x="2714471" y="2977449"/>
              <a:ext cx="210312" cy="210312"/>
            </a:xfrm>
            <a:prstGeom prst="rect">
              <a:avLst/>
            </a:prstGeom>
          </p:spPr>
        </p:pic>
        <p:sp>
          <p:nvSpPr>
            <p:cNvPr id="133" name="TextBox 132">
              <a:extLst>
                <a:ext uri="{FF2B5EF4-FFF2-40B4-BE49-F238E27FC236}">
                  <a16:creationId xmlns:a16="http://schemas.microsoft.com/office/drawing/2014/main" id="{8B2EDD4B-4F04-4637-605D-7AD50803B189}"/>
                </a:ext>
              </a:extLst>
            </p:cNvPr>
            <p:cNvSpPr txBox="1"/>
            <p:nvPr/>
          </p:nvSpPr>
          <p:spPr>
            <a:xfrm>
              <a:off x="2749196" y="3265913"/>
              <a:ext cx="797584" cy="230833"/>
            </a:xfrm>
            <a:prstGeom prst="rect">
              <a:avLst/>
            </a:prstGeom>
            <a:noFill/>
          </p:spPr>
          <p:txBody>
            <a:bodyPr wrap="square" rtlCol="0">
              <a:spAutoFit/>
            </a:bodyPr>
            <a:lstStyle/>
            <a:p>
              <a:pPr defTabSz="793144">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Guardrails</a:t>
              </a:r>
            </a:p>
          </p:txBody>
        </p:sp>
        <p:sp>
          <p:nvSpPr>
            <p:cNvPr id="134" name="TextBox 133">
              <a:extLst>
                <a:ext uri="{FF2B5EF4-FFF2-40B4-BE49-F238E27FC236}">
                  <a16:creationId xmlns:a16="http://schemas.microsoft.com/office/drawing/2014/main" id="{CBFB2FCC-A9A3-8407-8144-0791F2B6D081}"/>
                </a:ext>
              </a:extLst>
            </p:cNvPr>
            <p:cNvSpPr txBox="1"/>
            <p:nvPr/>
          </p:nvSpPr>
          <p:spPr>
            <a:xfrm>
              <a:off x="3608440" y="3265913"/>
              <a:ext cx="608514" cy="230833"/>
            </a:xfrm>
            <a:prstGeom prst="rect">
              <a:avLst/>
            </a:prstGeom>
            <a:noFill/>
          </p:spPr>
          <p:txBody>
            <a:bodyPr wrap="square" rtlCol="0">
              <a:spAutoFit/>
            </a:bodyPr>
            <a:lstStyle/>
            <a:p>
              <a:pPr defTabSz="793144">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Agents</a:t>
              </a:r>
            </a:p>
          </p:txBody>
        </p:sp>
        <p:sp>
          <p:nvSpPr>
            <p:cNvPr id="135" name="TextBox 134">
              <a:extLst>
                <a:ext uri="{FF2B5EF4-FFF2-40B4-BE49-F238E27FC236}">
                  <a16:creationId xmlns:a16="http://schemas.microsoft.com/office/drawing/2014/main" id="{86BFA2B0-66D6-1A48-3841-D2470DE4F607}"/>
                </a:ext>
              </a:extLst>
            </p:cNvPr>
            <p:cNvSpPr txBox="1"/>
            <p:nvPr/>
          </p:nvSpPr>
          <p:spPr>
            <a:xfrm>
              <a:off x="4882663" y="3265913"/>
              <a:ext cx="1792450" cy="230833"/>
            </a:xfrm>
            <a:prstGeom prst="rect">
              <a:avLst/>
            </a:prstGeom>
            <a:noFill/>
          </p:spPr>
          <p:txBody>
            <a:bodyPr wrap="square" rtlCol="0">
              <a:spAutoFit/>
            </a:bodyPr>
            <a:lstStyle>
              <a:defPPr>
                <a:defRPr lang="en-US"/>
              </a:defPPr>
              <a:lvl1pPr defTabSz="594873">
                <a:defRPr sz="105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defTabSz="793144">
                <a:defRPr/>
              </a:pPr>
              <a:r>
                <a:rPr lang="en-US" sz="1400" dirty="0"/>
                <a:t>Customization Capabilities</a:t>
              </a:r>
            </a:p>
          </p:txBody>
        </p:sp>
        <p:sp>
          <p:nvSpPr>
            <p:cNvPr id="136" name="TextBox 135">
              <a:extLst>
                <a:ext uri="{FF2B5EF4-FFF2-40B4-BE49-F238E27FC236}">
                  <a16:creationId xmlns:a16="http://schemas.microsoft.com/office/drawing/2014/main" id="{F9573E9A-D5D3-F5FA-8DE8-10C15530A8E7}"/>
                </a:ext>
              </a:extLst>
            </p:cNvPr>
            <p:cNvSpPr txBox="1"/>
            <p:nvPr/>
          </p:nvSpPr>
          <p:spPr>
            <a:xfrm>
              <a:off x="6734809" y="3265913"/>
              <a:ext cx="2019523" cy="230833"/>
            </a:xfrm>
            <a:prstGeom prst="rect">
              <a:avLst/>
            </a:prstGeom>
            <a:noFill/>
          </p:spPr>
          <p:txBody>
            <a:bodyPr wrap="square" rtlCol="0">
              <a:spAutoFit/>
            </a:bodyPr>
            <a:lstStyle>
              <a:defPPr>
                <a:defRPr lang="en-US"/>
              </a:defPPr>
              <a:lvl1pPr defTabSz="594873">
                <a:defRPr sz="105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defTabSz="793144">
                <a:defRPr/>
              </a:pPr>
              <a:r>
                <a:rPr lang="en-US" sz="1400" dirty="0"/>
                <a:t>Broadest selection of models</a:t>
              </a:r>
            </a:p>
          </p:txBody>
        </p:sp>
        <p:sp>
          <p:nvSpPr>
            <p:cNvPr id="137" name="TextBox 136">
              <a:extLst>
                <a:ext uri="{FF2B5EF4-FFF2-40B4-BE49-F238E27FC236}">
                  <a16:creationId xmlns:a16="http://schemas.microsoft.com/office/drawing/2014/main" id="{4EECD395-D8F8-A92F-4231-956DB4EF09FA}"/>
                </a:ext>
              </a:extLst>
            </p:cNvPr>
            <p:cNvSpPr txBox="1"/>
            <p:nvPr/>
          </p:nvSpPr>
          <p:spPr>
            <a:xfrm>
              <a:off x="4278616" y="3265913"/>
              <a:ext cx="608514" cy="230833"/>
            </a:xfrm>
            <a:prstGeom prst="rect">
              <a:avLst/>
            </a:prstGeom>
            <a:noFill/>
          </p:spPr>
          <p:txBody>
            <a:bodyPr wrap="square" rtlCol="0">
              <a:spAutoFit/>
            </a:bodyPr>
            <a:lstStyle>
              <a:defPPr>
                <a:defRPr lang="en-US"/>
              </a:defPPr>
              <a:lvl1pPr defTabSz="594873">
                <a:defRPr sz="105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defTabSz="793144">
                <a:defRPr/>
              </a:pPr>
              <a:r>
                <a:rPr lang="en-US" sz="1400" dirty="0"/>
                <a:t>Studio</a:t>
              </a:r>
            </a:p>
          </p:txBody>
        </p:sp>
        <p:cxnSp>
          <p:nvCxnSpPr>
            <p:cNvPr id="139" name="Straight Connector 138">
              <a:extLst>
                <a:ext uri="{FF2B5EF4-FFF2-40B4-BE49-F238E27FC236}">
                  <a16:creationId xmlns:a16="http://schemas.microsoft.com/office/drawing/2014/main" id="{24B5CAB4-0B27-8F28-A8C8-54ADD98D8280}"/>
                </a:ext>
              </a:extLst>
            </p:cNvPr>
            <p:cNvCxnSpPr>
              <a:cxnSpLocks/>
            </p:cNvCxnSpPr>
            <p:nvPr/>
          </p:nvCxnSpPr>
          <p:spPr>
            <a:xfrm>
              <a:off x="3546780" y="3315859"/>
              <a:ext cx="0" cy="154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AC7C1231-33BF-6A1C-A14C-A91F070E19D6}"/>
                </a:ext>
              </a:extLst>
            </p:cNvPr>
            <p:cNvCxnSpPr>
              <a:cxnSpLocks/>
            </p:cNvCxnSpPr>
            <p:nvPr/>
          </p:nvCxnSpPr>
          <p:spPr>
            <a:xfrm>
              <a:off x="4216954" y="3315859"/>
              <a:ext cx="0" cy="154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8480EC95-953D-CF44-7D97-53CC2BDF42A0}"/>
                </a:ext>
              </a:extLst>
            </p:cNvPr>
            <p:cNvCxnSpPr>
              <a:cxnSpLocks/>
            </p:cNvCxnSpPr>
            <p:nvPr/>
          </p:nvCxnSpPr>
          <p:spPr>
            <a:xfrm>
              <a:off x="6675113" y="3315859"/>
              <a:ext cx="0" cy="154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622DF79-7F9E-3E3C-6DDF-F425D9FCA271}"/>
                </a:ext>
              </a:extLst>
            </p:cNvPr>
            <p:cNvCxnSpPr>
              <a:cxnSpLocks/>
            </p:cNvCxnSpPr>
            <p:nvPr/>
          </p:nvCxnSpPr>
          <p:spPr>
            <a:xfrm>
              <a:off x="4887130" y="3315859"/>
              <a:ext cx="0" cy="154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 name="TextBox 58">
            <a:extLst>
              <a:ext uri="{FF2B5EF4-FFF2-40B4-BE49-F238E27FC236}">
                <a16:creationId xmlns:a16="http://schemas.microsoft.com/office/drawing/2014/main" id="{FEDB9DC2-C1C9-1A49-5D5A-50131695796F}"/>
              </a:ext>
            </a:extLst>
          </p:cNvPr>
          <p:cNvSpPr txBox="1"/>
          <p:nvPr/>
        </p:nvSpPr>
        <p:spPr>
          <a:xfrm>
            <a:off x="10354801" y="2045171"/>
            <a:ext cx="1732616" cy="523220"/>
          </a:xfrm>
          <a:prstGeom prst="rect">
            <a:avLst/>
          </a:prstGeom>
          <a:noFill/>
        </p:spPr>
        <p:txBody>
          <a:bodyPr wrap="square" rtlCol="0">
            <a:spAutoFit/>
          </a:bodyPr>
          <a:lstStyle/>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Amazon Q in </a:t>
            </a:r>
          </a:p>
          <a:p>
            <a:pPr defTabSz="846228">
              <a:defRPr/>
            </a:pPr>
            <a:r>
              <a:rPr lang="en-US" sz="1400" dirty="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rPr>
              <a:t>AWS Supply Chain</a:t>
            </a:r>
          </a:p>
        </p:txBody>
      </p:sp>
      <p:pic>
        <p:nvPicPr>
          <p:cNvPr id="60" name="Picture 59">
            <a:extLst>
              <a:ext uri="{FF2B5EF4-FFF2-40B4-BE49-F238E27FC236}">
                <a16:creationId xmlns:a16="http://schemas.microsoft.com/office/drawing/2014/main" id="{A7694E1A-1039-7498-9429-9A1DAF36EF1F}"/>
              </a:ext>
            </a:extLst>
          </p:cNvPr>
          <p:cNvPicPr>
            <a:picLocks noChangeAspect="1"/>
          </p:cNvPicPr>
          <p:nvPr/>
        </p:nvPicPr>
        <p:blipFill>
          <a:blip r:embed="rId15"/>
          <a:stretch>
            <a:fillRect/>
          </a:stretch>
        </p:blipFill>
        <p:spPr>
          <a:xfrm>
            <a:off x="10064369" y="2095785"/>
            <a:ext cx="266999" cy="274217"/>
          </a:xfrm>
          <a:prstGeom prst="rect">
            <a:avLst/>
          </a:prstGeom>
        </p:spPr>
      </p:pic>
      <p:sp>
        <p:nvSpPr>
          <p:cNvPr id="6" name="Title 5">
            <a:extLst>
              <a:ext uri="{FF2B5EF4-FFF2-40B4-BE49-F238E27FC236}">
                <a16:creationId xmlns:a16="http://schemas.microsoft.com/office/drawing/2014/main" id="{6700EA0F-D2B7-9E98-FFBD-CA2C33DA8897}"/>
              </a:ext>
            </a:extLst>
          </p:cNvPr>
          <p:cNvSpPr>
            <a:spLocks noGrp="1"/>
          </p:cNvSpPr>
          <p:nvPr>
            <p:ph type="title"/>
          </p:nvPr>
        </p:nvSpPr>
        <p:spPr/>
        <p:txBody>
          <a:bodyPr/>
          <a:lstStyle/>
          <a:p>
            <a:r>
              <a:rPr lang="en-AT" dirty="0"/>
              <a:t>Generative AI Stack</a:t>
            </a:r>
          </a:p>
        </p:txBody>
      </p:sp>
      <p:sp>
        <p:nvSpPr>
          <p:cNvPr id="7" name="TextBox 6">
            <a:extLst>
              <a:ext uri="{FF2B5EF4-FFF2-40B4-BE49-F238E27FC236}">
                <a16:creationId xmlns:a16="http://schemas.microsoft.com/office/drawing/2014/main" id="{38B31BD7-DE16-9B6D-2297-2CCC2564F442}"/>
              </a:ext>
            </a:extLst>
          </p:cNvPr>
          <p:cNvSpPr txBox="1"/>
          <p:nvPr/>
        </p:nvSpPr>
        <p:spPr>
          <a:xfrm>
            <a:off x="3427737" y="1517763"/>
            <a:ext cx="8288789" cy="400110"/>
          </a:xfrm>
          <a:prstGeom prst="rect">
            <a:avLst/>
          </a:prstGeom>
          <a:noFill/>
        </p:spPr>
        <p:txBody>
          <a:bodyPr wrap="square" rtlCol="0">
            <a:spAutoFit/>
          </a:bodyPr>
          <a:lstStyle>
            <a:defPPr>
              <a:defRPr lang="en-US"/>
            </a:defPPr>
            <a:lvl1pPr marR="0" lvl="0" indent="0" defTabSz="634687" fontAlgn="auto">
              <a:lnSpc>
                <a:spcPct val="100000"/>
              </a:lnSpc>
              <a:spcBef>
                <a:spcPts val="0"/>
              </a:spcBef>
              <a:spcAft>
                <a:spcPts val="0"/>
              </a:spcAft>
              <a:buClrTx/>
              <a:buSzTx/>
              <a:buFontTx/>
              <a:buNone/>
              <a:tabLst/>
              <a:defRPr kumimoji="0" sz="2000" b="1" i="0" u="none" strike="noStrike" cap="none" spc="148" normalizeH="0" baseline="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marL="0" marR="0" lvl="0" indent="0" algn="l" defTabSz="63468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48" normalizeH="0" baseline="0" noProof="0" dirty="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APPLICATIONS THAT LEVERAGE Foundation Models</a:t>
            </a:r>
          </a:p>
        </p:txBody>
      </p:sp>
      <p:sp>
        <p:nvSpPr>
          <p:cNvPr id="8" name="TextBox 7">
            <a:extLst>
              <a:ext uri="{FF2B5EF4-FFF2-40B4-BE49-F238E27FC236}">
                <a16:creationId xmlns:a16="http://schemas.microsoft.com/office/drawing/2014/main" id="{A9037DC7-E7CA-1C41-C54E-EB1C1C3B438C}"/>
              </a:ext>
            </a:extLst>
          </p:cNvPr>
          <p:cNvSpPr txBox="1"/>
          <p:nvPr/>
        </p:nvSpPr>
        <p:spPr>
          <a:xfrm>
            <a:off x="3674610" y="2946115"/>
            <a:ext cx="6728396" cy="400110"/>
          </a:xfrm>
          <a:prstGeom prst="rect">
            <a:avLst/>
          </a:prstGeom>
          <a:noFill/>
        </p:spPr>
        <p:txBody>
          <a:bodyPr wrap="square" rtlCol="0">
            <a:spAutoFit/>
          </a:bodyPr>
          <a:lstStyle>
            <a:defPPr>
              <a:defRPr lang="en-US"/>
            </a:defPPr>
            <a:lvl1pPr marR="0" lvl="0" indent="0" defTabSz="634687" fontAlgn="auto">
              <a:lnSpc>
                <a:spcPct val="100000"/>
              </a:lnSpc>
              <a:spcBef>
                <a:spcPts val="0"/>
              </a:spcBef>
              <a:spcAft>
                <a:spcPts val="0"/>
              </a:spcAft>
              <a:buClrTx/>
              <a:buSzTx/>
              <a:buFontTx/>
              <a:buNone/>
              <a:tabLst/>
              <a:defRPr kumimoji="0" sz="2000" b="1" i="0" u="none" strike="noStrike" cap="none" spc="148" normalizeH="0" baseline="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r>
              <a:rPr lang="en-US" dirty="0"/>
              <a:t>TOOLS TO BUILD APPS WITH FMs</a:t>
            </a:r>
          </a:p>
        </p:txBody>
      </p:sp>
      <p:sp>
        <p:nvSpPr>
          <p:cNvPr id="9" name="TextBox 8">
            <a:extLst>
              <a:ext uri="{FF2B5EF4-FFF2-40B4-BE49-F238E27FC236}">
                <a16:creationId xmlns:a16="http://schemas.microsoft.com/office/drawing/2014/main" id="{8C87CA73-A218-8F50-F3CF-1E96ABA83418}"/>
              </a:ext>
            </a:extLst>
          </p:cNvPr>
          <p:cNvSpPr txBox="1"/>
          <p:nvPr/>
        </p:nvSpPr>
        <p:spPr>
          <a:xfrm>
            <a:off x="3659620" y="4522160"/>
            <a:ext cx="9389172" cy="400110"/>
          </a:xfrm>
          <a:prstGeom prst="rect">
            <a:avLst/>
          </a:prstGeom>
          <a:noFill/>
        </p:spPr>
        <p:txBody>
          <a:bodyPr wrap="square" rtlCol="0">
            <a:spAutoFit/>
          </a:bodyPr>
          <a:lstStyle>
            <a:defPPr>
              <a:defRPr lang="en-US"/>
            </a:defPPr>
            <a:lvl1pPr marR="0" lvl="0" indent="0" defTabSz="634687" fontAlgn="auto">
              <a:lnSpc>
                <a:spcPct val="100000"/>
              </a:lnSpc>
              <a:spcBef>
                <a:spcPts val="0"/>
              </a:spcBef>
              <a:spcAft>
                <a:spcPts val="0"/>
              </a:spcAft>
              <a:buClrTx/>
              <a:buSzTx/>
              <a:buFontTx/>
              <a:buNone/>
              <a:tabLst/>
              <a:defRPr kumimoji="0" sz="2000" b="1" i="0" u="none" strike="noStrike" cap="none" spc="148" normalizeH="0" baseline="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r>
              <a:rPr lang="en-US" dirty="0"/>
              <a:t>INFRASTRUCTURE FOR FM TRAINING AND INFERENCE</a:t>
            </a:r>
          </a:p>
        </p:txBody>
      </p:sp>
    </p:spTree>
    <p:extLst>
      <p:ext uri="{BB962C8B-B14F-4D97-AF65-F5344CB8AC3E}">
        <p14:creationId xmlns:p14="http://schemas.microsoft.com/office/powerpoint/2010/main" val="890438623"/>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0"/>
                                  </p:stCondLst>
                                  <p:childTnLst>
                                    <p:set>
                                      <p:cBhvr>
                                        <p:cTn id="12" dur="1" fill="hold">
                                          <p:stCondLst>
                                            <p:cond delay="0"/>
                                          </p:stCondLst>
                                        </p:cTn>
                                        <p:tgtEl>
                                          <p:spTgt spid="68"/>
                                        </p:tgtEl>
                                        <p:attrNameLst>
                                          <p:attrName>style.visibility</p:attrName>
                                        </p:attrNameLst>
                                      </p:cBhvr>
                                      <p:to>
                                        <p:strVal val="visible"/>
                                      </p:to>
                                    </p:set>
                                    <p:animEffect transition="in" filter="fade">
                                      <p:cBhvr>
                                        <p:cTn id="13" dur="500"/>
                                        <p:tgtEl>
                                          <p:spTgt spid="6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9"/>
                                        </p:tgtEl>
                                        <p:attrNameLst>
                                          <p:attrName>style.visibility</p:attrName>
                                        </p:attrNameLst>
                                      </p:cBhvr>
                                      <p:to>
                                        <p:strVal val="visible"/>
                                      </p:to>
                                    </p:set>
                                    <p:animEffect transition="in" filter="fade">
                                      <p:cBhvr>
                                        <p:cTn id="16" dur="500"/>
                                        <p:tgtEl>
                                          <p:spTgt spid="59"/>
                                        </p:tgtEl>
                                      </p:cBhvr>
                                    </p:animEffect>
                                  </p:childTnLst>
                                </p:cTn>
                              </p:par>
                              <p:par>
                                <p:cTn id="17" presetID="10"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animEffect transition="in" filter="fade">
                                      <p:cBhvr>
                                        <p:cTn id="19" dur="500"/>
                                        <p:tgtEl>
                                          <p:spTgt spid="60"/>
                                        </p:tgtEl>
                                      </p:cBhvr>
                                    </p:animEffect>
                                  </p:childTnLst>
                                </p:cTn>
                              </p:par>
                              <p:par>
                                <p:cTn id="20" presetID="10" presetClass="entr" presetSubtype="0" fill="hold" nodeType="with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fade">
                                      <p:cBhvr>
                                        <p:cTn id="22" dur="500"/>
                                        <p:tgtEl>
                                          <p:spTgt spid="6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10"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nodeType="withEffect">
                                  <p:stCondLst>
                                    <p:cond delay="0"/>
                                  </p:stCondLst>
                                  <p:childTnLst>
                                    <p:set>
                                      <p:cBhvr>
                                        <p:cTn id="43" dur="1" fill="hold">
                                          <p:stCondLst>
                                            <p:cond delay="0"/>
                                          </p:stCondLst>
                                        </p:cTn>
                                        <p:tgtEl>
                                          <p:spTgt spid="71"/>
                                        </p:tgtEl>
                                        <p:attrNameLst>
                                          <p:attrName>style.visibility</p:attrName>
                                        </p:attrNameLst>
                                      </p:cBhvr>
                                      <p:to>
                                        <p:strVal val="visible"/>
                                      </p:to>
                                    </p:set>
                                    <p:animEffect transition="in" filter="fade">
                                      <p:cBhvr>
                                        <p:cTn id="44"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45B23-9BAC-C33E-024A-1A410B059228}"/>
            </a:ext>
          </a:extLst>
        </p:cNvPr>
        <p:cNvGrpSpPr/>
        <p:nvPr/>
      </p:nvGrpSpPr>
      <p:grpSpPr>
        <a:xfrm>
          <a:off x="0" y="0"/>
          <a:ext cx="0" cy="0"/>
          <a:chOff x="0" y="0"/>
          <a:chExt cx="0" cy="0"/>
        </a:xfrm>
      </p:grpSpPr>
      <p:sp>
        <p:nvSpPr>
          <p:cNvPr id="3" name="Rounded Rectangle 2">
            <a:extLst>
              <a:ext uri="{FF2B5EF4-FFF2-40B4-BE49-F238E27FC236}">
                <a16:creationId xmlns:a16="http://schemas.microsoft.com/office/drawing/2014/main" id="{50A90CE6-83A2-A1C1-9DDA-B19D88B346F6}"/>
              </a:ext>
            </a:extLst>
          </p:cNvPr>
          <p:cNvSpPr/>
          <p:nvPr/>
        </p:nvSpPr>
        <p:spPr>
          <a:xfrm>
            <a:off x="-319676" y="3491206"/>
            <a:ext cx="3027429" cy="3027429"/>
          </a:xfrm>
          <a:prstGeom prst="roundRect">
            <a:avLst>
              <a:gd name="adj" fmla="val 3553"/>
            </a:avLst>
          </a:prstGeom>
          <a:gradFill>
            <a:gsLst>
              <a:gs pos="61000">
                <a:srgbClr val="5290D6">
                  <a:alpha val="95875"/>
                </a:srgbClr>
              </a:gs>
              <a:gs pos="0">
                <a:srgbClr val="36117A"/>
              </a:gs>
              <a:gs pos="23000">
                <a:srgbClr val="723DFF">
                  <a:alpha val="86000"/>
                </a:srgbClr>
              </a:gs>
              <a:gs pos="99000">
                <a:srgbClr val="9FFDEA">
                  <a:alpha val="88066"/>
                </a:srgbClr>
              </a:gs>
            </a:gsLst>
            <a:lin ang="3600000" scaled="0"/>
          </a:gradFill>
          <a:ln>
            <a:noFill/>
          </a:ln>
          <a:effectLst>
            <a:outerShdw blurRad="650004" sx="124000" sy="124000" algn="ctr" rotWithShape="0">
              <a:prstClr val="black">
                <a:alpha val="34615"/>
              </a:prstClr>
            </a:outerShdw>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mazon Ember"/>
            </a:endParaRPr>
          </a:p>
        </p:txBody>
      </p:sp>
      <p:sp>
        <p:nvSpPr>
          <p:cNvPr id="4" name="Rounded Rectangle 3">
            <a:extLst>
              <a:ext uri="{FF2B5EF4-FFF2-40B4-BE49-F238E27FC236}">
                <a16:creationId xmlns:a16="http://schemas.microsoft.com/office/drawing/2014/main" id="{92871E91-937A-D07F-7DAA-721BFDF542C3}"/>
              </a:ext>
            </a:extLst>
          </p:cNvPr>
          <p:cNvSpPr/>
          <p:nvPr/>
        </p:nvSpPr>
        <p:spPr>
          <a:xfrm>
            <a:off x="-319676" y="2236281"/>
            <a:ext cx="3027429" cy="3027429"/>
          </a:xfrm>
          <a:prstGeom prst="roundRect">
            <a:avLst>
              <a:gd name="adj" fmla="val 3553"/>
            </a:avLst>
          </a:prstGeom>
          <a:gradFill>
            <a:gsLst>
              <a:gs pos="61000">
                <a:srgbClr val="5290D6">
                  <a:alpha val="95875"/>
                </a:srgbClr>
              </a:gs>
              <a:gs pos="0">
                <a:srgbClr val="36117A"/>
              </a:gs>
              <a:gs pos="23000">
                <a:srgbClr val="723DFF">
                  <a:alpha val="86000"/>
                </a:srgbClr>
              </a:gs>
              <a:gs pos="99000">
                <a:srgbClr val="9FFDEA">
                  <a:alpha val="88066"/>
                </a:srgbClr>
              </a:gs>
            </a:gsLst>
            <a:lin ang="3600000" scaled="0"/>
          </a:gradFill>
          <a:ln>
            <a:noFill/>
          </a:ln>
          <a:effectLst>
            <a:outerShdw blurRad="650004" sx="124000" sy="124000" algn="ctr" rotWithShape="0">
              <a:prstClr val="black">
                <a:alpha val="34615"/>
              </a:prstClr>
            </a:outerShdw>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mazon Ember"/>
            </a:endParaRPr>
          </a:p>
        </p:txBody>
      </p:sp>
      <p:sp>
        <p:nvSpPr>
          <p:cNvPr id="5" name="Rounded Rectangle 4">
            <a:extLst>
              <a:ext uri="{FF2B5EF4-FFF2-40B4-BE49-F238E27FC236}">
                <a16:creationId xmlns:a16="http://schemas.microsoft.com/office/drawing/2014/main" id="{72EB43A4-BB6B-D087-AF02-BFE860FD1854}"/>
              </a:ext>
            </a:extLst>
          </p:cNvPr>
          <p:cNvSpPr/>
          <p:nvPr/>
        </p:nvSpPr>
        <p:spPr>
          <a:xfrm>
            <a:off x="-319674" y="803719"/>
            <a:ext cx="3027429" cy="3027429"/>
          </a:xfrm>
          <a:prstGeom prst="roundRect">
            <a:avLst>
              <a:gd name="adj" fmla="val 3553"/>
            </a:avLst>
          </a:prstGeom>
          <a:gradFill>
            <a:gsLst>
              <a:gs pos="61000">
                <a:srgbClr val="5290D6">
                  <a:alpha val="95875"/>
                </a:srgbClr>
              </a:gs>
              <a:gs pos="0">
                <a:srgbClr val="36117A"/>
              </a:gs>
              <a:gs pos="23000">
                <a:srgbClr val="723DFF">
                  <a:alpha val="86000"/>
                </a:srgbClr>
              </a:gs>
              <a:gs pos="99000">
                <a:srgbClr val="9FFDEA">
                  <a:alpha val="88066"/>
                </a:srgbClr>
              </a:gs>
            </a:gsLst>
            <a:lin ang="3600000" scaled="0"/>
          </a:gradFill>
          <a:ln>
            <a:noFill/>
          </a:ln>
          <a:effectLst>
            <a:outerShdw blurRad="650004" sx="124000" sy="124000" algn="ctr" rotWithShape="0">
              <a:prstClr val="black">
                <a:alpha val="34615"/>
              </a:prstClr>
            </a:outerShdw>
          </a:effectLst>
          <a:scene3d>
            <a:camera prst="isometricTop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FFFFF"/>
              </a:solidFill>
              <a:latin typeface="Amazon Ember"/>
            </a:endParaRPr>
          </a:p>
        </p:txBody>
      </p:sp>
      <p:cxnSp>
        <p:nvCxnSpPr>
          <p:cNvPr id="29" name="Straight Connector 28">
            <a:extLst>
              <a:ext uri="{FF2B5EF4-FFF2-40B4-BE49-F238E27FC236}">
                <a16:creationId xmlns:a16="http://schemas.microsoft.com/office/drawing/2014/main" id="{94D2F0F7-D4BE-DE0E-A1F3-CD4F726A3C43}"/>
              </a:ext>
            </a:extLst>
          </p:cNvPr>
          <p:cNvCxnSpPr>
            <a:cxnSpLocks/>
          </p:cNvCxnSpPr>
          <p:nvPr/>
        </p:nvCxnSpPr>
        <p:spPr>
          <a:xfrm>
            <a:off x="2252770" y="1940250"/>
            <a:ext cx="9214263" cy="0"/>
          </a:xfrm>
          <a:prstGeom prst="line">
            <a:avLst/>
          </a:prstGeom>
          <a:ln w="19050" cap="rnd">
            <a:gradFill>
              <a:gsLst>
                <a:gs pos="0">
                  <a:schemeClr val="accent1">
                    <a:lumMod val="5000"/>
                    <a:lumOff val="95000"/>
                  </a:schemeClr>
                </a:gs>
                <a:gs pos="53000">
                  <a:schemeClr val="accent1">
                    <a:lumMod val="45000"/>
                    <a:lumOff val="55000"/>
                    <a:alpha val="42000"/>
                  </a:schemeClr>
                </a:gs>
                <a:gs pos="100000">
                  <a:schemeClr val="accent1">
                    <a:lumMod val="30000"/>
                    <a:lumOff val="70000"/>
                    <a:alpha val="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0EFA0A5-CEAC-4523-3AAD-7FD27F16FCDF}"/>
              </a:ext>
            </a:extLst>
          </p:cNvPr>
          <p:cNvCxnSpPr>
            <a:cxnSpLocks/>
          </p:cNvCxnSpPr>
          <p:nvPr/>
        </p:nvCxnSpPr>
        <p:spPr>
          <a:xfrm>
            <a:off x="2252770" y="4910974"/>
            <a:ext cx="9214263" cy="0"/>
          </a:xfrm>
          <a:prstGeom prst="line">
            <a:avLst/>
          </a:prstGeom>
          <a:ln w="19050" cap="rnd">
            <a:gradFill>
              <a:gsLst>
                <a:gs pos="0">
                  <a:schemeClr val="accent1">
                    <a:lumMod val="5000"/>
                    <a:lumOff val="95000"/>
                  </a:schemeClr>
                </a:gs>
                <a:gs pos="53000">
                  <a:schemeClr val="accent1">
                    <a:lumMod val="45000"/>
                    <a:lumOff val="55000"/>
                    <a:alpha val="42000"/>
                  </a:schemeClr>
                </a:gs>
                <a:gs pos="100000">
                  <a:schemeClr val="accent1">
                    <a:lumMod val="30000"/>
                    <a:lumOff val="70000"/>
                    <a:alpha val="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9DA6314-774C-0FD7-7E03-EE7B1A6EDA68}"/>
              </a:ext>
            </a:extLst>
          </p:cNvPr>
          <p:cNvCxnSpPr>
            <a:cxnSpLocks/>
          </p:cNvCxnSpPr>
          <p:nvPr/>
        </p:nvCxnSpPr>
        <p:spPr>
          <a:xfrm>
            <a:off x="2252770" y="3349208"/>
            <a:ext cx="9214263" cy="0"/>
          </a:xfrm>
          <a:prstGeom prst="line">
            <a:avLst/>
          </a:prstGeom>
          <a:ln w="19050" cap="rnd">
            <a:gradFill>
              <a:gsLst>
                <a:gs pos="0">
                  <a:schemeClr val="accent1">
                    <a:lumMod val="5000"/>
                    <a:lumOff val="95000"/>
                  </a:schemeClr>
                </a:gs>
                <a:gs pos="53000">
                  <a:schemeClr val="accent1">
                    <a:lumMod val="45000"/>
                    <a:lumOff val="55000"/>
                    <a:alpha val="42000"/>
                  </a:schemeClr>
                </a:gs>
                <a:gs pos="100000">
                  <a:schemeClr val="accent1">
                    <a:lumMod val="30000"/>
                    <a:lumOff val="70000"/>
                    <a:alpha val="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grpSp>
        <p:nvGrpSpPr>
          <p:cNvPr id="71" name="Group 70">
            <a:extLst>
              <a:ext uri="{FF2B5EF4-FFF2-40B4-BE49-F238E27FC236}">
                <a16:creationId xmlns:a16="http://schemas.microsoft.com/office/drawing/2014/main" id="{4C8D3E3A-CDC7-3DB7-64DE-D371CA7A819B}"/>
              </a:ext>
            </a:extLst>
          </p:cNvPr>
          <p:cNvGrpSpPr/>
          <p:nvPr/>
        </p:nvGrpSpPr>
        <p:grpSpPr>
          <a:xfrm>
            <a:off x="3925871" y="5117252"/>
            <a:ext cx="7745873" cy="826971"/>
            <a:chOff x="4251871" y="5180538"/>
            <a:chExt cx="6355075" cy="678486"/>
          </a:xfrm>
        </p:grpSpPr>
        <p:grpSp>
          <p:nvGrpSpPr>
            <p:cNvPr id="72" name="Group 71">
              <a:extLst>
                <a:ext uri="{FF2B5EF4-FFF2-40B4-BE49-F238E27FC236}">
                  <a16:creationId xmlns:a16="http://schemas.microsoft.com/office/drawing/2014/main" id="{0581636F-F0A6-2C0B-D77B-99840BF8022F}"/>
                </a:ext>
              </a:extLst>
            </p:cNvPr>
            <p:cNvGrpSpPr/>
            <p:nvPr/>
          </p:nvGrpSpPr>
          <p:grpSpPr>
            <a:xfrm>
              <a:off x="4251871" y="5180538"/>
              <a:ext cx="3052261" cy="259767"/>
              <a:chOff x="10695357" y="5436543"/>
              <a:chExt cx="5150690" cy="438356"/>
            </a:xfrm>
          </p:grpSpPr>
          <p:sp>
            <p:nvSpPr>
              <p:cNvPr id="85" name="TextBox 84">
                <a:extLst>
                  <a:ext uri="{FF2B5EF4-FFF2-40B4-BE49-F238E27FC236}">
                    <a16:creationId xmlns:a16="http://schemas.microsoft.com/office/drawing/2014/main" id="{3D621288-ABD6-0C2E-C2E5-762358637A2D}"/>
                  </a:ext>
                </a:extLst>
              </p:cNvPr>
              <p:cNvSpPr txBox="1"/>
              <p:nvPr/>
            </p:nvSpPr>
            <p:spPr>
              <a:xfrm>
                <a:off x="10695357" y="5448782"/>
                <a:ext cx="859338" cy="426117"/>
              </a:xfrm>
              <a:prstGeom prst="rect">
                <a:avLst/>
              </a:prstGeom>
              <a:noFill/>
            </p:spPr>
            <p:txBody>
              <a:bodyPr wrap="none" rtlCol="0">
                <a:spAutoFit/>
              </a:bodyPr>
              <a:lstStyle/>
              <a:p>
                <a:pPr defTabSz="634671">
                  <a:defRPr/>
                </a:pPr>
                <a:r>
                  <a:rPr lang="en-US" sz="1400" dirty="0">
                    <a:solidFill>
                      <a:schemeClr val="bg1">
                        <a:lumMod val="50000"/>
                        <a:lumOff val="50000"/>
                      </a:schemeClr>
                    </a:solidFill>
                    <a:latin typeface="Amazon Ember"/>
                    <a:ea typeface="Amazon Ember Display" panose="020F0603020204020204" pitchFamily="34" charset="0"/>
                    <a:cs typeface="Amazon Ember Display" panose="020F0603020204020204" pitchFamily="34" charset="0"/>
                  </a:rPr>
                  <a:t>GPUs</a:t>
                </a:r>
              </a:p>
            </p:txBody>
          </p:sp>
          <p:sp>
            <p:nvSpPr>
              <p:cNvPr id="94" name="TextBox 93">
                <a:extLst>
                  <a:ext uri="{FF2B5EF4-FFF2-40B4-BE49-F238E27FC236}">
                    <a16:creationId xmlns:a16="http://schemas.microsoft.com/office/drawing/2014/main" id="{B93DFF59-A084-AA73-CAD6-E58CB0D381A0}"/>
                  </a:ext>
                </a:extLst>
              </p:cNvPr>
              <p:cNvSpPr txBox="1"/>
              <p:nvPr/>
            </p:nvSpPr>
            <p:spPr>
              <a:xfrm>
                <a:off x="14213673" y="5448782"/>
                <a:ext cx="1632374" cy="426117"/>
              </a:xfrm>
              <a:prstGeom prst="rect">
                <a:avLst/>
              </a:prstGeom>
              <a:noFill/>
            </p:spPr>
            <p:txBody>
              <a:bodyPr wrap="square" rtlCol="0">
                <a:spAutoFit/>
              </a:bodyPr>
              <a:lstStyle/>
              <a:p>
                <a:pPr defTabSz="634671">
                  <a:defRPr/>
                </a:pPr>
                <a:r>
                  <a:rPr lang="en-US" sz="1400" dirty="0">
                    <a:solidFill>
                      <a:schemeClr val="bg1">
                        <a:lumMod val="50000"/>
                        <a:lumOff val="50000"/>
                      </a:schemeClr>
                    </a:solidFill>
                    <a:latin typeface="Amazon Ember"/>
                    <a:ea typeface="Amazon Ember Display" panose="020F0603020204020204" pitchFamily="34" charset="0"/>
                    <a:cs typeface="Amazon Ember Display" panose="020F0603020204020204" pitchFamily="34" charset="0"/>
                  </a:rPr>
                  <a:t>Inferentia</a:t>
                </a:r>
              </a:p>
            </p:txBody>
          </p:sp>
          <p:sp>
            <p:nvSpPr>
              <p:cNvPr id="92" name="TextBox 91">
                <a:extLst>
                  <a:ext uri="{FF2B5EF4-FFF2-40B4-BE49-F238E27FC236}">
                    <a16:creationId xmlns:a16="http://schemas.microsoft.com/office/drawing/2014/main" id="{8F5467AF-B230-7C1F-2921-2441DC4B71C0}"/>
                  </a:ext>
                </a:extLst>
              </p:cNvPr>
              <p:cNvSpPr txBox="1"/>
              <p:nvPr/>
            </p:nvSpPr>
            <p:spPr>
              <a:xfrm>
                <a:off x="12282888" y="5436543"/>
                <a:ext cx="1407651" cy="426118"/>
              </a:xfrm>
              <a:prstGeom prst="rect">
                <a:avLst/>
              </a:prstGeom>
              <a:noFill/>
            </p:spPr>
            <p:txBody>
              <a:bodyPr wrap="square" rtlCol="0">
                <a:spAutoFit/>
              </a:bodyPr>
              <a:lstStyle/>
              <a:p>
                <a:pPr defTabSz="634671">
                  <a:defRPr/>
                </a:pPr>
                <a:r>
                  <a:rPr lang="en-US" sz="1400" dirty="0">
                    <a:solidFill>
                      <a:schemeClr val="bg1">
                        <a:lumMod val="50000"/>
                        <a:lumOff val="50000"/>
                      </a:schemeClr>
                    </a:solidFill>
                    <a:latin typeface="Amazon Ember"/>
                    <a:ea typeface="Amazon Ember Display" panose="020F0603020204020204" pitchFamily="34" charset="0"/>
                    <a:cs typeface="Amazon Ember Display" panose="020F0603020204020204" pitchFamily="34" charset="0"/>
                  </a:rPr>
                  <a:t>Trainium</a:t>
                </a:r>
              </a:p>
            </p:txBody>
          </p:sp>
        </p:grpSp>
        <p:grpSp>
          <p:nvGrpSpPr>
            <p:cNvPr id="73" name="Group 72">
              <a:extLst>
                <a:ext uri="{FF2B5EF4-FFF2-40B4-BE49-F238E27FC236}">
                  <a16:creationId xmlns:a16="http://schemas.microsoft.com/office/drawing/2014/main" id="{B2531A12-C519-38A2-77EE-183239829034}"/>
                </a:ext>
              </a:extLst>
            </p:cNvPr>
            <p:cNvGrpSpPr/>
            <p:nvPr/>
          </p:nvGrpSpPr>
          <p:grpSpPr>
            <a:xfrm>
              <a:off x="4252114" y="5604092"/>
              <a:ext cx="6354832" cy="254932"/>
              <a:chOff x="10707385" y="5880040"/>
              <a:chExt cx="10723779" cy="430200"/>
            </a:xfrm>
          </p:grpSpPr>
          <p:sp>
            <p:nvSpPr>
              <p:cNvPr id="83" name="TextBox 82">
                <a:extLst>
                  <a:ext uri="{FF2B5EF4-FFF2-40B4-BE49-F238E27FC236}">
                    <a16:creationId xmlns:a16="http://schemas.microsoft.com/office/drawing/2014/main" id="{D4F1402A-DF21-AA14-CD0E-D265022CD4BB}"/>
                  </a:ext>
                </a:extLst>
              </p:cNvPr>
              <p:cNvSpPr txBox="1"/>
              <p:nvPr/>
            </p:nvSpPr>
            <p:spPr>
              <a:xfrm>
                <a:off x="14329947" y="5884119"/>
                <a:ext cx="2568539" cy="426120"/>
              </a:xfrm>
              <a:prstGeom prst="rect">
                <a:avLst/>
              </a:prstGeom>
              <a:noFill/>
            </p:spPr>
            <p:txBody>
              <a:bodyPr wrap="square" rtlCol="0">
                <a:spAutoFit/>
              </a:bodyPr>
              <a:lstStyle/>
              <a:p>
                <a:pPr defTabSz="634671">
                  <a:defRPr/>
                </a:pPr>
                <a:r>
                  <a:rPr lang="en-US" sz="1400" dirty="0">
                    <a:solidFill>
                      <a:schemeClr val="bg1">
                        <a:lumMod val="50000"/>
                        <a:lumOff val="50000"/>
                      </a:schemeClr>
                    </a:solidFill>
                    <a:latin typeface="Amazon Ember"/>
                    <a:ea typeface="Amazon Ember Display" panose="020F0603020204020204" pitchFamily="34" charset="0"/>
                    <a:cs typeface="Amazon Ember Display" panose="020F0603020204020204" pitchFamily="34" charset="0"/>
                  </a:rPr>
                  <a:t>EC2 Capacity Blocks</a:t>
                </a:r>
              </a:p>
            </p:txBody>
          </p:sp>
          <p:sp>
            <p:nvSpPr>
              <p:cNvPr id="75" name="TextBox 74">
                <a:extLst>
                  <a:ext uri="{FF2B5EF4-FFF2-40B4-BE49-F238E27FC236}">
                    <a16:creationId xmlns:a16="http://schemas.microsoft.com/office/drawing/2014/main" id="{38FFFB85-9DCF-6D58-0243-4693B0BF065E}"/>
                  </a:ext>
                </a:extLst>
              </p:cNvPr>
              <p:cNvSpPr txBox="1"/>
              <p:nvPr/>
            </p:nvSpPr>
            <p:spPr>
              <a:xfrm>
                <a:off x="18722822" y="5884120"/>
                <a:ext cx="2708342" cy="426120"/>
              </a:xfrm>
              <a:prstGeom prst="rect">
                <a:avLst/>
              </a:prstGeom>
              <a:noFill/>
            </p:spPr>
            <p:txBody>
              <a:bodyPr wrap="square" rtlCol="0">
                <a:spAutoFit/>
              </a:bodyPr>
              <a:lstStyle/>
              <a:p>
                <a:pPr defTabSz="634671">
                  <a:defRPr/>
                </a:pPr>
                <a:r>
                  <a:rPr lang="en-US" sz="1400" dirty="0">
                    <a:solidFill>
                      <a:schemeClr val="bg1">
                        <a:lumMod val="50000"/>
                        <a:lumOff val="50000"/>
                      </a:schemeClr>
                    </a:solidFill>
                    <a:latin typeface="Amazon Ember"/>
                    <a:ea typeface="Amazon Ember Display" panose="020F0603020204020204" pitchFamily="34" charset="0"/>
                    <a:cs typeface="Amazon Ember Display" panose="020F0603020204020204" pitchFamily="34" charset="0"/>
                  </a:rPr>
                  <a:t>Neuron</a:t>
                </a:r>
              </a:p>
            </p:txBody>
          </p:sp>
          <p:sp>
            <p:nvSpPr>
              <p:cNvPr id="76" name="TextBox 75">
                <a:extLst>
                  <a:ext uri="{FF2B5EF4-FFF2-40B4-BE49-F238E27FC236}">
                    <a16:creationId xmlns:a16="http://schemas.microsoft.com/office/drawing/2014/main" id="{74C1CD1D-B1BD-3CC4-A416-5743E327B73B}"/>
                  </a:ext>
                </a:extLst>
              </p:cNvPr>
              <p:cNvSpPr txBox="1"/>
              <p:nvPr/>
            </p:nvSpPr>
            <p:spPr>
              <a:xfrm>
                <a:off x="10707385" y="5880047"/>
                <a:ext cx="1906050" cy="426120"/>
              </a:xfrm>
              <a:prstGeom prst="rect">
                <a:avLst/>
              </a:prstGeom>
              <a:noFill/>
            </p:spPr>
            <p:txBody>
              <a:bodyPr wrap="square" rtlCol="0">
                <a:spAutoFit/>
              </a:bodyPr>
              <a:lstStyle/>
              <a:p>
                <a:pPr defTabSz="634671">
                  <a:defRPr/>
                </a:pPr>
                <a:r>
                  <a:rPr lang="en-US" sz="1400" dirty="0">
                    <a:solidFill>
                      <a:schemeClr val="bg1">
                        <a:lumMod val="50000"/>
                        <a:lumOff val="50000"/>
                      </a:schemeClr>
                    </a:solidFill>
                    <a:latin typeface="Amazon Ember"/>
                    <a:ea typeface="Amazon Ember Display" panose="020F0603020204020204" pitchFamily="34" charset="0"/>
                    <a:cs typeface="Amazon Ember Display" panose="020F0603020204020204" pitchFamily="34" charset="0"/>
                  </a:rPr>
                  <a:t>UltraClusters</a:t>
                </a:r>
              </a:p>
            </p:txBody>
          </p:sp>
          <p:sp>
            <p:nvSpPr>
              <p:cNvPr id="77" name="TextBox 76">
                <a:extLst>
                  <a:ext uri="{FF2B5EF4-FFF2-40B4-BE49-F238E27FC236}">
                    <a16:creationId xmlns:a16="http://schemas.microsoft.com/office/drawing/2014/main" id="{BA3F274C-DD10-599B-AB29-5AD6F082DB2C}"/>
                  </a:ext>
                </a:extLst>
              </p:cNvPr>
              <p:cNvSpPr txBox="1"/>
              <p:nvPr/>
            </p:nvSpPr>
            <p:spPr>
              <a:xfrm>
                <a:off x="13033283" y="5884120"/>
                <a:ext cx="783880" cy="426120"/>
              </a:xfrm>
              <a:prstGeom prst="rect">
                <a:avLst/>
              </a:prstGeom>
              <a:noFill/>
            </p:spPr>
            <p:txBody>
              <a:bodyPr wrap="square" rtlCol="0">
                <a:spAutoFit/>
              </a:bodyPr>
              <a:lstStyle/>
              <a:p>
                <a:pPr defTabSz="634671">
                  <a:defRPr/>
                </a:pPr>
                <a:r>
                  <a:rPr lang="en-US" sz="1400" dirty="0">
                    <a:solidFill>
                      <a:schemeClr val="bg1">
                        <a:lumMod val="50000"/>
                        <a:lumOff val="50000"/>
                      </a:schemeClr>
                    </a:solidFill>
                    <a:latin typeface="Amazon Ember"/>
                    <a:ea typeface="Amazon Ember Display" panose="020F0603020204020204" pitchFamily="34" charset="0"/>
                    <a:cs typeface="Amazon Ember Display" panose="020F0603020204020204" pitchFamily="34" charset="0"/>
                  </a:rPr>
                  <a:t>EFA</a:t>
                </a:r>
              </a:p>
            </p:txBody>
          </p:sp>
          <p:sp>
            <p:nvSpPr>
              <p:cNvPr id="81" name="TextBox 80">
                <a:extLst>
                  <a:ext uri="{FF2B5EF4-FFF2-40B4-BE49-F238E27FC236}">
                    <a16:creationId xmlns:a16="http://schemas.microsoft.com/office/drawing/2014/main" id="{20F2058E-3053-CC83-92AC-D169BEFAE387}"/>
                  </a:ext>
                </a:extLst>
              </p:cNvPr>
              <p:cNvSpPr txBox="1"/>
              <p:nvPr/>
            </p:nvSpPr>
            <p:spPr>
              <a:xfrm>
                <a:off x="17304463" y="5880040"/>
                <a:ext cx="956567" cy="426120"/>
              </a:xfrm>
              <a:prstGeom prst="rect">
                <a:avLst/>
              </a:prstGeom>
              <a:noFill/>
            </p:spPr>
            <p:txBody>
              <a:bodyPr wrap="square" rtlCol="0">
                <a:spAutoFit/>
              </a:bodyPr>
              <a:lstStyle/>
              <a:p>
                <a:pPr defTabSz="634671">
                  <a:defRPr/>
                </a:pPr>
                <a:r>
                  <a:rPr lang="en-US" sz="1400" dirty="0">
                    <a:solidFill>
                      <a:schemeClr val="bg1">
                        <a:lumMod val="50000"/>
                        <a:lumOff val="50000"/>
                      </a:schemeClr>
                    </a:solidFill>
                    <a:latin typeface="Amazon Ember"/>
                    <a:ea typeface="Amazon Ember Display" panose="020F0603020204020204" pitchFamily="34" charset="0"/>
                    <a:cs typeface="Amazon Ember Display" panose="020F0603020204020204" pitchFamily="34" charset="0"/>
                  </a:rPr>
                  <a:t>Nitro</a:t>
                </a:r>
              </a:p>
            </p:txBody>
          </p:sp>
        </p:grpSp>
      </p:grpSp>
      <p:grpSp>
        <p:nvGrpSpPr>
          <p:cNvPr id="68" name="Group 67">
            <a:extLst>
              <a:ext uri="{FF2B5EF4-FFF2-40B4-BE49-F238E27FC236}">
                <a16:creationId xmlns:a16="http://schemas.microsoft.com/office/drawing/2014/main" id="{38BFF736-B3E9-64ED-693C-5CE2CB21EAEC}"/>
              </a:ext>
            </a:extLst>
          </p:cNvPr>
          <p:cNvGrpSpPr/>
          <p:nvPr/>
        </p:nvGrpSpPr>
        <p:grpSpPr>
          <a:xfrm>
            <a:off x="3858073" y="2038794"/>
            <a:ext cx="6574318" cy="530146"/>
            <a:chOff x="10669786" y="1738849"/>
            <a:chExt cx="8646365" cy="749109"/>
          </a:xfrm>
        </p:grpSpPr>
        <p:sp>
          <p:nvSpPr>
            <p:cNvPr id="110" name="TextBox 109">
              <a:extLst>
                <a:ext uri="{FF2B5EF4-FFF2-40B4-BE49-F238E27FC236}">
                  <a16:creationId xmlns:a16="http://schemas.microsoft.com/office/drawing/2014/main" id="{DD2E3277-C512-B154-0599-41408014BD21}"/>
                </a:ext>
              </a:extLst>
            </p:cNvPr>
            <p:cNvSpPr txBox="1"/>
            <p:nvPr/>
          </p:nvSpPr>
          <p:spPr>
            <a:xfrm>
              <a:off x="10669786" y="1748636"/>
              <a:ext cx="3092293" cy="739322"/>
            </a:xfrm>
            <a:prstGeom prst="rect">
              <a:avLst/>
            </a:prstGeom>
            <a:noFill/>
          </p:spPr>
          <p:txBody>
            <a:bodyPr wrap="square" rtlCol="0">
              <a:spAutoFit/>
            </a:bodyPr>
            <a:lstStyle/>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Amazon Q</a:t>
              </a:r>
            </a:p>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Business   </a:t>
              </a:r>
            </a:p>
          </p:txBody>
        </p:sp>
        <p:sp>
          <p:nvSpPr>
            <p:cNvPr id="112" name="TextBox 111">
              <a:extLst>
                <a:ext uri="{FF2B5EF4-FFF2-40B4-BE49-F238E27FC236}">
                  <a16:creationId xmlns:a16="http://schemas.microsoft.com/office/drawing/2014/main" id="{587C76F5-4268-B17D-9CA3-EAAC0E864D6F}"/>
                </a:ext>
              </a:extLst>
            </p:cNvPr>
            <p:cNvSpPr txBox="1"/>
            <p:nvPr/>
          </p:nvSpPr>
          <p:spPr>
            <a:xfrm>
              <a:off x="12564204" y="1741058"/>
              <a:ext cx="2712504" cy="739322"/>
            </a:xfrm>
            <a:prstGeom prst="rect">
              <a:avLst/>
            </a:prstGeom>
            <a:noFill/>
          </p:spPr>
          <p:txBody>
            <a:bodyPr wrap="square" rtlCol="0">
              <a:spAutoFit/>
            </a:bodyPr>
            <a:lstStyle/>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Amazon Q</a:t>
              </a:r>
            </a:p>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Developer</a:t>
              </a:r>
            </a:p>
          </p:txBody>
        </p:sp>
        <p:sp>
          <p:nvSpPr>
            <p:cNvPr id="114" name="TextBox 113">
              <a:extLst>
                <a:ext uri="{FF2B5EF4-FFF2-40B4-BE49-F238E27FC236}">
                  <a16:creationId xmlns:a16="http://schemas.microsoft.com/office/drawing/2014/main" id="{A14B52CD-F141-64E8-0542-961FE105C86F}"/>
                </a:ext>
              </a:extLst>
            </p:cNvPr>
            <p:cNvSpPr txBox="1"/>
            <p:nvPr/>
          </p:nvSpPr>
          <p:spPr>
            <a:xfrm>
              <a:off x="14625854" y="1738850"/>
              <a:ext cx="1906761" cy="739322"/>
            </a:xfrm>
            <a:prstGeom prst="rect">
              <a:avLst/>
            </a:prstGeom>
            <a:noFill/>
          </p:spPr>
          <p:txBody>
            <a:bodyPr wrap="square" rtlCol="0">
              <a:spAutoFit/>
            </a:bodyPr>
            <a:lstStyle/>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Amazon Q in </a:t>
              </a:r>
            </a:p>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QuickSight</a:t>
              </a:r>
            </a:p>
          </p:txBody>
        </p:sp>
        <p:sp>
          <p:nvSpPr>
            <p:cNvPr id="116" name="TextBox 115">
              <a:extLst>
                <a:ext uri="{FF2B5EF4-FFF2-40B4-BE49-F238E27FC236}">
                  <a16:creationId xmlns:a16="http://schemas.microsoft.com/office/drawing/2014/main" id="{F40B07BA-A08E-AE8F-738C-106249DAECA1}"/>
                </a:ext>
              </a:extLst>
            </p:cNvPr>
            <p:cNvSpPr txBox="1"/>
            <p:nvPr/>
          </p:nvSpPr>
          <p:spPr>
            <a:xfrm>
              <a:off x="17037461" y="1738849"/>
              <a:ext cx="2278690" cy="739323"/>
            </a:xfrm>
            <a:prstGeom prst="rect">
              <a:avLst/>
            </a:prstGeom>
            <a:noFill/>
          </p:spPr>
          <p:txBody>
            <a:bodyPr wrap="square" rtlCol="0">
              <a:spAutoFit/>
            </a:bodyPr>
            <a:lstStyle/>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Amazon Q in </a:t>
              </a:r>
            </a:p>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Connect  </a:t>
              </a:r>
            </a:p>
          </p:txBody>
        </p:sp>
      </p:grpSp>
      <p:grpSp>
        <p:nvGrpSpPr>
          <p:cNvPr id="2" name="Group 1">
            <a:extLst>
              <a:ext uri="{FF2B5EF4-FFF2-40B4-BE49-F238E27FC236}">
                <a16:creationId xmlns:a16="http://schemas.microsoft.com/office/drawing/2014/main" id="{052EAD79-422C-91F8-A08D-349D2DB5874B}"/>
              </a:ext>
            </a:extLst>
          </p:cNvPr>
          <p:cNvGrpSpPr/>
          <p:nvPr/>
        </p:nvGrpSpPr>
        <p:grpSpPr>
          <a:xfrm>
            <a:off x="3664894" y="3553190"/>
            <a:ext cx="8006848" cy="736855"/>
            <a:chOff x="2749196" y="2944105"/>
            <a:chExt cx="6005136" cy="552641"/>
          </a:xfrm>
        </p:grpSpPr>
        <p:sp>
          <p:nvSpPr>
            <p:cNvPr id="131" name="TextBox 130">
              <a:extLst>
                <a:ext uri="{FF2B5EF4-FFF2-40B4-BE49-F238E27FC236}">
                  <a16:creationId xmlns:a16="http://schemas.microsoft.com/office/drawing/2014/main" id="{87467548-81B5-4CB8-90FB-CBD7AE3698C4}"/>
                </a:ext>
              </a:extLst>
            </p:cNvPr>
            <p:cNvSpPr txBox="1"/>
            <p:nvPr/>
          </p:nvSpPr>
          <p:spPr>
            <a:xfrm>
              <a:off x="2914296" y="2944105"/>
              <a:ext cx="1744447" cy="253916"/>
            </a:xfrm>
            <a:prstGeom prst="rect">
              <a:avLst/>
            </a:prstGeom>
            <a:noFill/>
          </p:spPr>
          <p:txBody>
            <a:bodyPr wrap="square" rtlCol="0">
              <a:spAutoFit/>
            </a:bodyPr>
            <a:lstStyle/>
            <a:p>
              <a:pPr defTabSz="793144">
                <a:defRPr/>
              </a:pPr>
              <a:r>
                <a:rPr lang="en-US" sz="1600" b="1"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Amazon Bedrock</a:t>
              </a:r>
            </a:p>
          </p:txBody>
        </p:sp>
        <p:sp>
          <p:nvSpPr>
            <p:cNvPr id="133" name="TextBox 132">
              <a:extLst>
                <a:ext uri="{FF2B5EF4-FFF2-40B4-BE49-F238E27FC236}">
                  <a16:creationId xmlns:a16="http://schemas.microsoft.com/office/drawing/2014/main" id="{E8FE7EDC-9817-CA86-22C1-93DFDA9FD498}"/>
                </a:ext>
              </a:extLst>
            </p:cNvPr>
            <p:cNvSpPr txBox="1"/>
            <p:nvPr/>
          </p:nvSpPr>
          <p:spPr>
            <a:xfrm>
              <a:off x="2749196" y="3265913"/>
              <a:ext cx="797584" cy="230833"/>
            </a:xfrm>
            <a:prstGeom prst="rect">
              <a:avLst/>
            </a:prstGeom>
            <a:noFill/>
          </p:spPr>
          <p:txBody>
            <a:bodyPr wrap="square" rtlCol="0">
              <a:spAutoFit/>
            </a:bodyPr>
            <a:lstStyle/>
            <a:p>
              <a:pPr defTabSz="793144">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Guardrails</a:t>
              </a:r>
            </a:p>
          </p:txBody>
        </p:sp>
        <p:sp>
          <p:nvSpPr>
            <p:cNvPr id="134" name="TextBox 133">
              <a:extLst>
                <a:ext uri="{FF2B5EF4-FFF2-40B4-BE49-F238E27FC236}">
                  <a16:creationId xmlns:a16="http://schemas.microsoft.com/office/drawing/2014/main" id="{1E80C76B-1931-364E-A096-DAC41D61BA20}"/>
                </a:ext>
              </a:extLst>
            </p:cNvPr>
            <p:cNvSpPr txBox="1"/>
            <p:nvPr/>
          </p:nvSpPr>
          <p:spPr>
            <a:xfrm>
              <a:off x="3608440" y="3265913"/>
              <a:ext cx="608514" cy="230833"/>
            </a:xfrm>
            <a:prstGeom prst="rect">
              <a:avLst/>
            </a:prstGeom>
            <a:noFill/>
          </p:spPr>
          <p:txBody>
            <a:bodyPr wrap="square" rtlCol="0">
              <a:spAutoFit/>
            </a:bodyPr>
            <a:lstStyle/>
            <a:p>
              <a:pPr defTabSz="793144">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Agents</a:t>
              </a:r>
            </a:p>
          </p:txBody>
        </p:sp>
        <p:sp>
          <p:nvSpPr>
            <p:cNvPr id="135" name="TextBox 134">
              <a:extLst>
                <a:ext uri="{FF2B5EF4-FFF2-40B4-BE49-F238E27FC236}">
                  <a16:creationId xmlns:a16="http://schemas.microsoft.com/office/drawing/2014/main" id="{8CAB774C-E813-7DA4-DF2A-2BE4C15B47FC}"/>
                </a:ext>
              </a:extLst>
            </p:cNvPr>
            <p:cNvSpPr txBox="1"/>
            <p:nvPr/>
          </p:nvSpPr>
          <p:spPr>
            <a:xfrm>
              <a:off x="4882663" y="3265913"/>
              <a:ext cx="1792450" cy="230833"/>
            </a:xfrm>
            <a:prstGeom prst="rect">
              <a:avLst/>
            </a:prstGeom>
            <a:noFill/>
          </p:spPr>
          <p:txBody>
            <a:bodyPr wrap="square" rtlCol="0">
              <a:spAutoFit/>
            </a:bodyPr>
            <a:lstStyle>
              <a:defPPr>
                <a:defRPr lang="en-US"/>
              </a:defPPr>
              <a:lvl1pPr defTabSz="594873">
                <a:defRPr sz="105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defTabSz="793144">
                <a:defRPr/>
              </a:pPr>
              <a:r>
                <a:rPr lang="en-US" sz="1400" dirty="0">
                  <a:solidFill>
                    <a:schemeClr val="bg1">
                      <a:lumMod val="50000"/>
                      <a:lumOff val="50000"/>
                    </a:schemeClr>
                  </a:solidFill>
                </a:rPr>
                <a:t>Customization Capabilities</a:t>
              </a:r>
            </a:p>
          </p:txBody>
        </p:sp>
        <p:sp>
          <p:nvSpPr>
            <p:cNvPr id="136" name="TextBox 135">
              <a:extLst>
                <a:ext uri="{FF2B5EF4-FFF2-40B4-BE49-F238E27FC236}">
                  <a16:creationId xmlns:a16="http://schemas.microsoft.com/office/drawing/2014/main" id="{4CA3103C-E314-5FD5-3B5A-8236599DF924}"/>
                </a:ext>
              </a:extLst>
            </p:cNvPr>
            <p:cNvSpPr txBox="1"/>
            <p:nvPr/>
          </p:nvSpPr>
          <p:spPr>
            <a:xfrm>
              <a:off x="6734809" y="3265913"/>
              <a:ext cx="2019523" cy="230833"/>
            </a:xfrm>
            <a:prstGeom prst="rect">
              <a:avLst/>
            </a:prstGeom>
            <a:noFill/>
          </p:spPr>
          <p:txBody>
            <a:bodyPr wrap="square" rtlCol="0">
              <a:spAutoFit/>
            </a:bodyPr>
            <a:lstStyle>
              <a:defPPr>
                <a:defRPr lang="en-US"/>
              </a:defPPr>
              <a:lvl1pPr defTabSz="594873">
                <a:defRPr sz="105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defTabSz="793144">
                <a:defRPr/>
              </a:pPr>
              <a:r>
                <a:rPr lang="en-US" sz="1400" dirty="0">
                  <a:solidFill>
                    <a:schemeClr val="bg1">
                      <a:lumMod val="50000"/>
                      <a:lumOff val="50000"/>
                    </a:schemeClr>
                  </a:solidFill>
                </a:rPr>
                <a:t>Broadest selection of models</a:t>
              </a:r>
            </a:p>
          </p:txBody>
        </p:sp>
        <p:sp>
          <p:nvSpPr>
            <p:cNvPr id="137" name="TextBox 136">
              <a:extLst>
                <a:ext uri="{FF2B5EF4-FFF2-40B4-BE49-F238E27FC236}">
                  <a16:creationId xmlns:a16="http://schemas.microsoft.com/office/drawing/2014/main" id="{AAC3FAE0-9A28-E824-F9F3-183E4DD2EAE5}"/>
                </a:ext>
              </a:extLst>
            </p:cNvPr>
            <p:cNvSpPr txBox="1"/>
            <p:nvPr/>
          </p:nvSpPr>
          <p:spPr>
            <a:xfrm>
              <a:off x="4278616" y="3265913"/>
              <a:ext cx="608514" cy="230833"/>
            </a:xfrm>
            <a:prstGeom prst="rect">
              <a:avLst/>
            </a:prstGeom>
            <a:noFill/>
          </p:spPr>
          <p:txBody>
            <a:bodyPr wrap="square" rtlCol="0">
              <a:spAutoFit/>
            </a:bodyPr>
            <a:lstStyle>
              <a:defPPr>
                <a:defRPr lang="en-US"/>
              </a:defPPr>
              <a:lvl1pPr defTabSz="594873">
                <a:defRPr sz="105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defTabSz="793144">
                <a:defRPr/>
              </a:pPr>
              <a:r>
                <a:rPr lang="en-US" sz="1400" dirty="0">
                  <a:solidFill>
                    <a:schemeClr val="bg1">
                      <a:lumMod val="50000"/>
                      <a:lumOff val="50000"/>
                    </a:schemeClr>
                  </a:solidFill>
                </a:rPr>
                <a:t>Studio</a:t>
              </a:r>
            </a:p>
          </p:txBody>
        </p:sp>
        <p:cxnSp>
          <p:nvCxnSpPr>
            <p:cNvPr id="139" name="Straight Connector 138">
              <a:extLst>
                <a:ext uri="{FF2B5EF4-FFF2-40B4-BE49-F238E27FC236}">
                  <a16:creationId xmlns:a16="http://schemas.microsoft.com/office/drawing/2014/main" id="{C3820859-9DF4-F06B-CBAE-D57A78969979}"/>
                </a:ext>
              </a:extLst>
            </p:cNvPr>
            <p:cNvCxnSpPr>
              <a:cxnSpLocks/>
            </p:cNvCxnSpPr>
            <p:nvPr/>
          </p:nvCxnSpPr>
          <p:spPr>
            <a:xfrm>
              <a:off x="3546780" y="3315859"/>
              <a:ext cx="0" cy="154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88EE1ACD-E99E-A3E6-D955-FB902FA62184}"/>
                </a:ext>
              </a:extLst>
            </p:cNvPr>
            <p:cNvCxnSpPr>
              <a:cxnSpLocks/>
            </p:cNvCxnSpPr>
            <p:nvPr/>
          </p:nvCxnSpPr>
          <p:spPr>
            <a:xfrm>
              <a:off x="4216954" y="3315859"/>
              <a:ext cx="0" cy="15402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4CA31D46-7BFB-C26B-3D0B-DF99CBE78F31}"/>
                </a:ext>
              </a:extLst>
            </p:cNvPr>
            <p:cNvCxnSpPr>
              <a:cxnSpLocks/>
            </p:cNvCxnSpPr>
            <p:nvPr/>
          </p:nvCxnSpPr>
          <p:spPr>
            <a:xfrm>
              <a:off x="6675113" y="3315859"/>
              <a:ext cx="0" cy="154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8DE84242-88C3-69CD-B1DA-4A43D4951269}"/>
                </a:ext>
              </a:extLst>
            </p:cNvPr>
            <p:cNvCxnSpPr>
              <a:cxnSpLocks/>
            </p:cNvCxnSpPr>
            <p:nvPr/>
          </p:nvCxnSpPr>
          <p:spPr>
            <a:xfrm>
              <a:off x="4887130" y="3315859"/>
              <a:ext cx="0" cy="154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 name="TextBox 58">
            <a:extLst>
              <a:ext uri="{FF2B5EF4-FFF2-40B4-BE49-F238E27FC236}">
                <a16:creationId xmlns:a16="http://schemas.microsoft.com/office/drawing/2014/main" id="{F354978B-153B-72C5-C2C9-904367E4D6DF}"/>
              </a:ext>
            </a:extLst>
          </p:cNvPr>
          <p:cNvSpPr txBox="1"/>
          <p:nvPr/>
        </p:nvSpPr>
        <p:spPr>
          <a:xfrm>
            <a:off x="10354801" y="2045171"/>
            <a:ext cx="1732616" cy="523220"/>
          </a:xfrm>
          <a:prstGeom prst="rect">
            <a:avLst/>
          </a:prstGeom>
          <a:noFill/>
        </p:spPr>
        <p:txBody>
          <a:bodyPr wrap="square" rtlCol="0">
            <a:spAutoFit/>
          </a:bodyPr>
          <a:lstStyle/>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Amazon Q in </a:t>
            </a:r>
          </a:p>
          <a:p>
            <a:pPr defTabSz="846228">
              <a:defRPr/>
            </a:pPr>
            <a:r>
              <a:rPr lang="en-US" sz="1400" dirty="0">
                <a:solidFill>
                  <a:schemeClr val="bg1">
                    <a:lumMod val="50000"/>
                    <a:lumOff val="50000"/>
                  </a:schemeClr>
                </a:solidFill>
                <a:latin typeface="Amazon Ember Display" panose="020F0603020204020204" pitchFamily="34" charset="0"/>
                <a:ea typeface="Amazon Ember Display" panose="020F0603020204020204" pitchFamily="34" charset="0"/>
                <a:cs typeface="Amazon Ember Display" panose="020F0603020204020204" pitchFamily="34" charset="0"/>
              </a:rPr>
              <a:t>AWS Supply Chain</a:t>
            </a:r>
          </a:p>
        </p:txBody>
      </p:sp>
      <p:sp>
        <p:nvSpPr>
          <p:cNvPr id="6" name="Title 5">
            <a:extLst>
              <a:ext uri="{FF2B5EF4-FFF2-40B4-BE49-F238E27FC236}">
                <a16:creationId xmlns:a16="http://schemas.microsoft.com/office/drawing/2014/main" id="{F17888D3-918F-E966-186D-A34C56E6DB5E}"/>
              </a:ext>
            </a:extLst>
          </p:cNvPr>
          <p:cNvSpPr>
            <a:spLocks noGrp="1"/>
          </p:cNvSpPr>
          <p:nvPr>
            <p:ph type="title"/>
          </p:nvPr>
        </p:nvSpPr>
        <p:spPr/>
        <p:txBody>
          <a:bodyPr/>
          <a:lstStyle/>
          <a:p>
            <a:r>
              <a:rPr lang="en-AT" dirty="0"/>
              <a:t>Generative AI Stack</a:t>
            </a:r>
          </a:p>
        </p:txBody>
      </p:sp>
      <p:sp>
        <p:nvSpPr>
          <p:cNvPr id="7" name="TextBox 6">
            <a:extLst>
              <a:ext uri="{FF2B5EF4-FFF2-40B4-BE49-F238E27FC236}">
                <a16:creationId xmlns:a16="http://schemas.microsoft.com/office/drawing/2014/main" id="{C1208FC9-2A7F-5FA2-6ACC-F6B96F41CC63}"/>
              </a:ext>
            </a:extLst>
          </p:cNvPr>
          <p:cNvSpPr txBox="1"/>
          <p:nvPr/>
        </p:nvSpPr>
        <p:spPr>
          <a:xfrm>
            <a:off x="3427737" y="1517763"/>
            <a:ext cx="8288789" cy="400110"/>
          </a:xfrm>
          <a:prstGeom prst="rect">
            <a:avLst/>
          </a:prstGeom>
          <a:noFill/>
        </p:spPr>
        <p:txBody>
          <a:bodyPr wrap="square" rtlCol="0">
            <a:spAutoFit/>
          </a:bodyPr>
          <a:lstStyle>
            <a:defPPr>
              <a:defRPr lang="en-US"/>
            </a:defPPr>
            <a:lvl1pPr marR="0" lvl="0" indent="0" defTabSz="634687" fontAlgn="auto">
              <a:lnSpc>
                <a:spcPct val="100000"/>
              </a:lnSpc>
              <a:spcBef>
                <a:spcPts val="0"/>
              </a:spcBef>
              <a:spcAft>
                <a:spcPts val="0"/>
              </a:spcAft>
              <a:buClrTx/>
              <a:buSzTx/>
              <a:buFontTx/>
              <a:buNone/>
              <a:tabLst/>
              <a:defRPr kumimoji="0" sz="2000" b="1" i="0" u="none" strike="noStrike" cap="none" spc="148" normalizeH="0" baseline="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pPr marL="0" marR="0" lvl="0" indent="0" algn="l" defTabSz="63468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48" normalizeH="0" baseline="0" noProof="0" dirty="0">
                <a:ln>
                  <a:noFill/>
                </a:ln>
                <a:solidFill>
                  <a:schemeClr val="bg1">
                    <a:lumMod val="50000"/>
                    <a:lumOff val="50000"/>
                  </a:schemeClr>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APPLICATIONS THAT LEVERAGE Foundation Models (FMs)</a:t>
            </a:r>
          </a:p>
        </p:txBody>
      </p:sp>
      <p:sp>
        <p:nvSpPr>
          <p:cNvPr id="8" name="TextBox 7">
            <a:extLst>
              <a:ext uri="{FF2B5EF4-FFF2-40B4-BE49-F238E27FC236}">
                <a16:creationId xmlns:a16="http://schemas.microsoft.com/office/drawing/2014/main" id="{2433F88B-A963-75D3-43F5-754879498ADC}"/>
              </a:ext>
            </a:extLst>
          </p:cNvPr>
          <p:cNvSpPr txBox="1"/>
          <p:nvPr/>
        </p:nvSpPr>
        <p:spPr>
          <a:xfrm>
            <a:off x="3674610" y="2946115"/>
            <a:ext cx="6728396" cy="400110"/>
          </a:xfrm>
          <a:prstGeom prst="rect">
            <a:avLst/>
          </a:prstGeom>
          <a:noFill/>
        </p:spPr>
        <p:txBody>
          <a:bodyPr wrap="square" rtlCol="0">
            <a:spAutoFit/>
          </a:bodyPr>
          <a:lstStyle>
            <a:defPPr>
              <a:defRPr lang="en-US"/>
            </a:defPPr>
            <a:lvl1pPr marR="0" lvl="0" indent="0" defTabSz="634687" fontAlgn="auto">
              <a:lnSpc>
                <a:spcPct val="100000"/>
              </a:lnSpc>
              <a:spcBef>
                <a:spcPts val="0"/>
              </a:spcBef>
              <a:spcAft>
                <a:spcPts val="0"/>
              </a:spcAft>
              <a:buClrTx/>
              <a:buSzTx/>
              <a:buFontTx/>
              <a:buNone/>
              <a:tabLst/>
              <a:defRPr kumimoji="0" sz="2000" b="1" i="0" u="none" strike="noStrike" cap="none" spc="148" normalizeH="0" baseline="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r>
              <a:rPr lang="en-US" dirty="0">
                <a:solidFill>
                  <a:schemeClr val="bg1">
                    <a:lumMod val="50000"/>
                    <a:lumOff val="50000"/>
                  </a:schemeClr>
                </a:solidFill>
              </a:rPr>
              <a:t>TOOLS TO BUILD WITH FMs</a:t>
            </a:r>
          </a:p>
        </p:txBody>
      </p:sp>
      <p:sp>
        <p:nvSpPr>
          <p:cNvPr id="9" name="TextBox 8">
            <a:extLst>
              <a:ext uri="{FF2B5EF4-FFF2-40B4-BE49-F238E27FC236}">
                <a16:creationId xmlns:a16="http://schemas.microsoft.com/office/drawing/2014/main" id="{9C2D1691-60FF-8635-60D6-264934DED4D5}"/>
              </a:ext>
            </a:extLst>
          </p:cNvPr>
          <p:cNvSpPr txBox="1"/>
          <p:nvPr/>
        </p:nvSpPr>
        <p:spPr>
          <a:xfrm>
            <a:off x="3659620" y="4522160"/>
            <a:ext cx="9389172" cy="400110"/>
          </a:xfrm>
          <a:prstGeom prst="rect">
            <a:avLst/>
          </a:prstGeom>
          <a:noFill/>
        </p:spPr>
        <p:txBody>
          <a:bodyPr wrap="square" rtlCol="0">
            <a:spAutoFit/>
          </a:bodyPr>
          <a:lstStyle>
            <a:defPPr>
              <a:defRPr lang="en-US"/>
            </a:defPPr>
            <a:lvl1pPr marR="0" lvl="0" indent="0" defTabSz="634687" fontAlgn="auto">
              <a:lnSpc>
                <a:spcPct val="100000"/>
              </a:lnSpc>
              <a:spcBef>
                <a:spcPts val="0"/>
              </a:spcBef>
              <a:spcAft>
                <a:spcPts val="0"/>
              </a:spcAft>
              <a:buClrTx/>
              <a:buSzTx/>
              <a:buFontTx/>
              <a:buNone/>
              <a:tabLst/>
              <a:defRPr kumimoji="0" sz="2000" b="1" i="0" u="none" strike="noStrike" cap="none" spc="148" normalizeH="0" baseline="0">
                <a:ln>
                  <a:noFill/>
                </a:ln>
                <a:gradFill>
                  <a:gsLst>
                    <a:gs pos="0">
                      <a:srgbClr val="02FFA1"/>
                    </a:gs>
                    <a:gs pos="100000">
                      <a:srgbClr val="0095FF"/>
                    </a:gs>
                  </a:gsLst>
                  <a:lin ang="2700000" scaled="0"/>
                </a:gradFill>
                <a:effectLst/>
                <a:uLnTx/>
                <a:uFillTx/>
                <a:latin typeface="Amazon Ember Mono" panose="020B0509020204020204" pitchFamily="49" charset="0"/>
                <a:ea typeface="Amazon Ember Mono" panose="020B0509020204020204" pitchFamily="49" charset="0"/>
                <a:cs typeface="Amazon Ember Mono" panose="020B0509020204020204" pitchFamily="49" charset="0"/>
              </a:defRPr>
            </a:lvl1pPr>
          </a:lstStyle>
          <a:p>
            <a:r>
              <a:rPr lang="en-US" dirty="0"/>
              <a:t>INFRASTRUCTURE FOR FM TRAINING AND INFERENCE</a:t>
            </a:r>
          </a:p>
        </p:txBody>
      </p:sp>
      <p:sp>
        <p:nvSpPr>
          <p:cNvPr id="10" name="TextBox 9">
            <a:extLst>
              <a:ext uri="{FF2B5EF4-FFF2-40B4-BE49-F238E27FC236}">
                <a16:creationId xmlns:a16="http://schemas.microsoft.com/office/drawing/2014/main" id="{024D769D-0A59-0FCB-EE0A-2985542BFEC9}"/>
              </a:ext>
            </a:extLst>
          </p:cNvPr>
          <p:cNvSpPr txBox="1"/>
          <p:nvPr/>
        </p:nvSpPr>
        <p:spPr>
          <a:xfrm>
            <a:off x="8103083" y="4999846"/>
            <a:ext cx="3580019" cy="461665"/>
          </a:xfrm>
          <a:prstGeom prst="rect">
            <a:avLst/>
          </a:prstGeom>
          <a:noFill/>
        </p:spPr>
        <p:txBody>
          <a:bodyPr wrap="square" rtlCol="0">
            <a:spAutoFit/>
          </a:bodyPr>
          <a:lstStyle/>
          <a:p>
            <a:pPr defTabSz="634687">
              <a:defRPr/>
            </a:pPr>
            <a:r>
              <a:rPr lang="en-US" sz="2400" b="1" dirty="0" err="1">
                <a:solidFill>
                  <a:srgbClr val="FFFFFF"/>
                </a:solidFill>
                <a:ea typeface="Amazon Ember Display" panose="020F0603020204020204" pitchFamily="34" charset="0"/>
                <a:cs typeface="Amazon Ember Display" panose="020F0603020204020204" pitchFamily="34" charset="0"/>
              </a:rPr>
              <a:t>SageMaker</a:t>
            </a:r>
            <a:r>
              <a:rPr lang="en-US" sz="2400" b="1" dirty="0">
                <a:solidFill>
                  <a:srgbClr val="FFFFFF"/>
                </a:solidFill>
                <a:ea typeface="Amazon Ember Display" panose="020F0603020204020204" pitchFamily="34" charset="0"/>
                <a:cs typeface="Amazon Ember Display" panose="020F0603020204020204" pitchFamily="34" charset="0"/>
              </a:rPr>
              <a:t> </a:t>
            </a:r>
            <a:r>
              <a:rPr lang="en-US" sz="2400" b="1" dirty="0" err="1">
                <a:solidFill>
                  <a:srgbClr val="FFFFFF"/>
                </a:solidFill>
                <a:ea typeface="Amazon Ember Display" panose="020F0603020204020204" pitchFamily="34" charset="0"/>
                <a:cs typeface="Amazon Ember Display" panose="020F0603020204020204" pitchFamily="34" charset="0"/>
              </a:rPr>
              <a:t>HyperPod</a:t>
            </a:r>
            <a:endParaRPr lang="en-US" sz="2400" b="1" dirty="0">
              <a:solidFill>
                <a:srgbClr val="FFFFFF"/>
              </a:solidFill>
              <a:ea typeface="Amazon Ember Display" panose="020F0603020204020204" pitchFamily="34" charset="0"/>
              <a:cs typeface="Amazon Ember Display" panose="020F0603020204020204" pitchFamily="34" charset="0"/>
            </a:endParaRPr>
          </a:p>
        </p:txBody>
      </p:sp>
      <p:pic>
        <p:nvPicPr>
          <p:cNvPr id="11" name="Graphic 10">
            <a:extLst>
              <a:ext uri="{FF2B5EF4-FFF2-40B4-BE49-F238E27FC236}">
                <a16:creationId xmlns:a16="http://schemas.microsoft.com/office/drawing/2014/main" id="{41C7C132-4683-436C-A848-1C06C7571E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56675" y="4969518"/>
            <a:ext cx="529412" cy="540002"/>
          </a:xfrm>
          <a:prstGeom prst="rect">
            <a:avLst/>
          </a:prstGeom>
          <a:effectLst/>
        </p:spPr>
      </p:pic>
      <p:pic>
        <p:nvPicPr>
          <p:cNvPr id="12" name="Picture 11">
            <a:extLst>
              <a:ext uri="{FF2B5EF4-FFF2-40B4-BE49-F238E27FC236}">
                <a16:creationId xmlns:a16="http://schemas.microsoft.com/office/drawing/2014/main" id="{00D99D3F-692A-AAC0-246C-C7C1AC02BF61}"/>
              </a:ext>
            </a:extLst>
          </p:cNvPr>
          <p:cNvPicPr>
            <a:picLocks noChangeAspect="1"/>
          </p:cNvPicPr>
          <p:nvPr/>
        </p:nvPicPr>
        <p:blipFill>
          <a:blip r:embed="rId5">
            <a:alphaModFix amt="40000"/>
          </a:blip>
          <a:stretch>
            <a:fillRect/>
          </a:stretch>
        </p:blipFill>
        <p:spPr>
          <a:xfrm>
            <a:off x="3556567" y="2129474"/>
            <a:ext cx="266998" cy="274217"/>
          </a:xfrm>
          <a:prstGeom prst="rect">
            <a:avLst/>
          </a:prstGeom>
        </p:spPr>
      </p:pic>
      <p:pic>
        <p:nvPicPr>
          <p:cNvPr id="13" name="Picture 12">
            <a:extLst>
              <a:ext uri="{FF2B5EF4-FFF2-40B4-BE49-F238E27FC236}">
                <a16:creationId xmlns:a16="http://schemas.microsoft.com/office/drawing/2014/main" id="{03AC6C37-5E94-6995-B155-D4C328DB06F8}"/>
              </a:ext>
            </a:extLst>
          </p:cNvPr>
          <p:cNvPicPr>
            <a:picLocks noChangeAspect="1"/>
          </p:cNvPicPr>
          <p:nvPr/>
        </p:nvPicPr>
        <p:blipFill>
          <a:blip r:embed="rId5">
            <a:alphaModFix amt="40000"/>
          </a:blip>
          <a:stretch>
            <a:fillRect/>
          </a:stretch>
        </p:blipFill>
        <p:spPr>
          <a:xfrm>
            <a:off x="5016339" y="2110326"/>
            <a:ext cx="266998" cy="274217"/>
          </a:xfrm>
          <a:prstGeom prst="rect">
            <a:avLst/>
          </a:prstGeom>
        </p:spPr>
      </p:pic>
      <p:pic>
        <p:nvPicPr>
          <p:cNvPr id="14" name="Picture 13">
            <a:extLst>
              <a:ext uri="{FF2B5EF4-FFF2-40B4-BE49-F238E27FC236}">
                <a16:creationId xmlns:a16="http://schemas.microsoft.com/office/drawing/2014/main" id="{77383AC9-0142-C923-BAA9-1728D10DBCEF}"/>
              </a:ext>
            </a:extLst>
          </p:cNvPr>
          <p:cNvPicPr>
            <a:picLocks noChangeAspect="1"/>
          </p:cNvPicPr>
          <p:nvPr/>
        </p:nvPicPr>
        <p:blipFill>
          <a:blip r:embed="rId5">
            <a:alphaModFix amt="40000"/>
          </a:blip>
          <a:stretch>
            <a:fillRect/>
          </a:stretch>
        </p:blipFill>
        <p:spPr>
          <a:xfrm>
            <a:off x="6551842" y="2110325"/>
            <a:ext cx="266998" cy="274217"/>
          </a:xfrm>
          <a:prstGeom prst="rect">
            <a:avLst/>
          </a:prstGeom>
        </p:spPr>
      </p:pic>
      <p:pic>
        <p:nvPicPr>
          <p:cNvPr id="15" name="Picture 14">
            <a:extLst>
              <a:ext uri="{FF2B5EF4-FFF2-40B4-BE49-F238E27FC236}">
                <a16:creationId xmlns:a16="http://schemas.microsoft.com/office/drawing/2014/main" id="{5F39BE1A-9C75-BFA6-E8EE-EA8AE77ED3C0}"/>
              </a:ext>
            </a:extLst>
          </p:cNvPr>
          <p:cNvPicPr>
            <a:picLocks noChangeAspect="1"/>
          </p:cNvPicPr>
          <p:nvPr/>
        </p:nvPicPr>
        <p:blipFill>
          <a:blip r:embed="rId5">
            <a:alphaModFix amt="40000"/>
          </a:blip>
          <a:stretch>
            <a:fillRect/>
          </a:stretch>
        </p:blipFill>
        <p:spPr>
          <a:xfrm>
            <a:off x="8397895" y="2093074"/>
            <a:ext cx="266998" cy="274217"/>
          </a:xfrm>
          <a:prstGeom prst="rect">
            <a:avLst/>
          </a:prstGeom>
        </p:spPr>
      </p:pic>
      <p:pic>
        <p:nvPicPr>
          <p:cNvPr id="16" name="Picture 15">
            <a:extLst>
              <a:ext uri="{FF2B5EF4-FFF2-40B4-BE49-F238E27FC236}">
                <a16:creationId xmlns:a16="http://schemas.microsoft.com/office/drawing/2014/main" id="{3B290EA2-8BA2-74EC-9F36-29503C13A299}"/>
              </a:ext>
            </a:extLst>
          </p:cNvPr>
          <p:cNvPicPr>
            <a:picLocks noChangeAspect="1"/>
          </p:cNvPicPr>
          <p:nvPr/>
        </p:nvPicPr>
        <p:blipFill>
          <a:blip r:embed="rId5">
            <a:alphaModFix amt="40000"/>
          </a:blip>
          <a:stretch>
            <a:fillRect/>
          </a:stretch>
        </p:blipFill>
        <p:spPr>
          <a:xfrm>
            <a:off x="10071414" y="2075821"/>
            <a:ext cx="266998" cy="274217"/>
          </a:xfrm>
          <a:prstGeom prst="rect">
            <a:avLst/>
          </a:prstGeom>
        </p:spPr>
      </p:pic>
      <p:pic>
        <p:nvPicPr>
          <p:cNvPr id="17" name="Graphic 16">
            <a:extLst>
              <a:ext uri="{FF2B5EF4-FFF2-40B4-BE49-F238E27FC236}">
                <a16:creationId xmlns:a16="http://schemas.microsoft.com/office/drawing/2014/main" id="{D508D84C-1D10-34F5-43C3-1066D1122233}"/>
              </a:ext>
            </a:extLst>
          </p:cNvPr>
          <p:cNvPicPr>
            <a:picLocks/>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rcRect t="756" b="756"/>
          <a:stretch/>
        </p:blipFill>
        <p:spPr>
          <a:xfrm>
            <a:off x="3488915" y="3525563"/>
            <a:ext cx="389089" cy="397946"/>
          </a:xfrm>
          <a:prstGeom prst="rect">
            <a:avLst/>
          </a:prstGeom>
        </p:spPr>
      </p:pic>
      <p:pic>
        <p:nvPicPr>
          <p:cNvPr id="18" name="Graphic 17">
            <a:extLst>
              <a:ext uri="{FF2B5EF4-FFF2-40B4-BE49-F238E27FC236}">
                <a16:creationId xmlns:a16="http://schemas.microsoft.com/office/drawing/2014/main" id="{5871AAB3-3C5E-DF72-FFA4-5A2E6E82FAE7}"/>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3617528" y="5146528"/>
            <a:ext cx="254910" cy="254911"/>
          </a:xfrm>
          <a:prstGeom prst="rect">
            <a:avLst/>
          </a:prstGeom>
        </p:spPr>
      </p:pic>
      <p:pic>
        <p:nvPicPr>
          <p:cNvPr id="19" name="Graphic 18">
            <a:extLst>
              <a:ext uri="{FF2B5EF4-FFF2-40B4-BE49-F238E27FC236}">
                <a16:creationId xmlns:a16="http://schemas.microsoft.com/office/drawing/2014/main" id="{9E1EBBF9-3DFD-001C-E867-11C9C82791B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145278" y="5106805"/>
            <a:ext cx="307538" cy="299852"/>
          </a:xfrm>
          <a:prstGeom prst="rect">
            <a:avLst/>
          </a:prstGeom>
        </p:spPr>
      </p:pic>
      <p:pic>
        <p:nvPicPr>
          <p:cNvPr id="20" name="Graphic 19">
            <a:extLst>
              <a:ext uri="{FF2B5EF4-FFF2-40B4-BE49-F238E27FC236}">
                <a16:creationId xmlns:a16="http://schemas.microsoft.com/office/drawing/2014/main" id="{2BC3DB9A-1E57-CDE4-B254-29EE9B3B3E0C}"/>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765936" y="5097965"/>
            <a:ext cx="307538" cy="299852"/>
          </a:xfrm>
          <a:prstGeom prst="rect">
            <a:avLst/>
          </a:prstGeom>
        </p:spPr>
      </p:pic>
      <p:pic>
        <p:nvPicPr>
          <p:cNvPr id="21" name="Graphic 20">
            <a:extLst>
              <a:ext uri="{FF2B5EF4-FFF2-40B4-BE49-F238E27FC236}">
                <a16:creationId xmlns:a16="http://schemas.microsoft.com/office/drawing/2014/main" id="{49E707EC-39CD-CE5A-9216-76ED38D88862}"/>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6209119" y="5658582"/>
            <a:ext cx="266901" cy="266902"/>
          </a:xfrm>
          <a:prstGeom prst="rect">
            <a:avLst/>
          </a:prstGeom>
        </p:spPr>
      </p:pic>
      <p:pic>
        <p:nvPicPr>
          <p:cNvPr id="22" name="Graphic 21">
            <a:extLst>
              <a:ext uri="{FF2B5EF4-FFF2-40B4-BE49-F238E27FC236}">
                <a16:creationId xmlns:a16="http://schemas.microsoft.com/office/drawing/2014/main" id="{44F3A49E-D91D-01BA-54B0-5D3CF63007B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397662" y="5597289"/>
            <a:ext cx="320476" cy="320475"/>
          </a:xfrm>
          <a:prstGeom prst="rect">
            <a:avLst/>
          </a:prstGeom>
        </p:spPr>
      </p:pic>
      <p:pic>
        <p:nvPicPr>
          <p:cNvPr id="23" name="Graphic 22">
            <a:extLst>
              <a:ext uri="{FF2B5EF4-FFF2-40B4-BE49-F238E27FC236}">
                <a16:creationId xmlns:a16="http://schemas.microsoft.com/office/drawing/2014/main" id="{360F595B-43C9-8E88-7894-54D15446623C}"/>
              </a:ext>
            </a:extLst>
          </p:cNvPr>
          <p:cNvPicPr>
            <a:picLocks/>
          </p:cNvPicPr>
          <p:nvPr/>
        </p:nvPicPr>
        <p:blipFill>
          <a:blip r:embed="rId12">
            <a:extLst>
              <a:ext uri="{96DAC541-7B7A-43D3-8B79-37D633B846F1}">
                <asvg:svgBlip xmlns:asvg="http://schemas.microsoft.com/office/drawing/2016/SVG/main" r:embed="rId13"/>
              </a:ext>
            </a:extLst>
          </a:blip>
          <a:stretch>
            <a:fillRect/>
          </a:stretch>
        </p:blipFill>
        <p:spPr>
          <a:xfrm>
            <a:off x="3623434" y="5624075"/>
            <a:ext cx="266902" cy="266902"/>
          </a:xfrm>
          <a:prstGeom prst="rect">
            <a:avLst/>
          </a:prstGeom>
        </p:spPr>
      </p:pic>
      <p:sp>
        <p:nvSpPr>
          <p:cNvPr id="24" name="Freeform 54">
            <a:extLst>
              <a:ext uri="{FF2B5EF4-FFF2-40B4-BE49-F238E27FC236}">
                <a16:creationId xmlns:a16="http://schemas.microsoft.com/office/drawing/2014/main" id="{C3282067-B062-3B6F-FD85-7DE70F63FD34}"/>
              </a:ext>
            </a:extLst>
          </p:cNvPr>
          <p:cNvSpPr/>
          <p:nvPr/>
        </p:nvSpPr>
        <p:spPr>
          <a:xfrm>
            <a:off x="5231013" y="5637021"/>
            <a:ext cx="335411" cy="275517"/>
          </a:xfrm>
          <a:custGeom>
            <a:avLst/>
            <a:gdLst>
              <a:gd name="connsiteX0" fmla="*/ 80028 w 533400"/>
              <a:gd name="connsiteY0" fmla="*/ 146331 h 438150"/>
              <a:gd name="connsiteX1" fmla="*/ 62263 w 533400"/>
              <a:gd name="connsiteY1" fmla="*/ 139425 h 438150"/>
              <a:gd name="connsiteX2" fmla="*/ 266708 w 533400"/>
              <a:gd name="connsiteY2" fmla="*/ 8 h 438150"/>
              <a:gd name="connsiteX3" fmla="*/ 471153 w 533400"/>
              <a:gd name="connsiteY3" fmla="*/ 139425 h 438150"/>
              <a:gd name="connsiteX4" fmla="*/ 453379 w 533400"/>
              <a:gd name="connsiteY4" fmla="*/ 146331 h 438150"/>
              <a:gd name="connsiteX5" fmla="*/ 266708 w 533400"/>
              <a:gd name="connsiteY5" fmla="*/ 19058 h 438150"/>
              <a:gd name="connsiteX6" fmla="*/ 80028 w 533400"/>
              <a:gd name="connsiteY6" fmla="*/ 146331 h 438150"/>
              <a:gd name="connsiteX7" fmla="*/ 80028 w 533400"/>
              <a:gd name="connsiteY7" fmla="*/ 146331 h 438150"/>
              <a:gd name="connsiteX8" fmla="*/ 453379 w 533400"/>
              <a:gd name="connsiteY8" fmla="*/ 291825 h 438150"/>
              <a:gd name="connsiteX9" fmla="*/ 471153 w 533400"/>
              <a:gd name="connsiteY9" fmla="*/ 298731 h 438150"/>
              <a:gd name="connsiteX10" fmla="*/ 266708 w 533400"/>
              <a:gd name="connsiteY10" fmla="*/ 438158 h 438150"/>
              <a:gd name="connsiteX11" fmla="*/ 62263 w 533400"/>
              <a:gd name="connsiteY11" fmla="*/ 298731 h 438150"/>
              <a:gd name="connsiteX12" fmla="*/ 80028 w 533400"/>
              <a:gd name="connsiteY12" fmla="*/ 291825 h 438150"/>
              <a:gd name="connsiteX13" fmla="*/ 266708 w 533400"/>
              <a:gd name="connsiteY13" fmla="*/ 419108 h 438150"/>
              <a:gd name="connsiteX14" fmla="*/ 453379 w 533400"/>
              <a:gd name="connsiteY14" fmla="*/ 291825 h 438150"/>
              <a:gd name="connsiteX15" fmla="*/ 453379 w 533400"/>
              <a:gd name="connsiteY15" fmla="*/ 291825 h 438150"/>
              <a:gd name="connsiteX16" fmla="*/ 514358 w 533400"/>
              <a:gd name="connsiteY16" fmla="*/ 252916 h 438150"/>
              <a:gd name="connsiteX17" fmla="*/ 510081 w 533400"/>
              <a:gd name="connsiteY17" fmla="*/ 257183 h 438150"/>
              <a:gd name="connsiteX18" fmla="*/ 442425 w 533400"/>
              <a:gd name="connsiteY18" fmla="*/ 257183 h 438150"/>
              <a:gd name="connsiteX19" fmla="*/ 438158 w 533400"/>
              <a:gd name="connsiteY19" fmla="*/ 252916 h 438150"/>
              <a:gd name="connsiteX20" fmla="*/ 438158 w 533400"/>
              <a:gd name="connsiteY20" fmla="*/ 185241 h 438150"/>
              <a:gd name="connsiteX21" fmla="*/ 442425 w 533400"/>
              <a:gd name="connsiteY21" fmla="*/ 180983 h 438150"/>
              <a:gd name="connsiteX22" fmla="*/ 510081 w 533400"/>
              <a:gd name="connsiteY22" fmla="*/ 180983 h 438150"/>
              <a:gd name="connsiteX23" fmla="*/ 514358 w 533400"/>
              <a:gd name="connsiteY23" fmla="*/ 185241 h 438150"/>
              <a:gd name="connsiteX24" fmla="*/ 514358 w 533400"/>
              <a:gd name="connsiteY24" fmla="*/ 252916 h 438150"/>
              <a:gd name="connsiteX25" fmla="*/ 510081 w 533400"/>
              <a:gd name="connsiteY25" fmla="*/ 161933 h 438150"/>
              <a:gd name="connsiteX26" fmla="*/ 442425 w 533400"/>
              <a:gd name="connsiteY26" fmla="*/ 161933 h 438150"/>
              <a:gd name="connsiteX27" fmla="*/ 419108 w 533400"/>
              <a:gd name="connsiteY27" fmla="*/ 185241 h 438150"/>
              <a:gd name="connsiteX28" fmla="*/ 419108 w 533400"/>
              <a:gd name="connsiteY28" fmla="*/ 252916 h 438150"/>
              <a:gd name="connsiteX29" fmla="*/ 442425 w 533400"/>
              <a:gd name="connsiteY29" fmla="*/ 276233 h 438150"/>
              <a:gd name="connsiteX30" fmla="*/ 510081 w 533400"/>
              <a:gd name="connsiteY30" fmla="*/ 276233 h 438150"/>
              <a:gd name="connsiteX31" fmla="*/ 533408 w 533400"/>
              <a:gd name="connsiteY31" fmla="*/ 252916 h 438150"/>
              <a:gd name="connsiteX32" fmla="*/ 533408 w 533400"/>
              <a:gd name="connsiteY32" fmla="*/ 185241 h 438150"/>
              <a:gd name="connsiteX33" fmla="*/ 510081 w 533400"/>
              <a:gd name="connsiteY33" fmla="*/ 161933 h 438150"/>
              <a:gd name="connsiteX34" fmla="*/ 510081 w 533400"/>
              <a:gd name="connsiteY34" fmla="*/ 161933 h 438150"/>
              <a:gd name="connsiteX35" fmla="*/ 19058 w 533400"/>
              <a:gd name="connsiteY35" fmla="*/ 252916 h 438150"/>
              <a:gd name="connsiteX36" fmla="*/ 19058 w 533400"/>
              <a:gd name="connsiteY36" fmla="*/ 185241 h 438150"/>
              <a:gd name="connsiteX37" fmla="*/ 23325 w 533400"/>
              <a:gd name="connsiteY37" fmla="*/ 180983 h 438150"/>
              <a:gd name="connsiteX38" fmla="*/ 90981 w 533400"/>
              <a:gd name="connsiteY38" fmla="*/ 180983 h 438150"/>
              <a:gd name="connsiteX39" fmla="*/ 95258 w 533400"/>
              <a:gd name="connsiteY39" fmla="*/ 185241 h 438150"/>
              <a:gd name="connsiteX40" fmla="*/ 95258 w 533400"/>
              <a:gd name="connsiteY40" fmla="*/ 252916 h 438150"/>
              <a:gd name="connsiteX41" fmla="*/ 90981 w 533400"/>
              <a:gd name="connsiteY41" fmla="*/ 257183 h 438150"/>
              <a:gd name="connsiteX42" fmla="*/ 23325 w 533400"/>
              <a:gd name="connsiteY42" fmla="*/ 257183 h 438150"/>
              <a:gd name="connsiteX43" fmla="*/ 19058 w 533400"/>
              <a:gd name="connsiteY43" fmla="*/ 252916 h 438150"/>
              <a:gd name="connsiteX44" fmla="*/ 19058 w 533400"/>
              <a:gd name="connsiteY44" fmla="*/ 252916 h 438150"/>
              <a:gd name="connsiteX45" fmla="*/ 114308 w 533400"/>
              <a:gd name="connsiteY45" fmla="*/ 252916 h 438150"/>
              <a:gd name="connsiteX46" fmla="*/ 114308 w 533400"/>
              <a:gd name="connsiteY46" fmla="*/ 185241 h 438150"/>
              <a:gd name="connsiteX47" fmla="*/ 90981 w 533400"/>
              <a:gd name="connsiteY47" fmla="*/ 161933 h 438150"/>
              <a:gd name="connsiteX48" fmla="*/ 23325 w 533400"/>
              <a:gd name="connsiteY48" fmla="*/ 161933 h 438150"/>
              <a:gd name="connsiteX49" fmla="*/ 8 w 533400"/>
              <a:gd name="connsiteY49" fmla="*/ 185241 h 438150"/>
              <a:gd name="connsiteX50" fmla="*/ 8 w 533400"/>
              <a:gd name="connsiteY50" fmla="*/ 252916 h 438150"/>
              <a:gd name="connsiteX51" fmla="*/ 23325 w 533400"/>
              <a:gd name="connsiteY51" fmla="*/ 276233 h 438150"/>
              <a:gd name="connsiteX52" fmla="*/ 90981 w 533400"/>
              <a:gd name="connsiteY52" fmla="*/ 276233 h 438150"/>
              <a:gd name="connsiteX53" fmla="*/ 114308 w 533400"/>
              <a:gd name="connsiteY53" fmla="*/ 252916 h 438150"/>
              <a:gd name="connsiteX54" fmla="*/ 114308 w 533400"/>
              <a:gd name="connsiteY54" fmla="*/ 252916 h 438150"/>
              <a:gd name="connsiteX55" fmla="*/ 276233 w 533400"/>
              <a:gd name="connsiteY55" fmla="*/ 228608 h 438150"/>
              <a:gd name="connsiteX56" fmla="*/ 323858 w 533400"/>
              <a:gd name="connsiteY56" fmla="*/ 228608 h 438150"/>
              <a:gd name="connsiteX57" fmla="*/ 323858 w 533400"/>
              <a:gd name="connsiteY57" fmla="*/ 190508 h 438150"/>
              <a:gd name="connsiteX58" fmla="*/ 276233 w 533400"/>
              <a:gd name="connsiteY58" fmla="*/ 190508 h 438150"/>
              <a:gd name="connsiteX59" fmla="*/ 276233 w 533400"/>
              <a:gd name="connsiteY59" fmla="*/ 228608 h 438150"/>
              <a:gd name="connsiteX60" fmla="*/ 209558 w 533400"/>
              <a:gd name="connsiteY60" fmla="*/ 228608 h 438150"/>
              <a:gd name="connsiteX61" fmla="*/ 257183 w 533400"/>
              <a:gd name="connsiteY61" fmla="*/ 228608 h 438150"/>
              <a:gd name="connsiteX62" fmla="*/ 257183 w 533400"/>
              <a:gd name="connsiteY62" fmla="*/ 190508 h 438150"/>
              <a:gd name="connsiteX63" fmla="*/ 209558 w 533400"/>
              <a:gd name="connsiteY63" fmla="*/ 190508 h 438150"/>
              <a:gd name="connsiteX64" fmla="*/ 209558 w 533400"/>
              <a:gd name="connsiteY64" fmla="*/ 228608 h 438150"/>
              <a:gd name="connsiteX65" fmla="*/ 190508 w 533400"/>
              <a:gd name="connsiteY65" fmla="*/ 247658 h 438150"/>
              <a:gd name="connsiteX66" fmla="*/ 342908 w 533400"/>
              <a:gd name="connsiteY66" fmla="*/ 247658 h 438150"/>
              <a:gd name="connsiteX67" fmla="*/ 342908 w 533400"/>
              <a:gd name="connsiteY67" fmla="*/ 171458 h 438150"/>
              <a:gd name="connsiteX68" fmla="*/ 190508 w 533400"/>
              <a:gd name="connsiteY68" fmla="*/ 171458 h 438150"/>
              <a:gd name="connsiteX69" fmla="*/ 190508 w 533400"/>
              <a:gd name="connsiteY69" fmla="*/ 247658 h 438150"/>
              <a:gd name="connsiteX70" fmla="*/ 257183 w 533400"/>
              <a:gd name="connsiteY70" fmla="*/ 266708 h 438150"/>
              <a:gd name="connsiteX71" fmla="*/ 257183 w 533400"/>
              <a:gd name="connsiteY71" fmla="*/ 295283 h 438150"/>
              <a:gd name="connsiteX72" fmla="*/ 171458 w 533400"/>
              <a:gd name="connsiteY72" fmla="*/ 295283 h 438150"/>
              <a:gd name="connsiteX73" fmla="*/ 171458 w 533400"/>
              <a:gd name="connsiteY73" fmla="*/ 266708 h 438150"/>
              <a:gd name="connsiteX74" fmla="*/ 152408 w 533400"/>
              <a:gd name="connsiteY74" fmla="*/ 266708 h 438150"/>
              <a:gd name="connsiteX75" fmla="*/ 152408 w 533400"/>
              <a:gd name="connsiteY75" fmla="*/ 152408 h 438150"/>
              <a:gd name="connsiteX76" fmla="*/ 381008 w 533400"/>
              <a:gd name="connsiteY76" fmla="*/ 152408 h 438150"/>
              <a:gd name="connsiteX77" fmla="*/ 381008 w 533400"/>
              <a:gd name="connsiteY77" fmla="*/ 266708 h 438150"/>
              <a:gd name="connsiteX78" fmla="*/ 342908 w 533400"/>
              <a:gd name="connsiteY78" fmla="*/ 266708 h 438150"/>
              <a:gd name="connsiteX79" fmla="*/ 342908 w 533400"/>
              <a:gd name="connsiteY79" fmla="*/ 295283 h 438150"/>
              <a:gd name="connsiteX80" fmla="*/ 314333 w 533400"/>
              <a:gd name="connsiteY80" fmla="*/ 295283 h 438150"/>
              <a:gd name="connsiteX81" fmla="*/ 314333 w 533400"/>
              <a:gd name="connsiteY81" fmla="*/ 266708 h 438150"/>
              <a:gd name="connsiteX82" fmla="*/ 257183 w 533400"/>
              <a:gd name="connsiteY82" fmla="*/ 266708 h 438150"/>
              <a:gd name="connsiteX83" fmla="*/ 361958 w 533400"/>
              <a:gd name="connsiteY83" fmla="*/ 314333 h 438150"/>
              <a:gd name="connsiteX84" fmla="*/ 361958 w 533400"/>
              <a:gd name="connsiteY84" fmla="*/ 285758 h 438150"/>
              <a:gd name="connsiteX85" fmla="*/ 400058 w 533400"/>
              <a:gd name="connsiteY85" fmla="*/ 285758 h 438150"/>
              <a:gd name="connsiteX86" fmla="*/ 400058 w 533400"/>
              <a:gd name="connsiteY86" fmla="*/ 133358 h 438150"/>
              <a:gd name="connsiteX87" fmla="*/ 133358 w 533400"/>
              <a:gd name="connsiteY87" fmla="*/ 133358 h 438150"/>
              <a:gd name="connsiteX88" fmla="*/ 133358 w 533400"/>
              <a:gd name="connsiteY88" fmla="*/ 285758 h 438150"/>
              <a:gd name="connsiteX89" fmla="*/ 152408 w 533400"/>
              <a:gd name="connsiteY89" fmla="*/ 285758 h 438150"/>
              <a:gd name="connsiteX90" fmla="*/ 152408 w 533400"/>
              <a:gd name="connsiteY90" fmla="*/ 314333 h 438150"/>
              <a:gd name="connsiteX91" fmla="*/ 276233 w 533400"/>
              <a:gd name="connsiteY91" fmla="*/ 314333 h 438150"/>
              <a:gd name="connsiteX92" fmla="*/ 276233 w 533400"/>
              <a:gd name="connsiteY92" fmla="*/ 285758 h 438150"/>
              <a:gd name="connsiteX93" fmla="*/ 295283 w 533400"/>
              <a:gd name="connsiteY93" fmla="*/ 285758 h 438150"/>
              <a:gd name="connsiteX94" fmla="*/ 295283 w 533400"/>
              <a:gd name="connsiteY94" fmla="*/ 314333 h 438150"/>
              <a:gd name="connsiteX95" fmla="*/ 361958 w 533400"/>
              <a:gd name="connsiteY95" fmla="*/ 314333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533400" h="438150">
                <a:moveTo>
                  <a:pt x="80028" y="146331"/>
                </a:moveTo>
                <a:lnTo>
                  <a:pt x="62263" y="139425"/>
                </a:lnTo>
                <a:cubicBezTo>
                  <a:pt x="94658" y="56034"/>
                  <a:pt x="176821" y="8"/>
                  <a:pt x="266708" y="8"/>
                </a:cubicBezTo>
                <a:cubicBezTo>
                  <a:pt x="356586" y="8"/>
                  <a:pt x="438749" y="56034"/>
                  <a:pt x="471153" y="139425"/>
                </a:cubicBezTo>
                <a:lnTo>
                  <a:pt x="453379" y="146331"/>
                </a:lnTo>
                <a:cubicBezTo>
                  <a:pt x="423813" y="70198"/>
                  <a:pt x="348794" y="19058"/>
                  <a:pt x="266708" y="19058"/>
                </a:cubicBezTo>
                <a:cubicBezTo>
                  <a:pt x="184612" y="19058"/>
                  <a:pt x="109593" y="70198"/>
                  <a:pt x="80028" y="146331"/>
                </a:cubicBezTo>
                <a:lnTo>
                  <a:pt x="80028" y="146331"/>
                </a:lnTo>
                <a:close/>
                <a:moveTo>
                  <a:pt x="453379" y="291825"/>
                </a:moveTo>
                <a:lnTo>
                  <a:pt x="471153" y="298731"/>
                </a:lnTo>
                <a:cubicBezTo>
                  <a:pt x="438749" y="382122"/>
                  <a:pt x="356586" y="438158"/>
                  <a:pt x="266708" y="438158"/>
                </a:cubicBezTo>
                <a:cubicBezTo>
                  <a:pt x="176821" y="438158"/>
                  <a:pt x="94658" y="382122"/>
                  <a:pt x="62263" y="298731"/>
                </a:cubicBezTo>
                <a:lnTo>
                  <a:pt x="80028" y="291825"/>
                </a:lnTo>
                <a:cubicBezTo>
                  <a:pt x="109593" y="367959"/>
                  <a:pt x="184612" y="419108"/>
                  <a:pt x="266708" y="419108"/>
                </a:cubicBezTo>
                <a:cubicBezTo>
                  <a:pt x="348794" y="419108"/>
                  <a:pt x="423813" y="367959"/>
                  <a:pt x="453379" y="291825"/>
                </a:cubicBezTo>
                <a:lnTo>
                  <a:pt x="453379" y="291825"/>
                </a:lnTo>
                <a:close/>
                <a:moveTo>
                  <a:pt x="514358" y="252916"/>
                </a:moveTo>
                <a:cubicBezTo>
                  <a:pt x="514358" y="255230"/>
                  <a:pt x="512405" y="257183"/>
                  <a:pt x="510081" y="257183"/>
                </a:cubicBezTo>
                <a:lnTo>
                  <a:pt x="442425" y="257183"/>
                </a:lnTo>
                <a:cubicBezTo>
                  <a:pt x="440111" y="257183"/>
                  <a:pt x="438158" y="255230"/>
                  <a:pt x="438158" y="252916"/>
                </a:cubicBezTo>
                <a:lnTo>
                  <a:pt x="438158" y="185241"/>
                </a:lnTo>
                <a:cubicBezTo>
                  <a:pt x="438158" y="182936"/>
                  <a:pt x="440111" y="180983"/>
                  <a:pt x="442425" y="180983"/>
                </a:cubicBezTo>
                <a:lnTo>
                  <a:pt x="510081" y="180983"/>
                </a:lnTo>
                <a:cubicBezTo>
                  <a:pt x="512405" y="180983"/>
                  <a:pt x="514358" y="182936"/>
                  <a:pt x="514358" y="185241"/>
                </a:cubicBezTo>
                <a:lnTo>
                  <a:pt x="514358" y="252916"/>
                </a:lnTo>
                <a:close/>
                <a:moveTo>
                  <a:pt x="510081" y="161933"/>
                </a:moveTo>
                <a:lnTo>
                  <a:pt x="442425" y="161933"/>
                </a:lnTo>
                <a:cubicBezTo>
                  <a:pt x="429566" y="161933"/>
                  <a:pt x="419108" y="172391"/>
                  <a:pt x="419108" y="185241"/>
                </a:cubicBezTo>
                <a:lnTo>
                  <a:pt x="419108" y="252916"/>
                </a:lnTo>
                <a:cubicBezTo>
                  <a:pt x="419108" y="265775"/>
                  <a:pt x="429566" y="276233"/>
                  <a:pt x="442425" y="276233"/>
                </a:cubicBezTo>
                <a:lnTo>
                  <a:pt x="510081" y="276233"/>
                </a:lnTo>
                <a:cubicBezTo>
                  <a:pt x="522940" y="276233"/>
                  <a:pt x="533408" y="265775"/>
                  <a:pt x="533408" y="252916"/>
                </a:cubicBezTo>
                <a:lnTo>
                  <a:pt x="533408" y="185241"/>
                </a:lnTo>
                <a:cubicBezTo>
                  <a:pt x="533408" y="172391"/>
                  <a:pt x="522940" y="161933"/>
                  <a:pt x="510081" y="161933"/>
                </a:cubicBezTo>
                <a:lnTo>
                  <a:pt x="510081" y="161933"/>
                </a:lnTo>
                <a:close/>
                <a:moveTo>
                  <a:pt x="19058" y="252916"/>
                </a:moveTo>
                <a:lnTo>
                  <a:pt x="19058" y="185241"/>
                </a:lnTo>
                <a:cubicBezTo>
                  <a:pt x="19058" y="182936"/>
                  <a:pt x="21011" y="180983"/>
                  <a:pt x="23325" y="180983"/>
                </a:cubicBezTo>
                <a:lnTo>
                  <a:pt x="90981" y="180983"/>
                </a:lnTo>
                <a:cubicBezTo>
                  <a:pt x="93305" y="180983"/>
                  <a:pt x="95258" y="182936"/>
                  <a:pt x="95258" y="185241"/>
                </a:cubicBezTo>
                <a:lnTo>
                  <a:pt x="95258" y="252916"/>
                </a:lnTo>
                <a:cubicBezTo>
                  <a:pt x="95258" y="255230"/>
                  <a:pt x="93305" y="257183"/>
                  <a:pt x="90981" y="257183"/>
                </a:cubicBezTo>
                <a:lnTo>
                  <a:pt x="23325" y="257183"/>
                </a:lnTo>
                <a:cubicBezTo>
                  <a:pt x="21011" y="257183"/>
                  <a:pt x="19058" y="255230"/>
                  <a:pt x="19058" y="252916"/>
                </a:cubicBezTo>
                <a:lnTo>
                  <a:pt x="19058" y="252916"/>
                </a:lnTo>
                <a:close/>
                <a:moveTo>
                  <a:pt x="114308" y="252916"/>
                </a:moveTo>
                <a:lnTo>
                  <a:pt x="114308" y="185241"/>
                </a:lnTo>
                <a:cubicBezTo>
                  <a:pt x="114308" y="172391"/>
                  <a:pt x="103840" y="161933"/>
                  <a:pt x="90981" y="161933"/>
                </a:cubicBezTo>
                <a:lnTo>
                  <a:pt x="23325" y="161933"/>
                </a:lnTo>
                <a:cubicBezTo>
                  <a:pt x="10466" y="161933"/>
                  <a:pt x="8" y="172391"/>
                  <a:pt x="8" y="185241"/>
                </a:cubicBezTo>
                <a:lnTo>
                  <a:pt x="8" y="252916"/>
                </a:lnTo>
                <a:cubicBezTo>
                  <a:pt x="8" y="265775"/>
                  <a:pt x="10466" y="276233"/>
                  <a:pt x="23325" y="276233"/>
                </a:cubicBezTo>
                <a:lnTo>
                  <a:pt x="90981" y="276233"/>
                </a:lnTo>
                <a:cubicBezTo>
                  <a:pt x="103840" y="276233"/>
                  <a:pt x="114308" y="265775"/>
                  <a:pt x="114308" y="252916"/>
                </a:cubicBezTo>
                <a:lnTo>
                  <a:pt x="114308" y="252916"/>
                </a:lnTo>
                <a:close/>
                <a:moveTo>
                  <a:pt x="276233" y="228608"/>
                </a:moveTo>
                <a:lnTo>
                  <a:pt x="323858" y="228608"/>
                </a:lnTo>
                <a:lnTo>
                  <a:pt x="323858" y="190508"/>
                </a:lnTo>
                <a:lnTo>
                  <a:pt x="276233" y="190508"/>
                </a:lnTo>
                <a:lnTo>
                  <a:pt x="276233" y="228608"/>
                </a:lnTo>
                <a:close/>
                <a:moveTo>
                  <a:pt x="209558" y="228608"/>
                </a:moveTo>
                <a:lnTo>
                  <a:pt x="257183" y="228608"/>
                </a:lnTo>
                <a:lnTo>
                  <a:pt x="257183" y="190508"/>
                </a:lnTo>
                <a:lnTo>
                  <a:pt x="209558" y="190508"/>
                </a:lnTo>
                <a:lnTo>
                  <a:pt x="209558" y="228608"/>
                </a:lnTo>
                <a:close/>
                <a:moveTo>
                  <a:pt x="190508" y="247658"/>
                </a:moveTo>
                <a:lnTo>
                  <a:pt x="342908" y="247658"/>
                </a:lnTo>
                <a:lnTo>
                  <a:pt x="342908" y="171458"/>
                </a:lnTo>
                <a:lnTo>
                  <a:pt x="190508" y="171458"/>
                </a:lnTo>
                <a:lnTo>
                  <a:pt x="190508" y="247658"/>
                </a:lnTo>
                <a:close/>
                <a:moveTo>
                  <a:pt x="257183" y="266708"/>
                </a:moveTo>
                <a:lnTo>
                  <a:pt x="257183" y="295283"/>
                </a:lnTo>
                <a:lnTo>
                  <a:pt x="171458" y="295283"/>
                </a:lnTo>
                <a:lnTo>
                  <a:pt x="171458" y="266708"/>
                </a:lnTo>
                <a:lnTo>
                  <a:pt x="152408" y="266708"/>
                </a:lnTo>
                <a:lnTo>
                  <a:pt x="152408" y="152408"/>
                </a:lnTo>
                <a:lnTo>
                  <a:pt x="381008" y="152408"/>
                </a:lnTo>
                <a:lnTo>
                  <a:pt x="381008" y="266708"/>
                </a:lnTo>
                <a:lnTo>
                  <a:pt x="342908" y="266708"/>
                </a:lnTo>
                <a:lnTo>
                  <a:pt x="342908" y="295283"/>
                </a:lnTo>
                <a:lnTo>
                  <a:pt x="314333" y="295283"/>
                </a:lnTo>
                <a:lnTo>
                  <a:pt x="314333" y="266708"/>
                </a:lnTo>
                <a:lnTo>
                  <a:pt x="257183" y="266708"/>
                </a:lnTo>
                <a:close/>
                <a:moveTo>
                  <a:pt x="361958" y="314333"/>
                </a:moveTo>
                <a:lnTo>
                  <a:pt x="361958" y="285758"/>
                </a:lnTo>
                <a:lnTo>
                  <a:pt x="400058" y="285758"/>
                </a:lnTo>
                <a:lnTo>
                  <a:pt x="400058" y="133358"/>
                </a:lnTo>
                <a:lnTo>
                  <a:pt x="133358" y="133358"/>
                </a:lnTo>
                <a:lnTo>
                  <a:pt x="133358" y="285758"/>
                </a:lnTo>
                <a:lnTo>
                  <a:pt x="152408" y="285758"/>
                </a:lnTo>
                <a:lnTo>
                  <a:pt x="152408" y="314333"/>
                </a:lnTo>
                <a:lnTo>
                  <a:pt x="276233" y="314333"/>
                </a:lnTo>
                <a:lnTo>
                  <a:pt x="276233" y="285758"/>
                </a:lnTo>
                <a:lnTo>
                  <a:pt x="295283" y="285758"/>
                </a:lnTo>
                <a:lnTo>
                  <a:pt x="295283" y="314333"/>
                </a:lnTo>
                <a:lnTo>
                  <a:pt x="361958" y="314333"/>
                </a:lnTo>
                <a:close/>
              </a:path>
            </a:pathLst>
          </a:custGeom>
          <a:solidFill>
            <a:srgbClr val="384242"/>
          </a:solidFill>
          <a:ln w="9525" cap="flat">
            <a:solidFill>
              <a:srgbClr val="384242"/>
            </a:solidFill>
            <a:prstDash val="solid"/>
            <a:miter/>
          </a:ln>
        </p:spPr>
        <p:txBody>
          <a:bodyPr rtlCol="0" anchor="ctr"/>
          <a:lstStyle/>
          <a:p>
            <a:pPr defTabSz="634687">
              <a:defRPr/>
            </a:pPr>
            <a:endParaRPr lang="en-US" sz="3600" dirty="0">
              <a:solidFill>
                <a:srgbClr val="000000"/>
              </a:solidFill>
              <a:latin typeface="Amazon Ember" panose="020F0502020204030204"/>
            </a:endParaRPr>
          </a:p>
        </p:txBody>
      </p:sp>
      <p:pic>
        <p:nvPicPr>
          <p:cNvPr id="25" name="Graphic 24">
            <a:extLst>
              <a:ext uri="{FF2B5EF4-FFF2-40B4-BE49-F238E27FC236}">
                <a16:creationId xmlns:a16="http://schemas.microsoft.com/office/drawing/2014/main" id="{EA66FABF-DAC8-202A-62C1-B5CA78A6DFC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413976" y="5606587"/>
            <a:ext cx="301879" cy="301879"/>
          </a:xfrm>
          <a:prstGeom prst="rect">
            <a:avLst/>
          </a:prstGeom>
        </p:spPr>
      </p:pic>
    </p:spTree>
    <p:extLst>
      <p:ext uri="{BB962C8B-B14F-4D97-AF65-F5344CB8AC3E}">
        <p14:creationId xmlns:p14="http://schemas.microsoft.com/office/powerpoint/2010/main" val="697182"/>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78BCEF-D1E9-2172-28F0-B31105B2A896}"/>
              </a:ext>
            </a:extLst>
          </p:cNvPr>
          <p:cNvSpPr>
            <a:spLocks noGrp="1"/>
          </p:cNvSpPr>
          <p:nvPr>
            <p:ph type="title"/>
          </p:nvPr>
        </p:nvSpPr>
        <p:spPr>
          <a:xfrm>
            <a:off x="555666" y="2704848"/>
            <a:ext cx="5441372" cy="535531"/>
          </a:xfrm>
        </p:spPr>
        <p:txBody>
          <a:bodyPr>
            <a:normAutofit fontScale="90000"/>
          </a:bodyPr>
          <a:lstStyle/>
          <a:p>
            <a:r>
              <a:rPr lang="en-US" dirty="0"/>
              <a:t>Top reasons to customize models</a:t>
            </a:r>
          </a:p>
        </p:txBody>
      </p:sp>
      <p:sp>
        <p:nvSpPr>
          <p:cNvPr id="4" name="Slide Number Placeholder 3">
            <a:extLst>
              <a:ext uri="{FF2B5EF4-FFF2-40B4-BE49-F238E27FC236}">
                <a16:creationId xmlns:a16="http://schemas.microsoft.com/office/drawing/2014/main" id="{45E6A14A-171C-B554-89E8-9EA09B5F4C55}"/>
              </a:ext>
            </a:extLst>
          </p:cNvPr>
          <p:cNvSpPr>
            <a:spLocks noGrp="1"/>
          </p:cNvSpPr>
          <p:nvPr>
            <p:ph type="sldNum" sz="quarter" idx="13"/>
          </p:nvPr>
        </p:nvSpPr>
        <p:spPr/>
        <p:txBody>
          <a:bodyPr/>
          <a:lstStyle/>
          <a:p>
            <a:fld id="{DC503246-BBCE-4F0A-BCDC-08FC4C52637D}" type="slidenum">
              <a:rPr lang="en-US" smtClean="0"/>
              <a:pPr/>
              <a:t>4</a:t>
            </a:fld>
            <a:endParaRPr lang="en-US" dirty="0"/>
          </a:p>
        </p:txBody>
      </p:sp>
      <p:sp>
        <p:nvSpPr>
          <p:cNvPr id="46" name="Arc 45">
            <a:extLst>
              <a:ext uri="{FF2B5EF4-FFF2-40B4-BE49-F238E27FC236}">
                <a16:creationId xmlns:a16="http://schemas.microsoft.com/office/drawing/2014/main" id="{E467999E-E68A-D523-1D6B-1163CB7DC1AE}"/>
              </a:ext>
            </a:extLst>
          </p:cNvPr>
          <p:cNvSpPr/>
          <p:nvPr/>
        </p:nvSpPr>
        <p:spPr>
          <a:xfrm>
            <a:off x="-1882264" y="-835964"/>
            <a:ext cx="9372535" cy="9372535"/>
          </a:xfrm>
          <a:prstGeom prst="arc">
            <a:avLst>
              <a:gd name="adj1" fmla="val 18099344"/>
              <a:gd name="adj2" fmla="val 2671497"/>
            </a:avLst>
          </a:prstGeom>
          <a:noFill/>
          <a:ln w="25400" cap="flat" cmpd="sng" algn="ctr">
            <a:gradFill>
              <a:gsLst>
                <a:gs pos="0">
                  <a:srgbClr val="289EFF"/>
                </a:gs>
                <a:gs pos="100000">
                  <a:srgbClr val="DB2BB6"/>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Display"/>
              <a:ea typeface="+mn-ea"/>
              <a:cs typeface="+mn-cs"/>
            </a:endParaRPr>
          </a:p>
        </p:txBody>
      </p:sp>
      <p:grpSp>
        <p:nvGrpSpPr>
          <p:cNvPr id="48" name="Group 47">
            <a:extLst>
              <a:ext uri="{FF2B5EF4-FFF2-40B4-BE49-F238E27FC236}">
                <a16:creationId xmlns:a16="http://schemas.microsoft.com/office/drawing/2014/main" id="{C57C5E79-3915-D7FB-EB77-6A15A41BB22F}"/>
              </a:ext>
            </a:extLst>
          </p:cNvPr>
          <p:cNvGrpSpPr/>
          <p:nvPr/>
        </p:nvGrpSpPr>
        <p:grpSpPr>
          <a:xfrm>
            <a:off x="7104554" y="4631525"/>
            <a:ext cx="560325" cy="560325"/>
            <a:chOff x="4953633" y="3625820"/>
            <a:chExt cx="560325" cy="560325"/>
          </a:xfrm>
        </p:grpSpPr>
        <p:sp>
          <p:nvSpPr>
            <p:cNvPr id="58" name="!!outline">
              <a:extLst>
                <a:ext uri="{FF2B5EF4-FFF2-40B4-BE49-F238E27FC236}">
                  <a16:creationId xmlns:a16="http://schemas.microsoft.com/office/drawing/2014/main" id="{0876EB74-C6C4-F5B8-4AB5-99C076C6BD9F}"/>
                </a:ext>
              </a:extLst>
            </p:cNvPr>
            <p:cNvSpPr/>
            <p:nvPr/>
          </p:nvSpPr>
          <p:spPr>
            <a:xfrm>
              <a:off x="4953633" y="3625820"/>
              <a:ext cx="560325" cy="560325"/>
            </a:xfrm>
            <a:prstGeom prst="ellipse">
              <a:avLst/>
            </a:prstGeom>
            <a:solidFill>
              <a:srgbClr val="161E2D"/>
            </a:solidFill>
            <a:ln w="25400" cap="flat" cmpd="sng" algn="ctr">
              <a:solidFill>
                <a:srgbClr val="BE6FE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Display"/>
                <a:ea typeface="+mn-ea"/>
                <a:cs typeface="+mn-cs"/>
              </a:endParaRPr>
            </a:p>
          </p:txBody>
        </p:sp>
        <p:grpSp>
          <p:nvGrpSpPr>
            <p:cNvPr id="59" name="!!white3">
              <a:extLst>
                <a:ext uri="{FF2B5EF4-FFF2-40B4-BE49-F238E27FC236}">
                  <a16:creationId xmlns:a16="http://schemas.microsoft.com/office/drawing/2014/main" id="{D5B85418-4861-88C4-210A-9BB91FD00D66}"/>
                </a:ext>
              </a:extLst>
            </p:cNvPr>
            <p:cNvGrpSpPr/>
            <p:nvPr/>
          </p:nvGrpSpPr>
          <p:grpSpPr>
            <a:xfrm>
              <a:off x="5037590" y="3709777"/>
              <a:ext cx="392411" cy="392411"/>
              <a:chOff x="5037590" y="3709777"/>
              <a:chExt cx="392411" cy="392411"/>
            </a:xfrm>
          </p:grpSpPr>
          <p:sp>
            <p:nvSpPr>
              <p:cNvPr id="60" name="Oval 59">
                <a:extLst>
                  <a:ext uri="{FF2B5EF4-FFF2-40B4-BE49-F238E27FC236}">
                    <a16:creationId xmlns:a16="http://schemas.microsoft.com/office/drawing/2014/main" id="{00E28F14-EDAE-B47A-53DF-EE9C2C6842F7}"/>
                  </a:ext>
                </a:extLst>
              </p:cNvPr>
              <p:cNvSpPr/>
              <p:nvPr/>
            </p:nvSpPr>
            <p:spPr>
              <a:xfrm>
                <a:off x="5115196" y="3787384"/>
                <a:ext cx="237198" cy="237198"/>
              </a:xfrm>
              <a:prstGeom prst="ellipse">
                <a:avLst/>
              </a:prstGeom>
              <a:gradFill>
                <a:gsLst>
                  <a:gs pos="0">
                    <a:srgbClr val="289EFF"/>
                  </a:gs>
                  <a:gs pos="100000">
                    <a:srgbClr val="DB2BB6"/>
                  </a:gs>
                </a:gsLst>
                <a:lin ang="2700000" scaled="0"/>
              </a:gradFill>
              <a:ln w="12700" cap="flat" cmpd="sng" algn="ctr">
                <a:noFill/>
                <a:prstDash val="solid"/>
                <a:miter lim="800000"/>
              </a:ln>
              <a:effectLst>
                <a:outerShdw blurRad="127000" dist="63500" dir="2700000" algn="tl"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Display"/>
                  <a:ea typeface="+mn-ea"/>
                  <a:cs typeface="+mn-cs"/>
                </a:endParaRPr>
              </a:p>
            </p:txBody>
          </p:sp>
          <p:sp>
            <p:nvSpPr>
              <p:cNvPr id="61" name="Oval 60">
                <a:extLst>
                  <a:ext uri="{FF2B5EF4-FFF2-40B4-BE49-F238E27FC236}">
                    <a16:creationId xmlns:a16="http://schemas.microsoft.com/office/drawing/2014/main" id="{967C2397-B826-DAD4-1679-4DD72F9C782A}"/>
                  </a:ext>
                </a:extLst>
              </p:cNvPr>
              <p:cNvSpPr/>
              <p:nvPr/>
            </p:nvSpPr>
            <p:spPr>
              <a:xfrm>
                <a:off x="5037590" y="3709777"/>
                <a:ext cx="392411" cy="392411"/>
              </a:xfrm>
              <a:prstGeom prst="ellipse">
                <a:avLst/>
              </a:prstGeom>
              <a:noFill/>
              <a:ln w="19050" cap="flat" cmpd="sng" algn="ctr">
                <a:solidFill>
                  <a:srgbClr val="FFFFFF">
                    <a:alpha val="10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Display"/>
                  <a:ea typeface="+mn-ea"/>
                  <a:cs typeface="+mn-cs"/>
                </a:endParaRPr>
              </a:p>
            </p:txBody>
          </p:sp>
        </p:grpSp>
      </p:grpSp>
      <p:grpSp>
        <p:nvGrpSpPr>
          <p:cNvPr id="64" name="Group 63">
            <a:extLst>
              <a:ext uri="{FF2B5EF4-FFF2-40B4-BE49-F238E27FC236}">
                <a16:creationId xmlns:a16="http://schemas.microsoft.com/office/drawing/2014/main" id="{1CFC5152-3AEE-A3D3-CDF2-48F6452D06F6}"/>
              </a:ext>
            </a:extLst>
          </p:cNvPr>
          <p:cNvGrpSpPr/>
          <p:nvPr/>
        </p:nvGrpSpPr>
        <p:grpSpPr>
          <a:xfrm>
            <a:off x="7100230" y="2680054"/>
            <a:ext cx="560325" cy="560325"/>
            <a:chOff x="4929819" y="2721632"/>
            <a:chExt cx="560325" cy="560325"/>
          </a:xfrm>
        </p:grpSpPr>
        <p:sp>
          <p:nvSpPr>
            <p:cNvPr id="65" name="!!outline">
              <a:extLst>
                <a:ext uri="{FF2B5EF4-FFF2-40B4-BE49-F238E27FC236}">
                  <a16:creationId xmlns:a16="http://schemas.microsoft.com/office/drawing/2014/main" id="{217BB3B6-74FF-4E5E-89BF-25C127EE8EB3}"/>
                </a:ext>
              </a:extLst>
            </p:cNvPr>
            <p:cNvSpPr/>
            <p:nvPr/>
          </p:nvSpPr>
          <p:spPr>
            <a:xfrm>
              <a:off x="4929819" y="2721632"/>
              <a:ext cx="560325" cy="560325"/>
            </a:xfrm>
            <a:prstGeom prst="ellipse">
              <a:avLst/>
            </a:prstGeom>
            <a:solidFill>
              <a:srgbClr val="161E2D"/>
            </a:solidFill>
            <a:ln w="25400" cap="flat" cmpd="sng" algn="ctr">
              <a:solidFill>
                <a:srgbClr val="8D8DF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Display"/>
                <a:ea typeface="+mn-ea"/>
                <a:cs typeface="+mn-cs"/>
              </a:endParaRPr>
            </a:p>
          </p:txBody>
        </p:sp>
        <p:sp>
          <p:nvSpPr>
            <p:cNvPr id="66" name="Oval 65">
              <a:extLst>
                <a:ext uri="{FF2B5EF4-FFF2-40B4-BE49-F238E27FC236}">
                  <a16:creationId xmlns:a16="http://schemas.microsoft.com/office/drawing/2014/main" id="{B7C6B6A4-99B1-A180-2A7E-3E96E159E5F8}"/>
                </a:ext>
              </a:extLst>
            </p:cNvPr>
            <p:cNvSpPr/>
            <p:nvPr/>
          </p:nvSpPr>
          <p:spPr>
            <a:xfrm>
              <a:off x="5091382" y="2883196"/>
              <a:ext cx="237198" cy="237198"/>
            </a:xfrm>
            <a:prstGeom prst="ellipse">
              <a:avLst/>
            </a:prstGeom>
            <a:gradFill>
              <a:gsLst>
                <a:gs pos="0">
                  <a:srgbClr val="289EFF"/>
                </a:gs>
                <a:gs pos="100000">
                  <a:srgbClr val="DB2BB6"/>
                </a:gs>
              </a:gsLst>
              <a:lin ang="2700000" scaled="0"/>
            </a:gradFill>
            <a:ln w="12700" cap="flat" cmpd="sng" algn="ctr">
              <a:noFill/>
              <a:prstDash val="solid"/>
              <a:miter lim="800000"/>
            </a:ln>
            <a:effectLst>
              <a:outerShdw blurRad="127000" dist="63500" dir="2700000" algn="tl"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Display"/>
                <a:ea typeface="+mn-ea"/>
                <a:cs typeface="+mn-cs"/>
              </a:endParaRPr>
            </a:p>
          </p:txBody>
        </p:sp>
        <p:sp>
          <p:nvSpPr>
            <p:cNvPr id="67" name="Oval 66">
              <a:extLst>
                <a:ext uri="{FF2B5EF4-FFF2-40B4-BE49-F238E27FC236}">
                  <a16:creationId xmlns:a16="http://schemas.microsoft.com/office/drawing/2014/main" id="{3C170FBB-20BB-575E-7626-064113541766}"/>
                </a:ext>
              </a:extLst>
            </p:cNvPr>
            <p:cNvSpPr/>
            <p:nvPr/>
          </p:nvSpPr>
          <p:spPr>
            <a:xfrm>
              <a:off x="5013776" y="2805589"/>
              <a:ext cx="392411" cy="392411"/>
            </a:xfrm>
            <a:prstGeom prst="ellipse">
              <a:avLst/>
            </a:prstGeom>
            <a:noFill/>
            <a:ln w="19050" cap="flat" cmpd="sng" algn="ctr">
              <a:solidFill>
                <a:srgbClr val="FFFFFF">
                  <a:alpha val="10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Display"/>
                <a:ea typeface="+mn-ea"/>
                <a:cs typeface="+mn-cs"/>
              </a:endParaRPr>
            </a:p>
          </p:txBody>
        </p:sp>
      </p:grpSp>
      <p:grpSp>
        <p:nvGrpSpPr>
          <p:cNvPr id="78" name="Group 77">
            <a:extLst>
              <a:ext uri="{FF2B5EF4-FFF2-40B4-BE49-F238E27FC236}">
                <a16:creationId xmlns:a16="http://schemas.microsoft.com/office/drawing/2014/main" id="{FCFB2276-1CF8-1F73-89A5-3B4D178D196F}"/>
              </a:ext>
            </a:extLst>
          </p:cNvPr>
          <p:cNvGrpSpPr/>
          <p:nvPr/>
        </p:nvGrpSpPr>
        <p:grpSpPr>
          <a:xfrm>
            <a:off x="6301534" y="815353"/>
            <a:ext cx="560325" cy="560325"/>
            <a:chOff x="4882079" y="2637721"/>
            <a:chExt cx="560325" cy="560325"/>
          </a:xfrm>
        </p:grpSpPr>
        <p:sp>
          <p:nvSpPr>
            <p:cNvPr id="79" name="!!outline">
              <a:extLst>
                <a:ext uri="{FF2B5EF4-FFF2-40B4-BE49-F238E27FC236}">
                  <a16:creationId xmlns:a16="http://schemas.microsoft.com/office/drawing/2014/main" id="{7BD0B812-8A65-36B1-21E1-210E95240E0F}"/>
                </a:ext>
              </a:extLst>
            </p:cNvPr>
            <p:cNvSpPr/>
            <p:nvPr/>
          </p:nvSpPr>
          <p:spPr>
            <a:xfrm>
              <a:off x="4882079" y="2637721"/>
              <a:ext cx="560325" cy="560325"/>
            </a:xfrm>
            <a:prstGeom prst="ellipse">
              <a:avLst/>
            </a:prstGeom>
            <a:solidFill>
              <a:srgbClr val="161E2D"/>
            </a:solidFill>
            <a:ln w="25400" cap="flat" cmpd="sng" algn="ctr">
              <a:solidFill>
                <a:srgbClr val="539BF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Display"/>
                <a:ea typeface="+mn-ea"/>
                <a:cs typeface="+mn-cs"/>
              </a:endParaRPr>
            </a:p>
          </p:txBody>
        </p:sp>
        <p:grpSp>
          <p:nvGrpSpPr>
            <p:cNvPr id="80" name="!!white1">
              <a:extLst>
                <a:ext uri="{FF2B5EF4-FFF2-40B4-BE49-F238E27FC236}">
                  <a16:creationId xmlns:a16="http://schemas.microsoft.com/office/drawing/2014/main" id="{9F01CCAC-ADB7-F61F-15D8-9789773F6D16}"/>
                </a:ext>
              </a:extLst>
            </p:cNvPr>
            <p:cNvGrpSpPr/>
            <p:nvPr/>
          </p:nvGrpSpPr>
          <p:grpSpPr>
            <a:xfrm>
              <a:off x="4966036" y="2721678"/>
              <a:ext cx="392411" cy="392411"/>
              <a:chOff x="4966036" y="2721678"/>
              <a:chExt cx="392411" cy="392411"/>
            </a:xfrm>
          </p:grpSpPr>
          <p:sp>
            <p:nvSpPr>
              <p:cNvPr id="81" name="Oval 80">
                <a:extLst>
                  <a:ext uri="{FF2B5EF4-FFF2-40B4-BE49-F238E27FC236}">
                    <a16:creationId xmlns:a16="http://schemas.microsoft.com/office/drawing/2014/main" id="{AF1FE531-2765-D462-C5FC-F52AD488715B}"/>
                  </a:ext>
                </a:extLst>
              </p:cNvPr>
              <p:cNvSpPr/>
              <p:nvPr/>
            </p:nvSpPr>
            <p:spPr>
              <a:xfrm>
                <a:off x="5043642" y="2799285"/>
                <a:ext cx="237198" cy="237198"/>
              </a:xfrm>
              <a:prstGeom prst="ellipse">
                <a:avLst/>
              </a:prstGeom>
              <a:gradFill>
                <a:gsLst>
                  <a:gs pos="0">
                    <a:srgbClr val="289EFF"/>
                  </a:gs>
                  <a:gs pos="100000">
                    <a:srgbClr val="DB2BB6"/>
                  </a:gs>
                </a:gsLst>
                <a:lin ang="2700000" scaled="0"/>
              </a:gradFill>
              <a:ln w="12700" cap="flat" cmpd="sng" algn="ctr">
                <a:noFill/>
                <a:prstDash val="solid"/>
                <a:miter lim="800000"/>
              </a:ln>
              <a:effectLst>
                <a:outerShdw blurRad="127000" dist="63500" dir="2700000" algn="tl" rotWithShape="0">
                  <a:prstClr val="black">
                    <a:alpha val="5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Display"/>
                  <a:ea typeface="+mn-ea"/>
                  <a:cs typeface="+mn-cs"/>
                </a:endParaRPr>
              </a:p>
            </p:txBody>
          </p:sp>
          <p:sp>
            <p:nvSpPr>
              <p:cNvPr id="82" name="Oval 81">
                <a:extLst>
                  <a:ext uri="{FF2B5EF4-FFF2-40B4-BE49-F238E27FC236}">
                    <a16:creationId xmlns:a16="http://schemas.microsoft.com/office/drawing/2014/main" id="{5E9AE752-F998-9FDC-3579-CD3842215110}"/>
                  </a:ext>
                </a:extLst>
              </p:cNvPr>
              <p:cNvSpPr/>
              <p:nvPr/>
            </p:nvSpPr>
            <p:spPr>
              <a:xfrm>
                <a:off x="4966036" y="2721678"/>
                <a:ext cx="392411" cy="392411"/>
              </a:xfrm>
              <a:prstGeom prst="ellipse">
                <a:avLst/>
              </a:prstGeom>
              <a:noFill/>
              <a:ln w="19050" cap="flat" cmpd="sng" algn="ctr">
                <a:solidFill>
                  <a:srgbClr val="FFFFFF">
                    <a:alpha val="10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Display"/>
                  <a:ea typeface="+mn-ea"/>
                  <a:cs typeface="+mn-cs"/>
                </a:endParaRPr>
              </a:p>
            </p:txBody>
          </p:sp>
        </p:grpSp>
      </p:grpSp>
      <p:sp>
        <p:nvSpPr>
          <p:cNvPr id="87" name="Text Placeholder 3">
            <a:extLst>
              <a:ext uri="{FF2B5EF4-FFF2-40B4-BE49-F238E27FC236}">
                <a16:creationId xmlns:a16="http://schemas.microsoft.com/office/drawing/2014/main" id="{B077C356-F80C-D8F7-0562-2236F163A502}"/>
              </a:ext>
            </a:extLst>
          </p:cNvPr>
          <p:cNvSpPr txBox="1">
            <a:spLocks/>
          </p:cNvSpPr>
          <p:nvPr/>
        </p:nvSpPr>
        <p:spPr>
          <a:xfrm>
            <a:off x="7184187" y="898599"/>
            <a:ext cx="4589935" cy="954158"/>
          </a:xfrm>
          <a:prstGeom prst="rect">
            <a:avLst/>
          </a:prstGeom>
        </p:spPr>
        <p:txBody>
          <a:bodyPr anchor="t" anchorCtr="0"/>
          <a:lstStyle>
            <a:lvl1pPr marL="0" indent="0" algn="ctr" defTabSz="914400" rtl="0" eaLnBrk="1" latinLnBrk="0" hangingPunct="1">
              <a:lnSpc>
                <a:spcPct val="90000"/>
              </a:lnSpc>
              <a:spcBef>
                <a:spcPts val="1000"/>
              </a:spcBef>
              <a:buFont typeface="Arial" panose="020B0604020202020204" pitchFamily="34" charset="0"/>
              <a:buNone/>
              <a:defRPr sz="60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541873" rtl="0" eaLnBrk="1" fontAlgn="auto" latinLnBrk="0" hangingPunct="1">
              <a:lnSpc>
                <a:spcPct val="100000"/>
              </a:lnSpc>
              <a:spcBef>
                <a:spcPts val="1067"/>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chemeClr val="tx1"/>
                </a:solidFill>
                <a:effectLst/>
                <a:uLnTx/>
                <a:uFillTx/>
                <a:latin typeface="Amazon Ember" panose="020B0603020204020204" pitchFamily="34" charset="0"/>
                <a:ea typeface="Amazon Ember" panose="020B0603020204020204" pitchFamily="34" charset="0"/>
                <a:cs typeface="Amazon Ember" panose="020B0603020204020204" pitchFamily="34" charset="0"/>
              </a:rPr>
              <a:t>Domain &amp; Task -Specific Adaptation</a:t>
            </a:r>
          </a:p>
        </p:txBody>
      </p:sp>
      <p:sp>
        <p:nvSpPr>
          <p:cNvPr id="88" name="Text Placeholder 3">
            <a:extLst>
              <a:ext uri="{FF2B5EF4-FFF2-40B4-BE49-F238E27FC236}">
                <a16:creationId xmlns:a16="http://schemas.microsoft.com/office/drawing/2014/main" id="{1178F1B2-C4FE-9A9B-A3FD-308CDB5A2379}"/>
              </a:ext>
            </a:extLst>
          </p:cNvPr>
          <p:cNvSpPr txBox="1">
            <a:spLocks/>
          </p:cNvSpPr>
          <p:nvPr/>
        </p:nvSpPr>
        <p:spPr>
          <a:xfrm>
            <a:off x="7744512" y="2762519"/>
            <a:ext cx="4261441" cy="546260"/>
          </a:xfrm>
          <a:prstGeom prst="rect">
            <a:avLst/>
          </a:prstGeom>
        </p:spPr>
        <p:txBody>
          <a:bodyPr anchor="t" anchorCtr="0"/>
          <a:lstStyle>
            <a:lvl1pPr marL="0" indent="0" algn="ctr" defTabSz="914400" rtl="0" eaLnBrk="1" latinLnBrk="0" hangingPunct="1">
              <a:lnSpc>
                <a:spcPct val="90000"/>
              </a:lnSpc>
              <a:spcBef>
                <a:spcPts val="1000"/>
              </a:spcBef>
              <a:buFont typeface="Arial" panose="020B0604020202020204" pitchFamily="34" charset="0"/>
              <a:buNone/>
              <a:defRPr sz="60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defTabSz="541873">
              <a:lnSpc>
                <a:spcPct val="100000"/>
              </a:lnSpc>
              <a:spcBef>
                <a:spcPts val="1067"/>
              </a:spcBef>
              <a:defRPr/>
            </a:pPr>
            <a:r>
              <a:rPr kumimoji="0" lang="en-US" sz="2000" b="0" i="0" u="none" strike="noStrike" kern="1200" cap="none" spc="0" normalizeH="0" baseline="0" noProof="0" dirty="0">
                <a:ln>
                  <a:noFill/>
                </a:ln>
                <a:solidFill>
                  <a:schemeClr val="tx1"/>
                </a:solidFill>
                <a:effectLst/>
                <a:uLnTx/>
                <a:uFillTx/>
                <a:latin typeface="Amazon Ember" panose="020B0603020204020204" pitchFamily="34" charset="0"/>
                <a:ea typeface="Amazon Ember" panose="020B0603020204020204" pitchFamily="34" charset="0"/>
                <a:cs typeface="Amazon Ember" panose="020B0603020204020204" pitchFamily="34" charset="0"/>
              </a:rPr>
              <a:t>Accuracy and Performance</a:t>
            </a:r>
          </a:p>
        </p:txBody>
      </p:sp>
      <p:sp>
        <p:nvSpPr>
          <p:cNvPr id="89" name="Text Placeholder 3">
            <a:extLst>
              <a:ext uri="{FF2B5EF4-FFF2-40B4-BE49-F238E27FC236}">
                <a16:creationId xmlns:a16="http://schemas.microsoft.com/office/drawing/2014/main" id="{DECB4255-58A3-D4F7-C559-877E2623E32E}"/>
              </a:ext>
            </a:extLst>
          </p:cNvPr>
          <p:cNvSpPr txBox="1">
            <a:spLocks/>
          </p:cNvSpPr>
          <p:nvPr/>
        </p:nvSpPr>
        <p:spPr>
          <a:xfrm>
            <a:off x="7748836" y="4715482"/>
            <a:ext cx="3568348" cy="1400785"/>
          </a:xfrm>
          <a:prstGeom prst="rect">
            <a:avLst/>
          </a:prstGeom>
        </p:spPr>
        <p:txBody>
          <a:bodyPr anchor="t" anchorCtr="0"/>
          <a:lstStyle>
            <a:lvl1pPr marL="0" indent="0" algn="ctr" defTabSz="914400" rtl="0" eaLnBrk="1" latinLnBrk="0" hangingPunct="1">
              <a:lnSpc>
                <a:spcPct val="90000"/>
              </a:lnSpc>
              <a:spcBef>
                <a:spcPts val="1000"/>
              </a:spcBef>
              <a:buFont typeface="Arial" panose="020B0604020202020204" pitchFamily="34" charset="0"/>
              <a:buNone/>
              <a:defRPr sz="60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541873" rtl="0" eaLnBrk="1" fontAlgn="auto" latinLnBrk="0" hangingPunct="1">
              <a:lnSpc>
                <a:spcPct val="100000"/>
              </a:lnSpc>
              <a:spcBef>
                <a:spcPts val="1067"/>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chemeClr val="tx1"/>
                </a:solidFill>
                <a:effectLst/>
                <a:uLnTx/>
                <a:uFillTx/>
                <a:latin typeface="Amazon Ember" panose="020B0603020204020204" pitchFamily="34" charset="0"/>
                <a:ea typeface="Amazon Ember" panose="020B0603020204020204" pitchFamily="34" charset="0"/>
                <a:cs typeface="Amazon Ember" panose="020B0603020204020204" pitchFamily="34" charset="0"/>
              </a:rPr>
              <a:t>Cost Efficiency </a:t>
            </a:r>
          </a:p>
          <a:p>
            <a:pPr marL="0" marR="0" lvl="0" indent="0" algn="l" defTabSz="541873" rtl="0" eaLnBrk="1" fontAlgn="auto" latinLnBrk="0" hangingPunct="1">
              <a:lnSpc>
                <a:spcPct val="100000"/>
              </a:lnSpc>
              <a:spcBef>
                <a:spcPts val="1067"/>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chemeClr val="tx1"/>
                </a:solidFill>
                <a:effectLst/>
                <a:uLnTx/>
                <a:uFillTx/>
                <a:latin typeface="Amazon Ember" panose="020B0603020204020204" pitchFamily="34" charset="0"/>
                <a:ea typeface="Amazon Ember" panose="020B0603020204020204" pitchFamily="34" charset="0"/>
                <a:cs typeface="Amazon Ember" panose="020B0603020204020204" pitchFamily="34" charset="0"/>
              </a:rPr>
              <a:t>(Inference cost savings, accuracy, reduced prompt complexity)</a:t>
            </a:r>
            <a:endParaRPr kumimoji="0" lang="en-US" sz="2000" b="0" i="0" u="none" strike="noStrike" kern="1200" cap="none" spc="0" normalizeH="0" baseline="0" noProof="0" dirty="0">
              <a:ln>
                <a:noFill/>
              </a:ln>
              <a:solidFill>
                <a:schemeClr val="tx1"/>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762593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42" presetClass="path" presetSubtype="0" decel="100000" fill="hold" grpId="1" nodeType="withEffect">
                                  <p:stCondLst>
                                    <p:cond delay="0"/>
                                  </p:stCondLst>
                                  <p:childTnLst>
                                    <p:animMotion origin="layout" path="M 2.08333E-7 -1.48148E-6 L -0.03672 -1.48148E-6 " pathEditMode="relative" rAng="0" ptsTypes="AA">
                                      <p:cBhvr>
                                        <p:cTn id="9" dur="600" spd="-100000" fill="hold"/>
                                        <p:tgtEl>
                                          <p:spTgt spid="46"/>
                                        </p:tgtEl>
                                        <p:attrNameLst>
                                          <p:attrName>ppt_x</p:attrName>
                                          <p:attrName>ppt_y</p:attrName>
                                        </p:attrNameLst>
                                      </p:cBhvr>
                                      <p:rCtr x="-183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2DEF1A9-4329-8727-10F9-727EA7E81C19}"/>
              </a:ext>
            </a:extLst>
          </p:cNvPr>
          <p:cNvSpPr txBox="1"/>
          <p:nvPr/>
        </p:nvSpPr>
        <p:spPr>
          <a:xfrm>
            <a:off x="866873" y="2162644"/>
            <a:ext cx="774251" cy="1569660"/>
          </a:xfrm>
          <a:prstGeom prst="rect">
            <a:avLst/>
          </a:prstGeom>
          <a:noFill/>
        </p:spPr>
        <p:txBody>
          <a:bodyPr wrap="none" lIns="0" rIns="0" rtlCol="0">
            <a:spAutoFit/>
          </a:bodyPr>
          <a:lstStyle/>
          <a:p>
            <a:pPr marL="0" marR="0" lvl="0" indent="0" algn="ctr" defTabSz="904876"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300" normalizeH="0" baseline="0" noProof="0" dirty="0">
                <a:ln>
                  <a:noFill/>
                </a:ln>
                <a:gradFill>
                  <a:gsLst>
                    <a:gs pos="14000">
                      <a:srgbClr val="289EFF"/>
                    </a:gs>
                    <a:gs pos="86000">
                      <a:srgbClr val="DB2BB6"/>
                    </a:gs>
                  </a:gsLst>
                  <a:lin ang="2700000" scaled="0"/>
                </a:gradFill>
                <a:effectLst/>
                <a:uLnTx/>
                <a:uFillTx/>
                <a:latin typeface="Amazon Ember Display Heavy" panose="020F0603020204020204" pitchFamily="34" charset="0"/>
                <a:ea typeface="Amazon Ember Display Heavy" panose="020F0603020204020204" pitchFamily="34" charset="0"/>
                <a:cs typeface="Amazon Ember Display Heavy" panose="020F0603020204020204" pitchFamily="34" charset="0"/>
              </a:rPr>
              <a:t>1</a:t>
            </a:r>
          </a:p>
        </p:txBody>
      </p:sp>
      <p:sp>
        <p:nvSpPr>
          <p:cNvPr id="11" name="TextBox 10">
            <a:extLst>
              <a:ext uri="{FF2B5EF4-FFF2-40B4-BE49-F238E27FC236}">
                <a16:creationId xmlns:a16="http://schemas.microsoft.com/office/drawing/2014/main" id="{812B09DE-291D-6A65-E390-4DED8BF98F32}"/>
              </a:ext>
            </a:extLst>
          </p:cNvPr>
          <p:cNvSpPr txBox="1"/>
          <p:nvPr/>
        </p:nvSpPr>
        <p:spPr>
          <a:xfrm>
            <a:off x="6332282" y="2057517"/>
            <a:ext cx="774251" cy="1569660"/>
          </a:xfrm>
          <a:prstGeom prst="rect">
            <a:avLst/>
          </a:prstGeom>
          <a:noFill/>
        </p:spPr>
        <p:txBody>
          <a:bodyPr wrap="none" lIns="0" rIns="0" rtlCol="0">
            <a:spAutoFit/>
          </a:bodyPr>
          <a:lstStyle/>
          <a:p>
            <a:pPr marL="0" marR="0" lvl="0" indent="0" algn="ctr" defTabSz="904876"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300" normalizeH="0" baseline="0" noProof="0" dirty="0">
                <a:ln>
                  <a:noFill/>
                </a:ln>
                <a:gradFill>
                  <a:gsLst>
                    <a:gs pos="14000">
                      <a:srgbClr val="289EFF"/>
                    </a:gs>
                    <a:gs pos="86000">
                      <a:srgbClr val="DB2BB6"/>
                    </a:gs>
                  </a:gsLst>
                  <a:lin ang="2700000" scaled="0"/>
                </a:gradFill>
                <a:effectLst/>
                <a:uLnTx/>
                <a:uFillTx/>
                <a:latin typeface="Amazon Ember Display Heavy" panose="020F0603020204020204" pitchFamily="34" charset="0"/>
                <a:ea typeface="Amazon Ember Display Heavy" panose="020F0603020204020204" pitchFamily="34" charset="0"/>
                <a:cs typeface="Amazon Ember Display Heavy" panose="020F0603020204020204" pitchFamily="34" charset="0"/>
              </a:rPr>
              <a:t>2</a:t>
            </a:r>
          </a:p>
        </p:txBody>
      </p:sp>
      <p:sp>
        <p:nvSpPr>
          <p:cNvPr id="12" name="TextBox 11">
            <a:extLst>
              <a:ext uri="{FF2B5EF4-FFF2-40B4-BE49-F238E27FC236}">
                <a16:creationId xmlns:a16="http://schemas.microsoft.com/office/drawing/2014/main" id="{1D5233AA-05BC-C3A5-AF8F-B01A9419FE28}"/>
              </a:ext>
            </a:extLst>
          </p:cNvPr>
          <p:cNvSpPr txBox="1"/>
          <p:nvPr/>
        </p:nvSpPr>
        <p:spPr>
          <a:xfrm>
            <a:off x="877694" y="4810143"/>
            <a:ext cx="774251" cy="1569660"/>
          </a:xfrm>
          <a:prstGeom prst="rect">
            <a:avLst/>
          </a:prstGeom>
          <a:noFill/>
        </p:spPr>
        <p:txBody>
          <a:bodyPr wrap="none" lIns="0" rIns="0" rtlCol="0">
            <a:spAutoFit/>
          </a:bodyPr>
          <a:lstStyle/>
          <a:p>
            <a:pPr marL="0" marR="0" lvl="0" indent="0" algn="ctr" defTabSz="904876"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300" normalizeH="0" baseline="0" noProof="0" dirty="0">
                <a:ln>
                  <a:noFill/>
                </a:ln>
                <a:gradFill>
                  <a:gsLst>
                    <a:gs pos="14000">
                      <a:srgbClr val="289EFF"/>
                    </a:gs>
                    <a:gs pos="86000">
                      <a:srgbClr val="DB2BB6"/>
                    </a:gs>
                  </a:gsLst>
                  <a:lin ang="2700000" scaled="0"/>
                </a:gradFill>
                <a:effectLst/>
                <a:uLnTx/>
                <a:uFillTx/>
                <a:latin typeface="Amazon Ember Display Heavy" panose="020F0603020204020204" pitchFamily="34" charset="0"/>
                <a:ea typeface="Amazon Ember Display Heavy" panose="020F0603020204020204" pitchFamily="34" charset="0"/>
                <a:cs typeface="Amazon Ember Display Heavy" panose="020F0603020204020204" pitchFamily="34" charset="0"/>
              </a:rPr>
              <a:t>3</a:t>
            </a:r>
          </a:p>
        </p:txBody>
      </p:sp>
      <p:sp>
        <p:nvSpPr>
          <p:cNvPr id="15" name="Rectangle 14">
            <a:extLst>
              <a:ext uri="{FF2B5EF4-FFF2-40B4-BE49-F238E27FC236}">
                <a16:creationId xmlns:a16="http://schemas.microsoft.com/office/drawing/2014/main" id="{E7439BD4-4DE4-EDCA-11F4-4729A994034A}"/>
              </a:ext>
            </a:extLst>
          </p:cNvPr>
          <p:cNvSpPr/>
          <p:nvPr/>
        </p:nvSpPr>
        <p:spPr bwMode="auto">
          <a:xfrm>
            <a:off x="1802324" y="2465411"/>
            <a:ext cx="2324164" cy="39714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Shorten training time using more nodes, more powerful nodes and better parallelism</a:t>
            </a:r>
          </a:p>
        </p:txBody>
      </p:sp>
      <p:sp>
        <p:nvSpPr>
          <p:cNvPr id="18" name="Rectangle 17">
            <a:extLst>
              <a:ext uri="{FF2B5EF4-FFF2-40B4-BE49-F238E27FC236}">
                <a16:creationId xmlns:a16="http://schemas.microsoft.com/office/drawing/2014/main" id="{F5D3EB58-F5B2-7DDB-38E3-5546C1C9DEAB}"/>
              </a:ext>
            </a:extLst>
          </p:cNvPr>
          <p:cNvSpPr/>
          <p:nvPr/>
        </p:nvSpPr>
        <p:spPr bwMode="auto">
          <a:xfrm>
            <a:off x="7244717" y="1481213"/>
            <a:ext cx="2286000" cy="8757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9" name="Rectangle 18">
            <a:extLst>
              <a:ext uri="{FF2B5EF4-FFF2-40B4-BE49-F238E27FC236}">
                <a16:creationId xmlns:a16="http://schemas.microsoft.com/office/drawing/2014/main" id="{5036B326-46E2-D824-8CA1-FF034CB9D578}"/>
              </a:ext>
            </a:extLst>
          </p:cNvPr>
          <p:cNvSpPr/>
          <p:nvPr/>
        </p:nvSpPr>
        <p:spPr bwMode="auto">
          <a:xfrm>
            <a:off x="1914533" y="5132102"/>
            <a:ext cx="2286000" cy="8757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6" name="TextBox 25">
            <a:extLst>
              <a:ext uri="{FF2B5EF4-FFF2-40B4-BE49-F238E27FC236}">
                <a16:creationId xmlns:a16="http://schemas.microsoft.com/office/drawing/2014/main" id="{736BE773-1760-8BB6-8B27-0F696C0E47AE}"/>
              </a:ext>
            </a:extLst>
          </p:cNvPr>
          <p:cNvSpPr txBox="1"/>
          <p:nvPr/>
        </p:nvSpPr>
        <p:spPr>
          <a:xfrm>
            <a:off x="1794991" y="1544815"/>
            <a:ext cx="27199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Accelerate training</a:t>
            </a:r>
          </a:p>
        </p:txBody>
      </p:sp>
      <p:sp>
        <p:nvSpPr>
          <p:cNvPr id="27" name="TextBox 26">
            <a:extLst>
              <a:ext uri="{FF2B5EF4-FFF2-40B4-BE49-F238E27FC236}">
                <a16:creationId xmlns:a16="http://schemas.microsoft.com/office/drawing/2014/main" id="{3C5F1D42-5D8B-9084-18E0-8959D861DD77}"/>
              </a:ext>
            </a:extLst>
          </p:cNvPr>
          <p:cNvSpPr txBox="1"/>
          <p:nvPr/>
        </p:nvSpPr>
        <p:spPr>
          <a:xfrm>
            <a:off x="7027744" y="1500625"/>
            <a:ext cx="27199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Scale model size</a:t>
            </a:r>
          </a:p>
        </p:txBody>
      </p:sp>
      <p:sp>
        <p:nvSpPr>
          <p:cNvPr id="35" name="Title 34">
            <a:extLst>
              <a:ext uri="{FF2B5EF4-FFF2-40B4-BE49-F238E27FC236}">
                <a16:creationId xmlns:a16="http://schemas.microsoft.com/office/drawing/2014/main" id="{C581D6D8-7D98-08B6-2EE7-9E546100960E}"/>
              </a:ext>
            </a:extLst>
          </p:cNvPr>
          <p:cNvSpPr>
            <a:spLocks noGrp="1"/>
          </p:cNvSpPr>
          <p:nvPr>
            <p:ph type="title"/>
          </p:nvPr>
        </p:nvSpPr>
        <p:spPr/>
        <p:txBody>
          <a:bodyPr>
            <a:noAutofit/>
          </a:bodyPr>
          <a:lstStyle/>
          <a:p>
            <a:r>
              <a:rPr lang="en-US" sz="4000" b="1" dirty="0">
                <a:latin typeface="Amazon Ember" panose="020B0603020204020204" pitchFamily="34" charset="0"/>
                <a:ea typeface="Amazon Ember" panose="020B0603020204020204" pitchFamily="34" charset="0"/>
                <a:cs typeface="Amazon Ember" panose="020B0603020204020204" pitchFamily="34" charset="0"/>
              </a:rPr>
              <a:t>Top model optimization requests</a:t>
            </a:r>
          </a:p>
        </p:txBody>
      </p:sp>
      <p:sp>
        <p:nvSpPr>
          <p:cNvPr id="8" name="Rounded Rectangle 7">
            <a:extLst>
              <a:ext uri="{FF2B5EF4-FFF2-40B4-BE49-F238E27FC236}">
                <a16:creationId xmlns:a16="http://schemas.microsoft.com/office/drawing/2014/main" id="{D8D0806C-30B7-8F51-38CE-8966D22228A0}"/>
              </a:ext>
            </a:extLst>
          </p:cNvPr>
          <p:cNvSpPr/>
          <p:nvPr/>
        </p:nvSpPr>
        <p:spPr>
          <a:xfrm>
            <a:off x="1800591" y="2030353"/>
            <a:ext cx="2086187" cy="75861"/>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
        <p:nvSpPr>
          <p:cNvPr id="36" name="Rounded Rectangle 35">
            <a:extLst>
              <a:ext uri="{FF2B5EF4-FFF2-40B4-BE49-F238E27FC236}">
                <a16:creationId xmlns:a16="http://schemas.microsoft.com/office/drawing/2014/main" id="{A29FCEE6-F7DD-133C-D71B-1096304DE316}"/>
              </a:ext>
            </a:extLst>
          </p:cNvPr>
          <p:cNvSpPr/>
          <p:nvPr/>
        </p:nvSpPr>
        <p:spPr>
          <a:xfrm>
            <a:off x="7106533" y="2056006"/>
            <a:ext cx="2086187" cy="75861"/>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
        <p:nvSpPr>
          <p:cNvPr id="38" name="Rectangle 37">
            <a:extLst>
              <a:ext uri="{FF2B5EF4-FFF2-40B4-BE49-F238E27FC236}">
                <a16:creationId xmlns:a16="http://schemas.microsoft.com/office/drawing/2014/main" id="{A61CF4BE-6B74-46D4-76B4-D7B265B1A4C9}"/>
              </a:ext>
            </a:extLst>
          </p:cNvPr>
          <p:cNvSpPr/>
          <p:nvPr/>
        </p:nvSpPr>
        <p:spPr bwMode="auto">
          <a:xfrm>
            <a:off x="7256387" y="2408322"/>
            <a:ext cx="2324164" cy="397148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Train bigger context windows or larger models</a:t>
            </a:r>
          </a:p>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 </a:t>
            </a:r>
            <a:endParaRPr kumimoji="0" lang="en-US" sz="1200" b="0" i="0" u="none" strike="noStrike" kern="1200" cap="none" spc="0" normalizeH="0" baseline="0" noProof="0" dirty="0">
              <a:ln>
                <a:noFill/>
              </a:ln>
              <a:solidFill>
                <a:prstClr val="black"/>
              </a:solidFill>
              <a:effectLst/>
              <a:uLnTx/>
              <a:uFillTx/>
              <a:latin typeface="Aptos" panose="02110004020202020204"/>
              <a:ea typeface="Amazon Ember Display" panose="020F0603020204020204" pitchFamily="34" charset="0"/>
              <a:cs typeface="Amazon Ember Display" panose="020F0603020204020204" pitchFamily="34" charset="0"/>
            </a:endParaRPr>
          </a:p>
        </p:txBody>
      </p:sp>
      <p:sp>
        <p:nvSpPr>
          <p:cNvPr id="40" name="TextBox 39">
            <a:extLst>
              <a:ext uri="{FF2B5EF4-FFF2-40B4-BE49-F238E27FC236}">
                <a16:creationId xmlns:a16="http://schemas.microsoft.com/office/drawing/2014/main" id="{94388981-70D7-952C-FD96-C23E34A8F8D9}"/>
              </a:ext>
            </a:extLst>
          </p:cNvPr>
          <p:cNvSpPr txBox="1"/>
          <p:nvPr/>
        </p:nvSpPr>
        <p:spPr>
          <a:xfrm>
            <a:off x="1604434" y="4059464"/>
            <a:ext cx="27199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Reduce Inference costs</a:t>
            </a:r>
            <a:endPar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94" name="TextBox 93">
            <a:extLst>
              <a:ext uri="{FF2B5EF4-FFF2-40B4-BE49-F238E27FC236}">
                <a16:creationId xmlns:a16="http://schemas.microsoft.com/office/drawing/2014/main" id="{A3CE2F25-8DC3-179B-0A48-FE4935F4C566}"/>
              </a:ext>
            </a:extLst>
          </p:cNvPr>
          <p:cNvSpPr txBox="1"/>
          <p:nvPr/>
        </p:nvSpPr>
        <p:spPr>
          <a:xfrm>
            <a:off x="1697561" y="5112046"/>
            <a:ext cx="2719943" cy="923330"/>
          </a:xfrm>
          <a:prstGeom prst="rect">
            <a:avLst/>
          </a:prstGeom>
          <a:noFill/>
        </p:spPr>
        <p:txBody>
          <a:bodyPr wrap="square">
            <a:sp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Lower production costs while maintaining performance</a:t>
            </a:r>
          </a:p>
        </p:txBody>
      </p:sp>
      <p:sp>
        <p:nvSpPr>
          <p:cNvPr id="95" name="Rounded Rectangle 94">
            <a:extLst>
              <a:ext uri="{FF2B5EF4-FFF2-40B4-BE49-F238E27FC236}">
                <a16:creationId xmlns:a16="http://schemas.microsoft.com/office/drawing/2014/main" id="{AE4C3404-4930-C73D-88C0-2359E395E18A}"/>
              </a:ext>
            </a:extLst>
          </p:cNvPr>
          <p:cNvSpPr/>
          <p:nvPr/>
        </p:nvSpPr>
        <p:spPr>
          <a:xfrm>
            <a:off x="1635187" y="4581539"/>
            <a:ext cx="2086187" cy="75861"/>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
        <p:nvSpPr>
          <p:cNvPr id="96" name="Slide Number Placeholder 2">
            <a:extLst>
              <a:ext uri="{FF2B5EF4-FFF2-40B4-BE49-F238E27FC236}">
                <a16:creationId xmlns:a16="http://schemas.microsoft.com/office/drawing/2014/main" id="{BFC03094-265E-EA9A-F04E-A348236C7A33}"/>
              </a:ext>
            </a:extLst>
          </p:cNvPr>
          <p:cNvSpPr txBox="1">
            <a:spLocks/>
          </p:cNvSpPr>
          <p:nvPr/>
        </p:nvSpPr>
        <p:spPr>
          <a:xfrm>
            <a:off x="8926430" y="633162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4B8DE2-A4E8-46E4-8BBF-D75455EFF32C}"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97" name="TextBox 96">
            <a:extLst>
              <a:ext uri="{FF2B5EF4-FFF2-40B4-BE49-F238E27FC236}">
                <a16:creationId xmlns:a16="http://schemas.microsoft.com/office/drawing/2014/main" id="{9FF27FCA-A3C4-E07A-64CC-F466BD4AE3EC}"/>
              </a:ext>
            </a:extLst>
          </p:cNvPr>
          <p:cNvSpPr txBox="1"/>
          <p:nvPr/>
        </p:nvSpPr>
        <p:spPr>
          <a:xfrm>
            <a:off x="6089785" y="4830199"/>
            <a:ext cx="774251" cy="1569660"/>
          </a:xfrm>
          <a:prstGeom prst="rect">
            <a:avLst/>
          </a:prstGeom>
          <a:noFill/>
        </p:spPr>
        <p:txBody>
          <a:bodyPr wrap="none" lIns="0" rIns="0" rtlCol="0">
            <a:spAutoFit/>
          </a:bodyPr>
          <a:lstStyle/>
          <a:p>
            <a:pPr marL="0" marR="0" lvl="0" indent="0" algn="ctr" defTabSz="904876"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300" normalizeH="0" baseline="0" noProof="0" dirty="0">
                <a:ln>
                  <a:noFill/>
                </a:ln>
                <a:gradFill>
                  <a:gsLst>
                    <a:gs pos="14000">
                      <a:srgbClr val="289EFF"/>
                    </a:gs>
                    <a:gs pos="86000">
                      <a:srgbClr val="DB2BB6"/>
                    </a:gs>
                  </a:gsLst>
                  <a:lin ang="2700000" scaled="0"/>
                </a:gradFill>
                <a:effectLst/>
                <a:uLnTx/>
                <a:uFillTx/>
                <a:latin typeface="Amazon Ember Display Heavy" panose="020F0603020204020204" pitchFamily="34" charset="0"/>
                <a:ea typeface="Amazon Ember Display Heavy" panose="020F0603020204020204" pitchFamily="34" charset="0"/>
                <a:cs typeface="Amazon Ember Display Heavy" panose="020F0603020204020204" pitchFamily="34" charset="0"/>
              </a:rPr>
              <a:t>4</a:t>
            </a:r>
          </a:p>
        </p:txBody>
      </p:sp>
      <p:sp>
        <p:nvSpPr>
          <p:cNvPr id="98" name="Rectangle 97">
            <a:extLst>
              <a:ext uri="{FF2B5EF4-FFF2-40B4-BE49-F238E27FC236}">
                <a16:creationId xmlns:a16="http://schemas.microsoft.com/office/drawing/2014/main" id="{71095352-1A2C-F06B-6D5F-7DD04A4E9C9E}"/>
              </a:ext>
            </a:extLst>
          </p:cNvPr>
          <p:cNvSpPr/>
          <p:nvPr/>
        </p:nvSpPr>
        <p:spPr bwMode="auto">
          <a:xfrm>
            <a:off x="7126624" y="5152158"/>
            <a:ext cx="2286000" cy="8757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99" name="TextBox 98">
            <a:extLst>
              <a:ext uri="{FF2B5EF4-FFF2-40B4-BE49-F238E27FC236}">
                <a16:creationId xmlns:a16="http://schemas.microsoft.com/office/drawing/2014/main" id="{1A19060A-C8EC-5B9B-04BB-C8DA675BBCC8}"/>
              </a:ext>
            </a:extLst>
          </p:cNvPr>
          <p:cNvSpPr txBox="1"/>
          <p:nvPr/>
        </p:nvSpPr>
        <p:spPr>
          <a:xfrm>
            <a:off x="7015290" y="4034518"/>
            <a:ext cx="479466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Smaller models but just as powerful</a:t>
            </a:r>
          </a:p>
        </p:txBody>
      </p:sp>
      <p:sp>
        <p:nvSpPr>
          <p:cNvPr id="100" name="TextBox 99">
            <a:extLst>
              <a:ext uri="{FF2B5EF4-FFF2-40B4-BE49-F238E27FC236}">
                <a16:creationId xmlns:a16="http://schemas.microsoft.com/office/drawing/2014/main" id="{87E42F8F-BB87-07AB-8CD4-1F303844B4A8}"/>
              </a:ext>
            </a:extLst>
          </p:cNvPr>
          <p:cNvSpPr txBox="1"/>
          <p:nvPr/>
        </p:nvSpPr>
        <p:spPr>
          <a:xfrm>
            <a:off x="7027745" y="4920685"/>
            <a:ext cx="3135158" cy="923330"/>
          </a:xfrm>
          <a:prstGeom prst="rect">
            <a:avLst/>
          </a:prstGeom>
          <a:noFill/>
        </p:spPr>
        <p:txBody>
          <a:bodyPr wrap="square">
            <a:sp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Deliver cost efficient small models without minimal performance degradation </a:t>
            </a:r>
          </a:p>
        </p:txBody>
      </p:sp>
      <p:sp>
        <p:nvSpPr>
          <p:cNvPr id="101" name="Rounded Rectangle 100">
            <a:extLst>
              <a:ext uri="{FF2B5EF4-FFF2-40B4-BE49-F238E27FC236}">
                <a16:creationId xmlns:a16="http://schemas.microsoft.com/office/drawing/2014/main" id="{DB00A4F4-6A89-0BCC-259B-165B2A9FBE90}"/>
              </a:ext>
            </a:extLst>
          </p:cNvPr>
          <p:cNvSpPr/>
          <p:nvPr/>
        </p:nvSpPr>
        <p:spPr>
          <a:xfrm>
            <a:off x="7033990" y="4515790"/>
            <a:ext cx="2086187" cy="75861"/>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Tree>
    <p:extLst>
      <p:ext uri="{BB962C8B-B14F-4D97-AF65-F5344CB8AC3E}">
        <p14:creationId xmlns:p14="http://schemas.microsoft.com/office/powerpoint/2010/main" val="287998703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A4F44-C2C7-5474-6128-01BA2A75C7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0D6B70C-2F2C-B8A6-5FA6-772C99877A10}"/>
              </a:ext>
            </a:extLst>
          </p:cNvPr>
          <p:cNvSpPr>
            <a:spLocks noGrp="1"/>
          </p:cNvSpPr>
          <p:nvPr>
            <p:ph type="title"/>
          </p:nvPr>
        </p:nvSpPr>
        <p:spPr>
          <a:xfrm>
            <a:off x="544284" y="914401"/>
            <a:ext cx="10972800" cy="590931"/>
          </a:xfrm>
        </p:spPr>
        <p:txBody>
          <a:bodyPr>
            <a:normAutofit fontScale="90000"/>
          </a:bodyPr>
          <a:lstStyle/>
          <a:p>
            <a:r>
              <a:rPr lang="en-US" b="1" dirty="0">
                <a:latin typeface="Amazon Ember" panose="020B0603020204020204" pitchFamily="34" charset="0"/>
                <a:ea typeface="Amazon Ember" panose="020B0603020204020204" pitchFamily="34" charset="0"/>
                <a:cs typeface="Amazon Ember" panose="020B0603020204020204" pitchFamily="34" charset="0"/>
              </a:rPr>
              <a:t>Optimization and scaling strategies</a:t>
            </a:r>
          </a:p>
        </p:txBody>
      </p:sp>
      <p:sp>
        <p:nvSpPr>
          <p:cNvPr id="34" name="TextBox 33">
            <a:extLst>
              <a:ext uri="{FF2B5EF4-FFF2-40B4-BE49-F238E27FC236}">
                <a16:creationId xmlns:a16="http://schemas.microsoft.com/office/drawing/2014/main" id="{6E078AFC-A88C-B59E-EEBA-422604B442E4}"/>
              </a:ext>
            </a:extLst>
          </p:cNvPr>
          <p:cNvSpPr txBox="1"/>
          <p:nvPr/>
        </p:nvSpPr>
        <p:spPr>
          <a:xfrm>
            <a:off x="1712685" y="1792682"/>
            <a:ext cx="3597388" cy="923330"/>
          </a:xfrm>
          <a:prstGeom prst="rect">
            <a:avLst/>
          </a:prstGeom>
          <a:solidFill>
            <a:schemeClr val="bg1"/>
          </a:solid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Data Parallel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Splits data across multiple GPUs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0">
                  <a:solidFill>
                    <a:srgbClr val="232F3E"/>
                  </a:solidFill>
                </a:ln>
                <a:gradFill>
                  <a:gsLst>
                    <a:gs pos="0">
                      <a:srgbClr val="003181"/>
                    </a:gs>
                    <a:gs pos="16850">
                      <a:srgbClr val="0B499F"/>
                    </a:gs>
                    <a:gs pos="34730">
                      <a:srgbClr val="145CB7"/>
                    </a:gs>
                    <a:gs pos="53720">
                      <a:srgbClr val="1B69C8"/>
                    </a:gs>
                    <a:gs pos="74430">
                      <a:srgbClr val="1F71D2"/>
                    </a:gs>
                    <a:gs pos="100000">
                      <a:srgbClr val="2074D5"/>
                    </a:gs>
                  </a:gsLst>
                  <a:lin ang="0" scaled="1"/>
                </a:gradFill>
                <a:effectLst/>
                <a:uLnTx/>
                <a:uFillTx/>
                <a:latin typeface="Amazon Ember" panose="020B0603020204020204" pitchFamily="34" charset="0"/>
                <a:ea typeface="Amazon Ember" panose="020B0603020204020204" pitchFamily="34" charset="0"/>
                <a:cs typeface="Amazon Ember" panose="020B0603020204020204" pitchFamily="34" charset="0"/>
              </a:rPr>
              <a:t>↑</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 Throughput </a:t>
            </a:r>
          </a:p>
        </p:txBody>
      </p:sp>
      <p:sp>
        <p:nvSpPr>
          <p:cNvPr id="46" name="TextBox 45">
            <a:extLst>
              <a:ext uri="{FF2B5EF4-FFF2-40B4-BE49-F238E27FC236}">
                <a16:creationId xmlns:a16="http://schemas.microsoft.com/office/drawing/2014/main" id="{43783A70-2C40-C833-DE1C-9C40462311EE}"/>
              </a:ext>
            </a:extLst>
          </p:cNvPr>
          <p:cNvSpPr txBox="1"/>
          <p:nvPr/>
        </p:nvSpPr>
        <p:spPr>
          <a:xfrm>
            <a:off x="7477061" y="5091687"/>
            <a:ext cx="3597388" cy="92333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Hardware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Neuron, GPU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0">
                  <a:solidFill>
                    <a:srgbClr val="232F3E"/>
                  </a:solidFill>
                </a:ln>
                <a:gradFill>
                  <a:gsLst>
                    <a:gs pos="0">
                      <a:srgbClr val="003181"/>
                    </a:gs>
                    <a:gs pos="16850">
                      <a:srgbClr val="0B499F"/>
                    </a:gs>
                    <a:gs pos="34730">
                      <a:srgbClr val="145CB7"/>
                    </a:gs>
                    <a:gs pos="53720">
                      <a:srgbClr val="1B69C8"/>
                    </a:gs>
                    <a:gs pos="74430">
                      <a:srgbClr val="1F71D2"/>
                    </a:gs>
                    <a:gs pos="100000">
                      <a:srgbClr val="2074D5"/>
                    </a:gs>
                  </a:gsLst>
                  <a:lin ang="0" scaled="1"/>
                </a:gradFill>
                <a:effectLst/>
                <a:uLnTx/>
                <a:uFillTx/>
                <a:latin typeface="Amazon Ember" panose="020B0603020204020204" pitchFamily="34" charset="0"/>
                <a:ea typeface="Amazon Ember" panose="020B0603020204020204" pitchFamily="34" charset="0"/>
                <a:cs typeface="Amazon Ember" panose="020B0603020204020204" pitchFamily="34" charset="0"/>
              </a:rPr>
              <a:t>↑</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 Overall performance</a:t>
            </a:r>
          </a:p>
        </p:txBody>
      </p:sp>
      <p:sp>
        <p:nvSpPr>
          <p:cNvPr id="54" name="TextBox 53">
            <a:extLst>
              <a:ext uri="{FF2B5EF4-FFF2-40B4-BE49-F238E27FC236}">
                <a16:creationId xmlns:a16="http://schemas.microsoft.com/office/drawing/2014/main" id="{BEAB1F6E-A3CA-A7F6-DE1C-A38F117D1672}"/>
              </a:ext>
            </a:extLst>
          </p:cNvPr>
          <p:cNvSpPr txBox="1"/>
          <p:nvPr/>
        </p:nvSpPr>
        <p:spPr>
          <a:xfrm>
            <a:off x="7398433" y="3474844"/>
            <a:ext cx="4262986" cy="92333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Kernels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Custom operations and fused kernels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0">
                  <a:solidFill>
                    <a:srgbClr val="232F3E"/>
                  </a:solidFill>
                </a:ln>
                <a:gradFill>
                  <a:gsLst>
                    <a:gs pos="0">
                      <a:srgbClr val="003181"/>
                    </a:gs>
                    <a:gs pos="16850">
                      <a:srgbClr val="0B499F"/>
                    </a:gs>
                    <a:gs pos="34730">
                      <a:srgbClr val="145CB7"/>
                    </a:gs>
                    <a:gs pos="53720">
                      <a:srgbClr val="1B69C8"/>
                    </a:gs>
                    <a:gs pos="74430">
                      <a:srgbClr val="1F71D2"/>
                    </a:gs>
                    <a:gs pos="100000">
                      <a:srgbClr val="2074D5"/>
                    </a:gs>
                  </a:gsLst>
                  <a:lin ang="0" scaled="1"/>
                </a:gradFill>
                <a:effectLst/>
                <a:uLnTx/>
                <a:uFillTx/>
                <a:latin typeface="Amazon Ember" panose="020B0603020204020204" pitchFamily="34" charset="0"/>
                <a:ea typeface="Amazon Ember" panose="020B0603020204020204" pitchFamily="34" charset="0"/>
                <a:cs typeface="Amazon Ember" panose="020B0603020204020204" pitchFamily="34" charset="0"/>
              </a:rPr>
              <a:t>↑</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 Overall efficiency</a:t>
            </a:r>
          </a:p>
        </p:txBody>
      </p:sp>
      <p:grpSp>
        <p:nvGrpSpPr>
          <p:cNvPr id="216" name="Group 215">
            <a:extLst>
              <a:ext uri="{FF2B5EF4-FFF2-40B4-BE49-F238E27FC236}">
                <a16:creationId xmlns:a16="http://schemas.microsoft.com/office/drawing/2014/main" id="{83C7DE90-0FC5-EC1D-8E3E-7C34CFA103AB}"/>
              </a:ext>
            </a:extLst>
          </p:cNvPr>
          <p:cNvGrpSpPr/>
          <p:nvPr/>
        </p:nvGrpSpPr>
        <p:grpSpPr>
          <a:xfrm>
            <a:off x="6396745" y="3474844"/>
            <a:ext cx="830818" cy="852440"/>
            <a:chOff x="6396745" y="3474844"/>
            <a:chExt cx="830818" cy="852440"/>
          </a:xfrm>
        </p:grpSpPr>
        <p:sp>
          <p:nvSpPr>
            <p:cNvPr id="56" name="Freeform 55">
              <a:extLst>
                <a:ext uri="{FF2B5EF4-FFF2-40B4-BE49-F238E27FC236}">
                  <a16:creationId xmlns:a16="http://schemas.microsoft.com/office/drawing/2014/main" id="{EA3F1BB1-7260-F055-C59F-6F85C22112C9}"/>
                </a:ext>
              </a:extLst>
            </p:cNvPr>
            <p:cNvSpPr/>
            <p:nvPr/>
          </p:nvSpPr>
          <p:spPr>
            <a:xfrm>
              <a:off x="6871027" y="3474844"/>
              <a:ext cx="356536" cy="852440"/>
            </a:xfrm>
            <a:custGeom>
              <a:avLst/>
              <a:gdLst>
                <a:gd name="connsiteX0" fmla="*/ 3119 w 404246"/>
                <a:gd name="connsiteY0" fmla="*/ 286341 h 941369"/>
                <a:gd name="connsiteX1" fmla="*/ 142859 w 404246"/>
                <a:gd name="connsiteY1" fmla="*/ 470997 h 941369"/>
                <a:gd name="connsiteX2" fmla="*/ 3119 w 404246"/>
                <a:gd name="connsiteY2" fmla="*/ 655653 h 941369"/>
                <a:gd name="connsiteX3" fmla="*/ 0 w 404246"/>
                <a:gd name="connsiteY3" fmla="*/ 74237 h 941369"/>
                <a:gd name="connsiteX4" fmla="*/ 25577 w 404246"/>
                <a:gd name="connsiteY4" fmla="*/ 0 h 941369"/>
                <a:gd name="connsiteX5" fmla="*/ 198380 w 404246"/>
                <a:gd name="connsiteY5" fmla="*/ 71117 h 941369"/>
                <a:gd name="connsiteX6" fmla="*/ 164693 w 404246"/>
                <a:gd name="connsiteY6" fmla="*/ 141611 h 941369"/>
                <a:gd name="connsiteX7" fmla="*/ 260764 w 404246"/>
                <a:gd name="connsiteY7" fmla="*/ 237682 h 941369"/>
                <a:gd name="connsiteX8" fmla="*/ 331258 w 404246"/>
                <a:gd name="connsiteY8" fmla="*/ 203371 h 941369"/>
                <a:gd name="connsiteX9" fmla="*/ 402999 w 404246"/>
                <a:gd name="connsiteY9" fmla="*/ 376174 h 941369"/>
                <a:gd name="connsiteX10" fmla="*/ 330010 w 404246"/>
                <a:gd name="connsiteY10" fmla="*/ 402375 h 941369"/>
                <a:gd name="connsiteX11" fmla="*/ 330634 w 404246"/>
                <a:gd name="connsiteY11" fmla="*/ 538371 h 941369"/>
                <a:gd name="connsiteX12" fmla="*/ 404246 w 404246"/>
                <a:gd name="connsiteY12" fmla="*/ 563949 h 941369"/>
                <a:gd name="connsiteX13" fmla="*/ 333129 w 404246"/>
                <a:gd name="connsiteY13" fmla="*/ 736752 h 941369"/>
                <a:gd name="connsiteX14" fmla="*/ 262635 w 404246"/>
                <a:gd name="connsiteY14" fmla="*/ 703064 h 941369"/>
                <a:gd name="connsiteX15" fmla="*/ 166564 w 404246"/>
                <a:gd name="connsiteY15" fmla="*/ 799135 h 941369"/>
                <a:gd name="connsiteX16" fmla="*/ 200876 w 404246"/>
                <a:gd name="connsiteY16" fmla="*/ 869629 h 941369"/>
                <a:gd name="connsiteX17" fmla="*/ 28073 w 404246"/>
                <a:gd name="connsiteY17" fmla="*/ 941370 h 941369"/>
                <a:gd name="connsiteX18" fmla="*/ 2495 w 404246"/>
                <a:gd name="connsiteY18" fmla="*/ 867757 h 94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4246" h="941369">
                  <a:moveTo>
                    <a:pt x="3119" y="286341"/>
                  </a:moveTo>
                  <a:cubicBezTo>
                    <a:pt x="83594" y="309423"/>
                    <a:pt x="142859" y="383036"/>
                    <a:pt x="142859" y="470997"/>
                  </a:cubicBezTo>
                  <a:cubicBezTo>
                    <a:pt x="142859" y="558958"/>
                    <a:pt x="83594" y="633195"/>
                    <a:pt x="3119" y="655653"/>
                  </a:cubicBezTo>
                  <a:moveTo>
                    <a:pt x="0" y="74237"/>
                  </a:moveTo>
                  <a:lnTo>
                    <a:pt x="25577" y="0"/>
                  </a:lnTo>
                  <a:lnTo>
                    <a:pt x="198380" y="71117"/>
                  </a:lnTo>
                  <a:lnTo>
                    <a:pt x="164693" y="141611"/>
                  </a:lnTo>
                  <a:cubicBezTo>
                    <a:pt x="202747" y="168436"/>
                    <a:pt x="235187" y="200876"/>
                    <a:pt x="260764" y="237682"/>
                  </a:cubicBezTo>
                  <a:lnTo>
                    <a:pt x="331258" y="203371"/>
                  </a:lnTo>
                  <a:lnTo>
                    <a:pt x="402999" y="376174"/>
                  </a:lnTo>
                  <a:lnTo>
                    <a:pt x="330010" y="402375"/>
                  </a:lnTo>
                  <a:cubicBezTo>
                    <a:pt x="337496" y="446667"/>
                    <a:pt x="338120" y="492831"/>
                    <a:pt x="330634" y="538371"/>
                  </a:cubicBezTo>
                  <a:lnTo>
                    <a:pt x="404246" y="563949"/>
                  </a:lnTo>
                  <a:lnTo>
                    <a:pt x="333129" y="736752"/>
                  </a:lnTo>
                  <a:lnTo>
                    <a:pt x="262635" y="703064"/>
                  </a:lnTo>
                  <a:cubicBezTo>
                    <a:pt x="235810" y="741118"/>
                    <a:pt x="203371" y="773558"/>
                    <a:pt x="166564" y="799135"/>
                  </a:cubicBezTo>
                  <a:lnTo>
                    <a:pt x="200876" y="869629"/>
                  </a:lnTo>
                  <a:lnTo>
                    <a:pt x="28073" y="941370"/>
                  </a:lnTo>
                  <a:lnTo>
                    <a:pt x="2495" y="867757"/>
                  </a:lnTo>
                </a:path>
              </a:pathLst>
            </a:custGeom>
            <a:noFill/>
            <a:ln w="24765" cap="flat">
              <a:gradFill>
                <a:gsLst>
                  <a:gs pos="0">
                    <a:srgbClr val="003181"/>
                  </a:gs>
                  <a:gs pos="16850">
                    <a:srgbClr val="0B499F"/>
                  </a:gs>
                  <a:gs pos="34730">
                    <a:srgbClr val="145CB7"/>
                  </a:gs>
                  <a:gs pos="53720">
                    <a:srgbClr val="1B69C8"/>
                  </a:gs>
                  <a:gs pos="74430">
                    <a:srgbClr val="1F71D2"/>
                  </a:gs>
                  <a:gs pos="100000">
                    <a:srgbClr val="2074D5"/>
                  </a:gs>
                </a:gsLst>
                <a:lin ang="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57" name="Graphic 225">
              <a:extLst>
                <a:ext uri="{FF2B5EF4-FFF2-40B4-BE49-F238E27FC236}">
                  <a16:creationId xmlns:a16="http://schemas.microsoft.com/office/drawing/2014/main" id="{0CCE7900-2D1C-2DDB-AC08-56080E578DD5}"/>
                </a:ext>
              </a:extLst>
            </p:cNvPr>
            <p:cNvGrpSpPr/>
            <p:nvPr/>
          </p:nvGrpSpPr>
          <p:grpSpPr>
            <a:xfrm>
              <a:off x="6396745" y="3474844"/>
              <a:ext cx="415409" cy="851876"/>
              <a:chOff x="2620038" y="2524649"/>
              <a:chExt cx="470996" cy="940746"/>
            </a:xfrm>
            <a:noFill/>
          </p:grpSpPr>
          <p:sp>
            <p:nvSpPr>
              <p:cNvPr id="58" name="Freeform 57">
                <a:extLst>
                  <a:ext uri="{FF2B5EF4-FFF2-40B4-BE49-F238E27FC236}">
                    <a16:creationId xmlns:a16="http://schemas.microsoft.com/office/drawing/2014/main" id="{B21D2952-2D3F-EF87-B52F-D3A3DB87EB24}"/>
                  </a:ext>
                </a:extLst>
              </p:cNvPr>
              <p:cNvSpPr/>
              <p:nvPr/>
            </p:nvSpPr>
            <p:spPr>
              <a:xfrm>
                <a:off x="2989349" y="2912051"/>
                <a:ext cx="101685" cy="59264"/>
              </a:xfrm>
              <a:custGeom>
                <a:avLst/>
                <a:gdLst>
                  <a:gd name="connsiteX0" fmla="*/ 101685 w 101685"/>
                  <a:gd name="connsiteY0" fmla="*/ 59265 h 59264"/>
                  <a:gd name="connsiteX1" fmla="*/ 0 w 101685"/>
                  <a:gd name="connsiteY1" fmla="*/ 0 h 59264"/>
                </a:gdLst>
                <a:ahLst/>
                <a:cxnLst>
                  <a:cxn ang="0">
                    <a:pos x="connsiteX0" y="connsiteY0"/>
                  </a:cxn>
                  <a:cxn ang="0">
                    <a:pos x="connsiteX1" y="connsiteY1"/>
                  </a:cxn>
                </a:cxnLst>
                <a:rect l="l" t="t" r="r" b="b"/>
                <a:pathLst>
                  <a:path w="101685" h="59264">
                    <a:moveTo>
                      <a:pt x="101685" y="59265"/>
                    </a:moveTo>
                    <a:lnTo>
                      <a:pt x="0" y="0"/>
                    </a:lnTo>
                  </a:path>
                </a:pathLst>
              </a:custGeom>
              <a:noFill/>
              <a:ln w="24765" cap="flat">
                <a:gradFill>
                  <a:gsLst>
                    <a:gs pos="0">
                      <a:srgbClr val="003181"/>
                    </a:gs>
                    <a:gs pos="16850">
                      <a:srgbClr val="0B499F"/>
                    </a:gs>
                    <a:gs pos="34730">
                      <a:srgbClr val="145CB7"/>
                    </a:gs>
                    <a:gs pos="53720">
                      <a:srgbClr val="1B69C8"/>
                    </a:gs>
                    <a:gs pos="74430">
                      <a:srgbClr val="1F71D2"/>
                    </a:gs>
                    <a:gs pos="100000">
                      <a:srgbClr val="2074D5"/>
                    </a:gs>
                  </a:gsLst>
                  <a:lin ang="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9" name="Freeform 58">
                <a:extLst>
                  <a:ext uri="{FF2B5EF4-FFF2-40B4-BE49-F238E27FC236}">
                    <a16:creationId xmlns:a16="http://schemas.microsoft.com/office/drawing/2014/main" id="{E253B002-0238-8C23-890D-5F76A26A0A7D}"/>
                  </a:ext>
                </a:extLst>
              </p:cNvPr>
              <p:cNvSpPr/>
              <p:nvPr/>
            </p:nvSpPr>
            <p:spPr>
              <a:xfrm>
                <a:off x="2620038" y="2524649"/>
                <a:ext cx="470996" cy="940746"/>
              </a:xfrm>
              <a:custGeom>
                <a:avLst/>
                <a:gdLst>
                  <a:gd name="connsiteX0" fmla="*/ 0 w 470996"/>
                  <a:gd name="connsiteY0" fmla="*/ 565196 h 940746"/>
                  <a:gd name="connsiteX1" fmla="*/ 0 w 470996"/>
                  <a:gd name="connsiteY1" fmla="*/ 459144 h 940746"/>
                  <a:gd name="connsiteX2" fmla="*/ 0 w 470996"/>
                  <a:gd name="connsiteY2" fmla="*/ 353092 h 940746"/>
                  <a:gd name="connsiteX3" fmla="*/ 0 w 470996"/>
                  <a:gd name="connsiteY3" fmla="*/ 565196 h 940746"/>
                  <a:gd name="connsiteX4" fmla="*/ 244544 w 470996"/>
                  <a:gd name="connsiteY4" fmla="*/ 451034 h 940746"/>
                  <a:gd name="connsiteX5" fmla="*/ 244544 w 470996"/>
                  <a:gd name="connsiteY5" fmla="*/ 341863 h 940746"/>
                  <a:gd name="connsiteX6" fmla="*/ 366816 w 470996"/>
                  <a:gd name="connsiteY6" fmla="*/ 273864 h 940746"/>
                  <a:gd name="connsiteX7" fmla="*/ 366816 w 470996"/>
                  <a:gd name="connsiteY7" fmla="*/ 122272 h 940746"/>
                  <a:gd name="connsiteX8" fmla="*/ 244544 w 470996"/>
                  <a:gd name="connsiteY8" fmla="*/ 341239 h 940746"/>
                  <a:gd name="connsiteX9" fmla="*/ 122896 w 470996"/>
                  <a:gd name="connsiteY9" fmla="*/ 273241 h 940746"/>
                  <a:gd name="connsiteX10" fmla="*/ 244544 w 470996"/>
                  <a:gd name="connsiteY10" fmla="*/ 192142 h 940746"/>
                  <a:gd name="connsiteX11" fmla="*/ 244544 w 470996"/>
                  <a:gd name="connsiteY11" fmla="*/ 57393 h 940746"/>
                  <a:gd name="connsiteX12" fmla="*/ 0 w 470996"/>
                  <a:gd name="connsiteY12" fmla="*/ 460392 h 940746"/>
                  <a:gd name="connsiteX13" fmla="*/ 117281 w 470996"/>
                  <a:gd name="connsiteY13" fmla="*/ 392393 h 940746"/>
                  <a:gd name="connsiteX14" fmla="*/ 117905 w 470996"/>
                  <a:gd name="connsiteY14" fmla="*/ 653781 h 940746"/>
                  <a:gd name="connsiteX15" fmla="*/ 235187 w 470996"/>
                  <a:gd name="connsiteY15" fmla="*/ 585783 h 940746"/>
                  <a:gd name="connsiteX16" fmla="*/ 233939 w 470996"/>
                  <a:gd name="connsiteY16" fmla="*/ 866510 h 940746"/>
                  <a:gd name="connsiteX17" fmla="*/ 374926 w 470996"/>
                  <a:gd name="connsiteY17" fmla="*/ 782292 h 940746"/>
                  <a:gd name="connsiteX18" fmla="*/ 230820 w 470996"/>
                  <a:gd name="connsiteY18" fmla="*/ 734880 h 940746"/>
                  <a:gd name="connsiteX19" fmla="*/ 470997 w 470996"/>
                  <a:gd name="connsiteY19" fmla="*/ 596388 h 940746"/>
                  <a:gd name="connsiteX20" fmla="*/ 119777 w 470996"/>
                  <a:gd name="connsiteY20" fmla="*/ 522152 h 940746"/>
                  <a:gd name="connsiteX21" fmla="*/ 243920 w 470996"/>
                  <a:gd name="connsiteY21" fmla="*/ 450410 h 940746"/>
                  <a:gd name="connsiteX22" fmla="*/ 357459 w 470996"/>
                  <a:gd name="connsiteY22" fmla="*/ 0 h 940746"/>
                  <a:gd name="connsiteX23" fmla="*/ 122272 w 470996"/>
                  <a:gd name="connsiteY23" fmla="*/ 118529 h 940746"/>
                  <a:gd name="connsiteX24" fmla="*/ 122272 w 470996"/>
                  <a:gd name="connsiteY24" fmla="*/ 273241 h 940746"/>
                  <a:gd name="connsiteX25" fmla="*/ 0 w 470996"/>
                  <a:gd name="connsiteY25" fmla="*/ 341239 h 940746"/>
                  <a:gd name="connsiteX26" fmla="*/ 0 w 470996"/>
                  <a:gd name="connsiteY26" fmla="*/ 458520 h 940746"/>
                  <a:gd name="connsiteX27" fmla="*/ 0 w 470996"/>
                  <a:gd name="connsiteY27" fmla="*/ 575802 h 940746"/>
                  <a:gd name="connsiteX28" fmla="*/ 122272 w 470996"/>
                  <a:gd name="connsiteY28" fmla="*/ 651286 h 940746"/>
                  <a:gd name="connsiteX29" fmla="*/ 122272 w 470996"/>
                  <a:gd name="connsiteY29" fmla="*/ 797888 h 940746"/>
                  <a:gd name="connsiteX30" fmla="*/ 357459 w 470996"/>
                  <a:gd name="connsiteY30" fmla="*/ 940746 h 940746"/>
                  <a:gd name="connsiteX31" fmla="*/ 470997 w 470996"/>
                  <a:gd name="connsiteY31" fmla="*/ 888344 h 940746"/>
                  <a:gd name="connsiteX32" fmla="*/ 470997 w 470996"/>
                  <a:gd name="connsiteY32" fmla="*/ 52402 h 940746"/>
                  <a:gd name="connsiteX33" fmla="*/ 357459 w 470996"/>
                  <a:gd name="connsiteY33" fmla="*/ 0 h 940746"/>
                  <a:gd name="connsiteX34" fmla="*/ 366192 w 470996"/>
                  <a:gd name="connsiteY34" fmla="*/ 656277 h 940746"/>
                  <a:gd name="connsiteX35" fmla="*/ 366192 w 470996"/>
                  <a:gd name="connsiteY35" fmla="*/ 516537 h 940746"/>
                  <a:gd name="connsiteX36" fmla="*/ 241425 w 470996"/>
                  <a:gd name="connsiteY36" fmla="*/ 448539 h 94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70996" h="940746">
                    <a:moveTo>
                      <a:pt x="0" y="565196"/>
                    </a:moveTo>
                    <a:lnTo>
                      <a:pt x="0" y="459144"/>
                    </a:lnTo>
                    <a:lnTo>
                      <a:pt x="0" y="353092"/>
                    </a:lnTo>
                    <a:lnTo>
                      <a:pt x="0" y="565196"/>
                    </a:lnTo>
                    <a:close/>
                    <a:moveTo>
                      <a:pt x="244544" y="451034"/>
                    </a:moveTo>
                    <a:lnTo>
                      <a:pt x="244544" y="341863"/>
                    </a:lnTo>
                    <a:lnTo>
                      <a:pt x="366816" y="273864"/>
                    </a:lnTo>
                    <a:lnTo>
                      <a:pt x="366816" y="122272"/>
                    </a:lnTo>
                    <a:moveTo>
                      <a:pt x="244544" y="341239"/>
                    </a:moveTo>
                    <a:lnTo>
                      <a:pt x="122896" y="273241"/>
                    </a:lnTo>
                    <a:moveTo>
                      <a:pt x="244544" y="192142"/>
                    </a:moveTo>
                    <a:lnTo>
                      <a:pt x="244544" y="57393"/>
                    </a:lnTo>
                    <a:moveTo>
                      <a:pt x="0" y="460392"/>
                    </a:moveTo>
                    <a:lnTo>
                      <a:pt x="117281" y="392393"/>
                    </a:lnTo>
                    <a:moveTo>
                      <a:pt x="117905" y="653781"/>
                    </a:moveTo>
                    <a:lnTo>
                      <a:pt x="235187" y="585783"/>
                    </a:lnTo>
                    <a:moveTo>
                      <a:pt x="233939" y="866510"/>
                    </a:moveTo>
                    <a:lnTo>
                      <a:pt x="374926" y="782292"/>
                    </a:lnTo>
                    <a:moveTo>
                      <a:pt x="230820" y="734880"/>
                    </a:moveTo>
                    <a:lnTo>
                      <a:pt x="470997" y="596388"/>
                    </a:lnTo>
                    <a:moveTo>
                      <a:pt x="119777" y="522152"/>
                    </a:moveTo>
                    <a:lnTo>
                      <a:pt x="243920" y="450410"/>
                    </a:lnTo>
                    <a:moveTo>
                      <a:pt x="357459" y="0"/>
                    </a:moveTo>
                    <a:lnTo>
                      <a:pt x="122272" y="118529"/>
                    </a:lnTo>
                    <a:lnTo>
                      <a:pt x="122272" y="273241"/>
                    </a:lnTo>
                    <a:lnTo>
                      <a:pt x="0" y="341239"/>
                    </a:lnTo>
                    <a:lnTo>
                      <a:pt x="0" y="458520"/>
                    </a:lnTo>
                    <a:lnTo>
                      <a:pt x="0" y="575802"/>
                    </a:lnTo>
                    <a:lnTo>
                      <a:pt x="122272" y="651286"/>
                    </a:lnTo>
                    <a:lnTo>
                      <a:pt x="122272" y="797888"/>
                    </a:lnTo>
                    <a:lnTo>
                      <a:pt x="357459" y="940746"/>
                    </a:lnTo>
                    <a:lnTo>
                      <a:pt x="470997" y="888344"/>
                    </a:lnTo>
                    <a:lnTo>
                      <a:pt x="470997" y="52402"/>
                    </a:lnTo>
                    <a:lnTo>
                      <a:pt x="357459" y="0"/>
                    </a:lnTo>
                    <a:close/>
                    <a:moveTo>
                      <a:pt x="366192" y="656277"/>
                    </a:moveTo>
                    <a:lnTo>
                      <a:pt x="366192" y="516537"/>
                    </a:lnTo>
                    <a:lnTo>
                      <a:pt x="241425" y="448539"/>
                    </a:lnTo>
                  </a:path>
                </a:pathLst>
              </a:custGeom>
              <a:noFill/>
              <a:ln w="24765" cap="flat">
                <a:gradFill>
                  <a:gsLst>
                    <a:gs pos="0">
                      <a:srgbClr val="003181"/>
                    </a:gs>
                    <a:gs pos="16850">
                      <a:srgbClr val="0B499F"/>
                    </a:gs>
                    <a:gs pos="34730">
                      <a:srgbClr val="145CB7"/>
                    </a:gs>
                    <a:gs pos="53720">
                      <a:srgbClr val="1B69C8"/>
                    </a:gs>
                    <a:gs pos="74430">
                      <a:srgbClr val="1F71D2"/>
                    </a:gs>
                    <a:gs pos="100000">
                      <a:srgbClr val="2074D5"/>
                    </a:gs>
                  </a:gsLst>
                  <a:lin ang="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sp>
        <p:nvSpPr>
          <p:cNvPr id="62" name="TextBox 61">
            <a:extLst>
              <a:ext uri="{FF2B5EF4-FFF2-40B4-BE49-F238E27FC236}">
                <a16:creationId xmlns:a16="http://schemas.microsoft.com/office/drawing/2014/main" id="{E9DA67D5-ECF8-CD9A-41A1-D3DFCDC20C95}"/>
              </a:ext>
            </a:extLst>
          </p:cNvPr>
          <p:cNvSpPr txBox="1"/>
          <p:nvPr/>
        </p:nvSpPr>
        <p:spPr>
          <a:xfrm>
            <a:off x="7388095" y="1770476"/>
            <a:ext cx="4058643" cy="92333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Model Parallel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Splits model across multiple GPU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0">
                  <a:solidFill>
                    <a:srgbClr val="232F3E"/>
                  </a:solidFill>
                </a:ln>
                <a:gradFill>
                  <a:gsLst>
                    <a:gs pos="0">
                      <a:srgbClr val="003181"/>
                    </a:gs>
                    <a:gs pos="16850">
                      <a:srgbClr val="0B499F"/>
                    </a:gs>
                    <a:gs pos="34730">
                      <a:srgbClr val="145CB7"/>
                    </a:gs>
                    <a:gs pos="53720">
                      <a:srgbClr val="1B69C8"/>
                    </a:gs>
                    <a:gs pos="74430">
                      <a:srgbClr val="1F71D2"/>
                    </a:gs>
                    <a:gs pos="100000">
                      <a:srgbClr val="2074D5"/>
                    </a:gs>
                  </a:gsLst>
                  <a:lin ang="0" scaled="1"/>
                </a:gradFill>
                <a:effectLst/>
                <a:uLnTx/>
                <a:uFillTx/>
                <a:latin typeface="Amazon Ember" panose="020B0603020204020204" pitchFamily="34" charset="0"/>
                <a:ea typeface="Amazon Ember" panose="020B0603020204020204" pitchFamily="34" charset="0"/>
                <a:cs typeface="Amazon Ember" panose="020B0603020204020204" pitchFamily="34" charset="0"/>
              </a:rPr>
              <a:t>↑</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 Throughput </a:t>
            </a:r>
          </a:p>
        </p:txBody>
      </p:sp>
      <p:sp>
        <p:nvSpPr>
          <p:cNvPr id="70" name="TextBox 69">
            <a:extLst>
              <a:ext uri="{FF2B5EF4-FFF2-40B4-BE49-F238E27FC236}">
                <a16:creationId xmlns:a16="http://schemas.microsoft.com/office/drawing/2014/main" id="{C7510629-75F7-6B67-CF69-82C03852D570}"/>
              </a:ext>
            </a:extLst>
          </p:cNvPr>
          <p:cNvSpPr txBox="1"/>
          <p:nvPr/>
        </p:nvSpPr>
        <p:spPr>
          <a:xfrm>
            <a:off x="1703199" y="3520202"/>
            <a:ext cx="4634512" cy="92333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Memory Optimizations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Gradient checkpoint, mixed precision, ZeRO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0">
                  <a:solidFill>
                    <a:srgbClr val="232F3E"/>
                  </a:solidFill>
                </a:ln>
                <a:gradFill>
                  <a:gsLst>
                    <a:gs pos="0">
                      <a:srgbClr val="003181"/>
                    </a:gs>
                    <a:gs pos="16850">
                      <a:srgbClr val="0B499F"/>
                    </a:gs>
                    <a:gs pos="34730">
                      <a:srgbClr val="145CB7"/>
                    </a:gs>
                    <a:gs pos="53720">
                      <a:srgbClr val="1B69C8"/>
                    </a:gs>
                    <a:gs pos="74430">
                      <a:srgbClr val="1F71D2"/>
                    </a:gs>
                    <a:gs pos="100000">
                      <a:srgbClr val="2074D5"/>
                    </a:gs>
                  </a:gsLst>
                  <a:lin ang="0" scaled="1"/>
                </a:gradFill>
                <a:effectLst/>
                <a:uLnTx/>
                <a:uFillTx/>
                <a:latin typeface="Amazon Ember" panose="020B0603020204020204" pitchFamily="34" charset="0"/>
                <a:ea typeface="Amazon Ember" panose="020B0603020204020204" pitchFamily="34" charset="0"/>
                <a:cs typeface="Amazon Ember" panose="020B0603020204020204" pitchFamily="34" charset="0"/>
              </a:rPr>
              <a:t>↓</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 Memory usage</a:t>
            </a:r>
          </a:p>
        </p:txBody>
      </p:sp>
      <p:sp>
        <p:nvSpPr>
          <p:cNvPr id="78" name="TextBox 77">
            <a:extLst>
              <a:ext uri="{FF2B5EF4-FFF2-40B4-BE49-F238E27FC236}">
                <a16:creationId xmlns:a16="http://schemas.microsoft.com/office/drawing/2014/main" id="{31FE933E-7B25-088E-1C13-2A21DBF370F5}"/>
              </a:ext>
            </a:extLst>
          </p:cNvPr>
          <p:cNvSpPr txBox="1"/>
          <p:nvPr/>
        </p:nvSpPr>
        <p:spPr>
          <a:xfrm>
            <a:off x="1703199" y="5159681"/>
            <a:ext cx="4131485" cy="923330"/>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Model Optimizations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Pruning, Distillation, Quantization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w="31750">
                  <a:solidFill>
                    <a:srgbClr val="232F3E"/>
                  </a:solidFill>
                </a:ln>
                <a:gradFill>
                  <a:gsLst>
                    <a:gs pos="0">
                      <a:srgbClr val="003181"/>
                    </a:gs>
                    <a:gs pos="16850">
                      <a:srgbClr val="0B499F"/>
                    </a:gs>
                    <a:gs pos="34730">
                      <a:srgbClr val="145CB7"/>
                    </a:gs>
                    <a:gs pos="53720">
                      <a:srgbClr val="1B69C8"/>
                    </a:gs>
                    <a:gs pos="74430">
                      <a:srgbClr val="1F71D2"/>
                    </a:gs>
                    <a:gs pos="100000">
                      <a:srgbClr val="2074D5"/>
                    </a:gs>
                  </a:gsLst>
                  <a:lin ang="0" scaled="1"/>
                </a:gradFill>
                <a:effectLst/>
                <a:uLnTx/>
                <a:uFillTx/>
                <a:latin typeface="Amazon Ember" panose="020B0603020204020204" pitchFamily="34" charset="0"/>
                <a:ea typeface="Amazon Ember" panose="020B0603020204020204" pitchFamily="34" charset="0"/>
                <a:cs typeface="Amazon Ember" panose="020B0603020204020204" pitchFamily="34" charset="0"/>
              </a:rPr>
              <a:t>↑</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 Efficiency</a:t>
            </a:r>
          </a:p>
        </p:txBody>
      </p:sp>
      <p:pic>
        <p:nvPicPr>
          <p:cNvPr id="84" name="Graphic 83">
            <a:extLst>
              <a:ext uri="{FF2B5EF4-FFF2-40B4-BE49-F238E27FC236}">
                <a16:creationId xmlns:a16="http://schemas.microsoft.com/office/drawing/2014/main" id="{2013770C-3ECF-29BB-0368-C7C4374468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3290" y="1706583"/>
            <a:ext cx="1095529" cy="1095529"/>
          </a:xfrm>
          <a:prstGeom prst="rect">
            <a:avLst/>
          </a:prstGeom>
        </p:spPr>
      </p:pic>
      <p:grpSp>
        <p:nvGrpSpPr>
          <p:cNvPr id="217" name="Group 216">
            <a:extLst>
              <a:ext uri="{FF2B5EF4-FFF2-40B4-BE49-F238E27FC236}">
                <a16:creationId xmlns:a16="http://schemas.microsoft.com/office/drawing/2014/main" id="{EA69E9B0-E69C-7175-F212-9F3FB7783694}"/>
              </a:ext>
            </a:extLst>
          </p:cNvPr>
          <p:cNvGrpSpPr/>
          <p:nvPr/>
        </p:nvGrpSpPr>
        <p:grpSpPr>
          <a:xfrm>
            <a:off x="6284748" y="1770301"/>
            <a:ext cx="929244" cy="926771"/>
            <a:chOff x="6284748" y="1770301"/>
            <a:chExt cx="929244" cy="926771"/>
          </a:xfrm>
        </p:grpSpPr>
        <p:sp>
          <p:nvSpPr>
            <p:cNvPr id="88" name="Freeform 87">
              <a:extLst>
                <a:ext uri="{FF2B5EF4-FFF2-40B4-BE49-F238E27FC236}">
                  <a16:creationId xmlns:a16="http://schemas.microsoft.com/office/drawing/2014/main" id="{EACE1619-112E-F010-ED05-CAE1FC4DCEC8}"/>
                </a:ext>
              </a:extLst>
            </p:cNvPr>
            <p:cNvSpPr/>
            <p:nvPr/>
          </p:nvSpPr>
          <p:spPr>
            <a:xfrm>
              <a:off x="6839569" y="1770491"/>
              <a:ext cx="374423" cy="375120"/>
            </a:xfrm>
            <a:custGeom>
              <a:avLst/>
              <a:gdLst>
                <a:gd name="connsiteX0" fmla="*/ 244354 w 374423"/>
                <a:gd name="connsiteY0" fmla="*/ 375120 h 375120"/>
                <a:gd name="connsiteX1" fmla="*/ 374423 w 374423"/>
                <a:gd name="connsiteY1" fmla="*/ 192885 h 375120"/>
                <a:gd name="connsiteX2" fmla="*/ 181538 w 374423"/>
                <a:gd name="connsiteY2" fmla="*/ 0 h 375120"/>
                <a:gd name="connsiteX3" fmla="*/ 0 w 374423"/>
                <a:gd name="connsiteY3" fmla="*/ 128231 h 375120"/>
              </a:gdLst>
              <a:ahLst/>
              <a:cxnLst>
                <a:cxn ang="0">
                  <a:pos x="connsiteX0" y="connsiteY0"/>
                </a:cxn>
                <a:cxn ang="0">
                  <a:pos x="connsiteX1" y="connsiteY1"/>
                </a:cxn>
                <a:cxn ang="0">
                  <a:pos x="connsiteX2" y="connsiteY2"/>
                </a:cxn>
                <a:cxn ang="0">
                  <a:pos x="connsiteX3" y="connsiteY3"/>
                </a:cxn>
              </a:cxnLst>
              <a:rect l="l" t="t" r="r" b="b"/>
              <a:pathLst>
                <a:path w="374423" h="375120">
                  <a:moveTo>
                    <a:pt x="244354" y="375120"/>
                  </a:moveTo>
                  <a:cubicBezTo>
                    <a:pt x="319974" y="349005"/>
                    <a:pt x="374423" y="277379"/>
                    <a:pt x="374423" y="192885"/>
                  </a:cubicBezTo>
                  <a:cubicBezTo>
                    <a:pt x="374423" y="86332"/>
                    <a:pt x="288028" y="0"/>
                    <a:pt x="181538" y="0"/>
                  </a:cubicBezTo>
                  <a:cubicBezTo>
                    <a:pt x="97742" y="0"/>
                    <a:pt x="26622" y="53561"/>
                    <a:pt x="0" y="128231"/>
                  </a:cubicBez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89" name="Freeform 88">
              <a:extLst>
                <a:ext uri="{FF2B5EF4-FFF2-40B4-BE49-F238E27FC236}">
                  <a16:creationId xmlns:a16="http://schemas.microsoft.com/office/drawing/2014/main" id="{A43649FD-7706-F636-A418-B42E22BFC9DA}"/>
                </a:ext>
              </a:extLst>
            </p:cNvPr>
            <p:cNvSpPr/>
            <p:nvPr/>
          </p:nvSpPr>
          <p:spPr>
            <a:xfrm>
              <a:off x="6839505" y="2028030"/>
              <a:ext cx="115046" cy="116250"/>
            </a:xfrm>
            <a:custGeom>
              <a:avLst/>
              <a:gdLst>
                <a:gd name="connsiteX0" fmla="*/ 0 w 115046"/>
                <a:gd name="connsiteY0" fmla="*/ 0 h 116250"/>
                <a:gd name="connsiteX1" fmla="*/ 115046 w 115046"/>
                <a:gd name="connsiteY1" fmla="*/ 116251 h 116250"/>
              </a:gdLst>
              <a:ahLst/>
              <a:cxnLst>
                <a:cxn ang="0">
                  <a:pos x="connsiteX0" y="connsiteY0"/>
                </a:cxn>
                <a:cxn ang="0">
                  <a:pos x="connsiteX1" y="connsiteY1"/>
                </a:cxn>
              </a:cxnLst>
              <a:rect l="l" t="t" r="r" b="b"/>
              <a:pathLst>
                <a:path w="115046" h="116250">
                  <a:moveTo>
                    <a:pt x="0" y="0"/>
                  </a:moveTo>
                  <a:cubicBezTo>
                    <a:pt x="19206" y="53815"/>
                    <a:pt x="61485" y="96537"/>
                    <a:pt x="115046" y="116251"/>
                  </a:cubicBez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90" name="Freeform 89">
              <a:extLst>
                <a:ext uri="{FF2B5EF4-FFF2-40B4-BE49-F238E27FC236}">
                  <a16:creationId xmlns:a16="http://schemas.microsoft.com/office/drawing/2014/main" id="{15FCE3AB-4C98-FB2E-3660-34C26D498CAA}"/>
                </a:ext>
              </a:extLst>
            </p:cNvPr>
            <p:cNvSpPr/>
            <p:nvPr/>
          </p:nvSpPr>
          <p:spPr>
            <a:xfrm>
              <a:off x="6541146" y="2322206"/>
              <a:ext cx="118786" cy="119293"/>
            </a:xfrm>
            <a:custGeom>
              <a:avLst/>
              <a:gdLst>
                <a:gd name="connsiteX0" fmla="*/ 118786 w 118786"/>
                <a:gd name="connsiteY0" fmla="*/ 119293 h 119293"/>
                <a:gd name="connsiteX1" fmla="*/ 0 w 118786"/>
                <a:gd name="connsiteY1" fmla="*/ 0 h 119293"/>
              </a:gdLst>
              <a:ahLst/>
              <a:cxnLst>
                <a:cxn ang="0">
                  <a:pos x="connsiteX0" y="connsiteY0"/>
                </a:cxn>
                <a:cxn ang="0">
                  <a:pos x="connsiteX1" y="connsiteY1"/>
                </a:cxn>
              </a:cxnLst>
              <a:rect l="l" t="t" r="r" b="b"/>
              <a:pathLst>
                <a:path w="118786" h="119293">
                  <a:moveTo>
                    <a:pt x="118786" y="119293"/>
                  </a:moveTo>
                  <a:cubicBezTo>
                    <a:pt x="99580" y="63513"/>
                    <a:pt x="55653" y="19460"/>
                    <a:pt x="0" y="0"/>
                  </a:cubicBez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91" name="Freeform 90">
              <a:extLst>
                <a:ext uri="{FF2B5EF4-FFF2-40B4-BE49-F238E27FC236}">
                  <a16:creationId xmlns:a16="http://schemas.microsoft.com/office/drawing/2014/main" id="{8A26F40D-095D-7F7D-A54A-1EAA3EBB2769}"/>
                </a:ext>
              </a:extLst>
            </p:cNvPr>
            <p:cNvSpPr/>
            <p:nvPr/>
          </p:nvSpPr>
          <p:spPr>
            <a:xfrm>
              <a:off x="6284748" y="2323093"/>
              <a:ext cx="373725" cy="373979"/>
            </a:xfrm>
            <a:custGeom>
              <a:avLst/>
              <a:gdLst>
                <a:gd name="connsiteX0" fmla="*/ 127026 w 373725"/>
                <a:gd name="connsiteY0" fmla="*/ 0 h 373979"/>
                <a:gd name="connsiteX1" fmla="*/ 0 w 373725"/>
                <a:gd name="connsiteY1" fmla="*/ 181095 h 373979"/>
                <a:gd name="connsiteX2" fmla="*/ 192885 w 373725"/>
                <a:gd name="connsiteY2" fmla="*/ 373979 h 373979"/>
                <a:gd name="connsiteX3" fmla="*/ 373726 w 373725"/>
                <a:gd name="connsiteY3" fmla="*/ 247651 h 373979"/>
              </a:gdLst>
              <a:ahLst/>
              <a:cxnLst>
                <a:cxn ang="0">
                  <a:pos x="connsiteX0" y="connsiteY0"/>
                </a:cxn>
                <a:cxn ang="0">
                  <a:pos x="connsiteX1" y="connsiteY1"/>
                </a:cxn>
                <a:cxn ang="0">
                  <a:pos x="connsiteX2" y="connsiteY2"/>
                </a:cxn>
                <a:cxn ang="0">
                  <a:pos x="connsiteX3" y="connsiteY3"/>
                </a:cxn>
              </a:cxnLst>
              <a:rect l="l" t="t" r="r" b="b"/>
              <a:pathLst>
                <a:path w="373725" h="373979">
                  <a:moveTo>
                    <a:pt x="127026" y="0"/>
                  </a:moveTo>
                  <a:cubicBezTo>
                    <a:pt x="52991" y="26939"/>
                    <a:pt x="0" y="97742"/>
                    <a:pt x="0" y="181095"/>
                  </a:cubicBezTo>
                  <a:cubicBezTo>
                    <a:pt x="0" y="287647"/>
                    <a:pt x="86396" y="373979"/>
                    <a:pt x="192885" y="373979"/>
                  </a:cubicBezTo>
                  <a:cubicBezTo>
                    <a:pt x="275984" y="373979"/>
                    <a:pt x="346597" y="321369"/>
                    <a:pt x="373726" y="247651"/>
                  </a:cubicBez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92" name="Freeform 91">
              <a:extLst>
                <a:ext uri="{FF2B5EF4-FFF2-40B4-BE49-F238E27FC236}">
                  <a16:creationId xmlns:a16="http://schemas.microsoft.com/office/drawing/2014/main" id="{24008535-F03E-771D-8BA6-EA536E750955}"/>
                </a:ext>
              </a:extLst>
            </p:cNvPr>
            <p:cNvSpPr/>
            <p:nvPr/>
          </p:nvSpPr>
          <p:spPr>
            <a:xfrm>
              <a:off x="7019523" y="2081274"/>
              <a:ext cx="6338" cy="359210"/>
            </a:xfrm>
            <a:custGeom>
              <a:avLst/>
              <a:gdLst>
                <a:gd name="connsiteX0" fmla="*/ 0 w 6338"/>
                <a:gd name="connsiteY0" fmla="*/ 0 h 359210"/>
                <a:gd name="connsiteX1" fmla="*/ 0 w 6338"/>
                <a:gd name="connsiteY1" fmla="*/ 359210 h 359210"/>
              </a:gdLst>
              <a:ahLst/>
              <a:cxnLst>
                <a:cxn ang="0">
                  <a:pos x="connsiteX0" y="connsiteY0"/>
                </a:cxn>
                <a:cxn ang="0">
                  <a:pos x="connsiteX1" y="connsiteY1"/>
                </a:cxn>
              </a:cxnLst>
              <a:rect l="l" t="t" r="r" b="b"/>
              <a:pathLst>
                <a:path w="6338" h="359210">
                  <a:moveTo>
                    <a:pt x="0" y="0"/>
                  </a:moveTo>
                  <a:lnTo>
                    <a:pt x="0" y="359210"/>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95" name="Freeform 94">
              <a:extLst>
                <a:ext uri="{FF2B5EF4-FFF2-40B4-BE49-F238E27FC236}">
                  <a16:creationId xmlns:a16="http://schemas.microsoft.com/office/drawing/2014/main" id="{BEB914BA-D28A-67E5-6609-CACE320A0309}"/>
                </a:ext>
              </a:extLst>
            </p:cNvPr>
            <p:cNvSpPr/>
            <p:nvPr/>
          </p:nvSpPr>
          <p:spPr>
            <a:xfrm>
              <a:off x="6477633" y="2027079"/>
              <a:ext cx="6338" cy="355090"/>
            </a:xfrm>
            <a:custGeom>
              <a:avLst/>
              <a:gdLst>
                <a:gd name="connsiteX0" fmla="*/ 0 w 6338"/>
                <a:gd name="connsiteY0" fmla="*/ 0 h 355090"/>
                <a:gd name="connsiteX1" fmla="*/ 0 w 6338"/>
                <a:gd name="connsiteY1" fmla="*/ 355090 h 355090"/>
              </a:gdLst>
              <a:ahLst/>
              <a:cxnLst>
                <a:cxn ang="0">
                  <a:pos x="connsiteX0" y="connsiteY0"/>
                </a:cxn>
                <a:cxn ang="0">
                  <a:pos x="connsiteX1" y="connsiteY1"/>
                </a:cxn>
              </a:cxnLst>
              <a:rect l="l" t="t" r="r" b="b"/>
              <a:pathLst>
                <a:path w="6338" h="355090">
                  <a:moveTo>
                    <a:pt x="0" y="0"/>
                  </a:moveTo>
                  <a:lnTo>
                    <a:pt x="0" y="355090"/>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97" name="Graphic 85" descr="Brain">
              <a:extLst>
                <a:ext uri="{FF2B5EF4-FFF2-40B4-BE49-F238E27FC236}">
                  <a16:creationId xmlns:a16="http://schemas.microsoft.com/office/drawing/2014/main" id="{3AB0E836-45F0-CE7C-996C-4DE4A4947D28}"/>
                </a:ext>
              </a:extLst>
            </p:cNvPr>
            <p:cNvGrpSpPr/>
            <p:nvPr/>
          </p:nvGrpSpPr>
          <p:grpSpPr>
            <a:xfrm>
              <a:off x="6347829" y="1814299"/>
              <a:ext cx="228153" cy="242422"/>
              <a:chOff x="421208" y="313136"/>
              <a:chExt cx="196784" cy="291472"/>
            </a:xfrm>
            <a:noFill/>
          </p:grpSpPr>
          <p:grpSp>
            <p:nvGrpSpPr>
              <p:cNvPr id="98" name="Graphic 85" descr="Brain">
                <a:extLst>
                  <a:ext uri="{FF2B5EF4-FFF2-40B4-BE49-F238E27FC236}">
                    <a16:creationId xmlns:a16="http://schemas.microsoft.com/office/drawing/2014/main" id="{AF1CE5F6-8393-45A9-5DCF-D5D597DB84C9}"/>
                  </a:ext>
                </a:extLst>
              </p:cNvPr>
              <p:cNvGrpSpPr/>
              <p:nvPr/>
            </p:nvGrpSpPr>
            <p:grpSpPr>
              <a:xfrm>
                <a:off x="421208" y="313136"/>
                <a:ext cx="145930" cy="291472"/>
                <a:chOff x="421208" y="313136"/>
                <a:chExt cx="145930" cy="291472"/>
              </a:xfrm>
              <a:noFill/>
            </p:grpSpPr>
            <p:sp>
              <p:nvSpPr>
                <p:cNvPr id="99" name="Freeform 98">
                  <a:extLst>
                    <a:ext uri="{FF2B5EF4-FFF2-40B4-BE49-F238E27FC236}">
                      <a16:creationId xmlns:a16="http://schemas.microsoft.com/office/drawing/2014/main" id="{0E2B4D07-0E71-AA61-2FFE-B59C2692225C}"/>
                    </a:ext>
                  </a:extLst>
                </p:cNvPr>
                <p:cNvSpPr/>
                <p:nvPr/>
              </p:nvSpPr>
              <p:spPr>
                <a:xfrm>
                  <a:off x="535633" y="433165"/>
                  <a:ext cx="31505" cy="18361"/>
                </a:xfrm>
                <a:custGeom>
                  <a:avLst/>
                  <a:gdLst>
                    <a:gd name="connsiteX0" fmla="*/ 31505 w 31505"/>
                    <a:gd name="connsiteY0" fmla="*/ 18362 h 18361"/>
                    <a:gd name="connsiteX1" fmla="*/ 0 w 31505"/>
                    <a:gd name="connsiteY1" fmla="*/ 0 h 18361"/>
                  </a:gdLst>
                  <a:ahLst/>
                  <a:cxnLst>
                    <a:cxn ang="0">
                      <a:pos x="connsiteX0" y="connsiteY0"/>
                    </a:cxn>
                    <a:cxn ang="0">
                      <a:pos x="connsiteX1" y="connsiteY1"/>
                    </a:cxn>
                  </a:cxnLst>
                  <a:rect l="l" t="t" r="r" b="b"/>
                  <a:pathLst>
                    <a:path w="31505" h="18361">
                      <a:moveTo>
                        <a:pt x="31505" y="18362"/>
                      </a:moveTo>
                      <a:lnTo>
                        <a:pt x="0" y="0"/>
                      </a:lnTo>
                    </a:path>
                  </a:pathLst>
                </a:custGeom>
                <a:ln w="7620"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00" name="Freeform 99">
                  <a:extLst>
                    <a:ext uri="{FF2B5EF4-FFF2-40B4-BE49-F238E27FC236}">
                      <a16:creationId xmlns:a16="http://schemas.microsoft.com/office/drawing/2014/main" id="{3EC4313A-215E-9B92-9326-F0472648DD56}"/>
                    </a:ext>
                  </a:extLst>
                </p:cNvPr>
                <p:cNvSpPr/>
                <p:nvPr/>
              </p:nvSpPr>
              <p:spPr>
                <a:xfrm>
                  <a:off x="421208" y="313136"/>
                  <a:ext cx="145929" cy="291472"/>
                </a:xfrm>
                <a:custGeom>
                  <a:avLst/>
                  <a:gdLst>
                    <a:gd name="connsiteX0" fmla="*/ 0 w 145929"/>
                    <a:gd name="connsiteY0" fmla="*/ 175115 h 291472"/>
                    <a:gd name="connsiteX1" fmla="*/ 0 w 145929"/>
                    <a:gd name="connsiteY1" fmla="*/ 175115 h 291472"/>
                    <a:gd name="connsiteX2" fmla="*/ 75767 w 145929"/>
                    <a:gd name="connsiteY2" fmla="*/ 139744 h 291472"/>
                    <a:gd name="connsiteX3" fmla="*/ 75767 w 145929"/>
                    <a:gd name="connsiteY3" fmla="*/ 105920 h 291472"/>
                    <a:gd name="connsiteX4" fmla="*/ 113651 w 145929"/>
                    <a:gd name="connsiteY4" fmla="*/ 84852 h 291472"/>
                    <a:gd name="connsiteX5" fmla="*/ 113651 w 145929"/>
                    <a:gd name="connsiteY5" fmla="*/ 37884 h 291472"/>
                    <a:gd name="connsiteX6" fmla="*/ 75767 w 145929"/>
                    <a:gd name="connsiteY6" fmla="*/ 105726 h 291472"/>
                    <a:gd name="connsiteX7" fmla="*/ 38077 w 145929"/>
                    <a:gd name="connsiteY7" fmla="*/ 84658 h 291472"/>
                    <a:gd name="connsiteX8" fmla="*/ 75767 w 145929"/>
                    <a:gd name="connsiteY8" fmla="*/ 59531 h 291472"/>
                    <a:gd name="connsiteX9" fmla="*/ 75767 w 145929"/>
                    <a:gd name="connsiteY9" fmla="*/ 17782 h 291472"/>
                    <a:gd name="connsiteX10" fmla="*/ 0 w 145929"/>
                    <a:gd name="connsiteY10" fmla="*/ 142644 h 291472"/>
                    <a:gd name="connsiteX11" fmla="*/ 36337 w 145929"/>
                    <a:gd name="connsiteY11" fmla="*/ 121576 h 291472"/>
                    <a:gd name="connsiteX12" fmla="*/ 36531 w 145929"/>
                    <a:gd name="connsiteY12" fmla="*/ 202562 h 291472"/>
                    <a:gd name="connsiteX13" fmla="*/ 72868 w 145929"/>
                    <a:gd name="connsiteY13" fmla="*/ 181494 h 291472"/>
                    <a:gd name="connsiteX14" fmla="*/ 72482 w 145929"/>
                    <a:gd name="connsiteY14" fmla="*/ 268471 h 291472"/>
                    <a:gd name="connsiteX15" fmla="*/ 116164 w 145929"/>
                    <a:gd name="connsiteY15" fmla="*/ 242378 h 291472"/>
                    <a:gd name="connsiteX16" fmla="*/ 71515 w 145929"/>
                    <a:gd name="connsiteY16" fmla="*/ 227689 h 291472"/>
                    <a:gd name="connsiteX17" fmla="*/ 145929 w 145929"/>
                    <a:gd name="connsiteY17" fmla="*/ 184780 h 291472"/>
                    <a:gd name="connsiteX18" fmla="*/ 37111 w 145929"/>
                    <a:gd name="connsiteY18" fmla="*/ 161779 h 291472"/>
                    <a:gd name="connsiteX19" fmla="*/ 75574 w 145929"/>
                    <a:gd name="connsiteY19" fmla="*/ 139551 h 291472"/>
                    <a:gd name="connsiteX20" fmla="*/ 110752 w 145929"/>
                    <a:gd name="connsiteY20" fmla="*/ 0 h 291472"/>
                    <a:gd name="connsiteX21" fmla="*/ 37884 w 145929"/>
                    <a:gd name="connsiteY21" fmla="*/ 36724 h 291472"/>
                    <a:gd name="connsiteX22" fmla="*/ 37884 w 145929"/>
                    <a:gd name="connsiteY22" fmla="*/ 84658 h 291472"/>
                    <a:gd name="connsiteX23" fmla="*/ 0 w 145929"/>
                    <a:gd name="connsiteY23" fmla="*/ 105726 h 291472"/>
                    <a:gd name="connsiteX24" fmla="*/ 0 w 145929"/>
                    <a:gd name="connsiteY24" fmla="*/ 178401 h 291472"/>
                    <a:gd name="connsiteX25" fmla="*/ 37884 w 145929"/>
                    <a:gd name="connsiteY25" fmla="*/ 201789 h 291472"/>
                    <a:gd name="connsiteX26" fmla="*/ 37884 w 145929"/>
                    <a:gd name="connsiteY26" fmla="*/ 247210 h 291472"/>
                    <a:gd name="connsiteX27" fmla="*/ 110752 w 145929"/>
                    <a:gd name="connsiteY27" fmla="*/ 291472 h 291472"/>
                    <a:gd name="connsiteX28" fmla="*/ 145929 w 145929"/>
                    <a:gd name="connsiteY28" fmla="*/ 275236 h 291472"/>
                    <a:gd name="connsiteX29" fmla="*/ 145929 w 145929"/>
                    <a:gd name="connsiteY29" fmla="*/ 16236 h 291472"/>
                    <a:gd name="connsiteX30" fmla="*/ 110752 w 145929"/>
                    <a:gd name="connsiteY30" fmla="*/ 0 h 291472"/>
                    <a:gd name="connsiteX31" fmla="*/ 113458 w 145929"/>
                    <a:gd name="connsiteY31" fmla="*/ 203335 h 291472"/>
                    <a:gd name="connsiteX32" fmla="*/ 113458 w 145929"/>
                    <a:gd name="connsiteY32" fmla="*/ 160039 h 291472"/>
                    <a:gd name="connsiteX33" fmla="*/ 74801 w 145929"/>
                    <a:gd name="connsiteY33" fmla="*/ 138971 h 291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5929" h="291472">
                      <a:moveTo>
                        <a:pt x="0" y="175115"/>
                      </a:moveTo>
                      <a:lnTo>
                        <a:pt x="0" y="175115"/>
                      </a:lnTo>
                      <a:close/>
                      <a:moveTo>
                        <a:pt x="75767" y="139744"/>
                      </a:moveTo>
                      <a:lnTo>
                        <a:pt x="75767" y="105920"/>
                      </a:lnTo>
                      <a:lnTo>
                        <a:pt x="113651" y="84852"/>
                      </a:lnTo>
                      <a:lnTo>
                        <a:pt x="113651" y="37884"/>
                      </a:lnTo>
                      <a:moveTo>
                        <a:pt x="75767" y="105726"/>
                      </a:moveTo>
                      <a:lnTo>
                        <a:pt x="38077" y="84658"/>
                      </a:lnTo>
                      <a:moveTo>
                        <a:pt x="75767" y="59531"/>
                      </a:moveTo>
                      <a:lnTo>
                        <a:pt x="75767" y="17782"/>
                      </a:lnTo>
                      <a:moveTo>
                        <a:pt x="0" y="142644"/>
                      </a:moveTo>
                      <a:lnTo>
                        <a:pt x="36337" y="121576"/>
                      </a:lnTo>
                      <a:moveTo>
                        <a:pt x="36531" y="202562"/>
                      </a:moveTo>
                      <a:lnTo>
                        <a:pt x="72868" y="181494"/>
                      </a:lnTo>
                      <a:moveTo>
                        <a:pt x="72482" y="268471"/>
                      </a:moveTo>
                      <a:lnTo>
                        <a:pt x="116164" y="242378"/>
                      </a:lnTo>
                      <a:moveTo>
                        <a:pt x="71515" y="227689"/>
                      </a:moveTo>
                      <a:lnTo>
                        <a:pt x="145929" y="184780"/>
                      </a:lnTo>
                      <a:moveTo>
                        <a:pt x="37111" y="161779"/>
                      </a:moveTo>
                      <a:lnTo>
                        <a:pt x="75574" y="139551"/>
                      </a:lnTo>
                      <a:moveTo>
                        <a:pt x="110752" y="0"/>
                      </a:moveTo>
                      <a:lnTo>
                        <a:pt x="37884" y="36724"/>
                      </a:lnTo>
                      <a:lnTo>
                        <a:pt x="37884" y="84658"/>
                      </a:lnTo>
                      <a:lnTo>
                        <a:pt x="0" y="105726"/>
                      </a:lnTo>
                      <a:lnTo>
                        <a:pt x="0" y="178401"/>
                      </a:lnTo>
                      <a:lnTo>
                        <a:pt x="37884" y="201789"/>
                      </a:lnTo>
                      <a:lnTo>
                        <a:pt x="37884" y="247210"/>
                      </a:lnTo>
                      <a:lnTo>
                        <a:pt x="110752" y="291472"/>
                      </a:lnTo>
                      <a:lnTo>
                        <a:pt x="145929" y="275236"/>
                      </a:lnTo>
                      <a:lnTo>
                        <a:pt x="145929" y="16236"/>
                      </a:lnTo>
                      <a:lnTo>
                        <a:pt x="110752" y="0"/>
                      </a:lnTo>
                      <a:close/>
                      <a:moveTo>
                        <a:pt x="113458" y="203335"/>
                      </a:moveTo>
                      <a:lnTo>
                        <a:pt x="113458" y="160039"/>
                      </a:lnTo>
                      <a:lnTo>
                        <a:pt x="74801" y="138971"/>
                      </a:lnTo>
                    </a:path>
                  </a:pathLst>
                </a:custGeom>
                <a:noFill/>
                <a:ln w="7620"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102" name="Freeform 101">
                <a:extLst>
                  <a:ext uri="{FF2B5EF4-FFF2-40B4-BE49-F238E27FC236}">
                    <a16:creationId xmlns:a16="http://schemas.microsoft.com/office/drawing/2014/main" id="{3044BE20-5362-EB3C-BA1B-87CFC1625BCA}"/>
                  </a:ext>
                </a:extLst>
              </p:cNvPr>
              <p:cNvSpPr/>
              <p:nvPr/>
            </p:nvSpPr>
            <p:spPr>
              <a:xfrm>
                <a:off x="586486" y="433165"/>
                <a:ext cx="31506" cy="18361"/>
              </a:xfrm>
              <a:custGeom>
                <a:avLst/>
                <a:gdLst>
                  <a:gd name="connsiteX0" fmla="*/ 0 w 31505"/>
                  <a:gd name="connsiteY0" fmla="*/ 18362 h 18361"/>
                  <a:gd name="connsiteX1" fmla="*/ 31505 w 31505"/>
                  <a:gd name="connsiteY1" fmla="*/ 0 h 18361"/>
                </a:gdLst>
                <a:ahLst/>
                <a:cxnLst>
                  <a:cxn ang="0">
                    <a:pos x="connsiteX0" y="connsiteY0"/>
                  </a:cxn>
                  <a:cxn ang="0">
                    <a:pos x="connsiteX1" y="connsiteY1"/>
                  </a:cxn>
                </a:cxnLst>
                <a:rect l="l" t="t" r="r" b="b"/>
                <a:pathLst>
                  <a:path w="31505" h="18361">
                    <a:moveTo>
                      <a:pt x="0" y="18362"/>
                    </a:moveTo>
                    <a:lnTo>
                      <a:pt x="31505" y="0"/>
                    </a:lnTo>
                  </a:path>
                </a:pathLst>
              </a:custGeom>
              <a:ln w="7620"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grpSp>
          <p:nvGrpSpPr>
            <p:cNvPr id="118" name="Graphic 85" descr="Brain">
              <a:extLst>
                <a:ext uri="{FF2B5EF4-FFF2-40B4-BE49-F238E27FC236}">
                  <a16:creationId xmlns:a16="http://schemas.microsoft.com/office/drawing/2014/main" id="{C3FBCE1C-4CE0-ECB3-80EE-5CDACCED4C83}"/>
                </a:ext>
              </a:extLst>
            </p:cNvPr>
            <p:cNvGrpSpPr/>
            <p:nvPr/>
          </p:nvGrpSpPr>
          <p:grpSpPr>
            <a:xfrm>
              <a:off x="6897028" y="2359176"/>
              <a:ext cx="220464" cy="249006"/>
              <a:chOff x="421208" y="313136"/>
              <a:chExt cx="196784" cy="291472"/>
            </a:xfrm>
            <a:noFill/>
          </p:grpSpPr>
          <p:grpSp>
            <p:nvGrpSpPr>
              <p:cNvPr id="119" name="Graphic 85" descr="Brain">
                <a:extLst>
                  <a:ext uri="{FF2B5EF4-FFF2-40B4-BE49-F238E27FC236}">
                    <a16:creationId xmlns:a16="http://schemas.microsoft.com/office/drawing/2014/main" id="{B5EEC721-0C06-4EEF-00C2-51AE3B950321}"/>
                  </a:ext>
                </a:extLst>
              </p:cNvPr>
              <p:cNvGrpSpPr/>
              <p:nvPr/>
            </p:nvGrpSpPr>
            <p:grpSpPr>
              <a:xfrm>
                <a:off x="421208" y="313136"/>
                <a:ext cx="145930" cy="291472"/>
                <a:chOff x="421208" y="313136"/>
                <a:chExt cx="145930" cy="291472"/>
              </a:xfrm>
              <a:noFill/>
            </p:grpSpPr>
            <p:sp>
              <p:nvSpPr>
                <p:cNvPr id="123" name="Freeform 122">
                  <a:extLst>
                    <a:ext uri="{FF2B5EF4-FFF2-40B4-BE49-F238E27FC236}">
                      <a16:creationId xmlns:a16="http://schemas.microsoft.com/office/drawing/2014/main" id="{4B7DE665-B411-F438-8ADA-37A3F7A59F12}"/>
                    </a:ext>
                  </a:extLst>
                </p:cNvPr>
                <p:cNvSpPr/>
                <p:nvPr/>
              </p:nvSpPr>
              <p:spPr>
                <a:xfrm>
                  <a:off x="535633" y="433165"/>
                  <a:ext cx="31505" cy="18361"/>
                </a:xfrm>
                <a:custGeom>
                  <a:avLst/>
                  <a:gdLst>
                    <a:gd name="connsiteX0" fmla="*/ 31505 w 31505"/>
                    <a:gd name="connsiteY0" fmla="*/ 18362 h 18361"/>
                    <a:gd name="connsiteX1" fmla="*/ 0 w 31505"/>
                    <a:gd name="connsiteY1" fmla="*/ 0 h 18361"/>
                  </a:gdLst>
                  <a:ahLst/>
                  <a:cxnLst>
                    <a:cxn ang="0">
                      <a:pos x="connsiteX0" y="connsiteY0"/>
                    </a:cxn>
                    <a:cxn ang="0">
                      <a:pos x="connsiteX1" y="connsiteY1"/>
                    </a:cxn>
                  </a:cxnLst>
                  <a:rect l="l" t="t" r="r" b="b"/>
                  <a:pathLst>
                    <a:path w="31505" h="18361">
                      <a:moveTo>
                        <a:pt x="31505" y="18362"/>
                      </a:moveTo>
                      <a:lnTo>
                        <a:pt x="0" y="0"/>
                      </a:lnTo>
                    </a:path>
                  </a:pathLst>
                </a:custGeom>
                <a:ln w="7620"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24" name="Freeform 123">
                  <a:extLst>
                    <a:ext uri="{FF2B5EF4-FFF2-40B4-BE49-F238E27FC236}">
                      <a16:creationId xmlns:a16="http://schemas.microsoft.com/office/drawing/2014/main" id="{5A482105-C825-1E76-15E8-CB8D085CEC7D}"/>
                    </a:ext>
                  </a:extLst>
                </p:cNvPr>
                <p:cNvSpPr/>
                <p:nvPr/>
              </p:nvSpPr>
              <p:spPr>
                <a:xfrm>
                  <a:off x="421208" y="313136"/>
                  <a:ext cx="145929" cy="291472"/>
                </a:xfrm>
                <a:custGeom>
                  <a:avLst/>
                  <a:gdLst>
                    <a:gd name="connsiteX0" fmla="*/ 0 w 145929"/>
                    <a:gd name="connsiteY0" fmla="*/ 175115 h 291472"/>
                    <a:gd name="connsiteX1" fmla="*/ 0 w 145929"/>
                    <a:gd name="connsiteY1" fmla="*/ 175115 h 291472"/>
                    <a:gd name="connsiteX2" fmla="*/ 75767 w 145929"/>
                    <a:gd name="connsiteY2" fmla="*/ 139744 h 291472"/>
                    <a:gd name="connsiteX3" fmla="*/ 75767 w 145929"/>
                    <a:gd name="connsiteY3" fmla="*/ 105920 h 291472"/>
                    <a:gd name="connsiteX4" fmla="*/ 113651 w 145929"/>
                    <a:gd name="connsiteY4" fmla="*/ 84852 h 291472"/>
                    <a:gd name="connsiteX5" fmla="*/ 113651 w 145929"/>
                    <a:gd name="connsiteY5" fmla="*/ 37884 h 291472"/>
                    <a:gd name="connsiteX6" fmla="*/ 75767 w 145929"/>
                    <a:gd name="connsiteY6" fmla="*/ 105726 h 291472"/>
                    <a:gd name="connsiteX7" fmla="*/ 38077 w 145929"/>
                    <a:gd name="connsiteY7" fmla="*/ 84658 h 291472"/>
                    <a:gd name="connsiteX8" fmla="*/ 75767 w 145929"/>
                    <a:gd name="connsiteY8" fmla="*/ 59531 h 291472"/>
                    <a:gd name="connsiteX9" fmla="*/ 75767 w 145929"/>
                    <a:gd name="connsiteY9" fmla="*/ 17782 h 291472"/>
                    <a:gd name="connsiteX10" fmla="*/ 0 w 145929"/>
                    <a:gd name="connsiteY10" fmla="*/ 142644 h 291472"/>
                    <a:gd name="connsiteX11" fmla="*/ 36337 w 145929"/>
                    <a:gd name="connsiteY11" fmla="*/ 121576 h 291472"/>
                    <a:gd name="connsiteX12" fmla="*/ 36531 w 145929"/>
                    <a:gd name="connsiteY12" fmla="*/ 202562 h 291472"/>
                    <a:gd name="connsiteX13" fmla="*/ 72868 w 145929"/>
                    <a:gd name="connsiteY13" fmla="*/ 181494 h 291472"/>
                    <a:gd name="connsiteX14" fmla="*/ 72482 w 145929"/>
                    <a:gd name="connsiteY14" fmla="*/ 268471 h 291472"/>
                    <a:gd name="connsiteX15" fmla="*/ 116164 w 145929"/>
                    <a:gd name="connsiteY15" fmla="*/ 242378 h 291472"/>
                    <a:gd name="connsiteX16" fmla="*/ 71515 w 145929"/>
                    <a:gd name="connsiteY16" fmla="*/ 227689 h 291472"/>
                    <a:gd name="connsiteX17" fmla="*/ 145929 w 145929"/>
                    <a:gd name="connsiteY17" fmla="*/ 184780 h 291472"/>
                    <a:gd name="connsiteX18" fmla="*/ 37111 w 145929"/>
                    <a:gd name="connsiteY18" fmla="*/ 161779 h 291472"/>
                    <a:gd name="connsiteX19" fmla="*/ 75574 w 145929"/>
                    <a:gd name="connsiteY19" fmla="*/ 139551 h 291472"/>
                    <a:gd name="connsiteX20" fmla="*/ 110752 w 145929"/>
                    <a:gd name="connsiteY20" fmla="*/ 0 h 291472"/>
                    <a:gd name="connsiteX21" fmla="*/ 37884 w 145929"/>
                    <a:gd name="connsiteY21" fmla="*/ 36724 h 291472"/>
                    <a:gd name="connsiteX22" fmla="*/ 37884 w 145929"/>
                    <a:gd name="connsiteY22" fmla="*/ 84658 h 291472"/>
                    <a:gd name="connsiteX23" fmla="*/ 0 w 145929"/>
                    <a:gd name="connsiteY23" fmla="*/ 105726 h 291472"/>
                    <a:gd name="connsiteX24" fmla="*/ 0 w 145929"/>
                    <a:gd name="connsiteY24" fmla="*/ 178401 h 291472"/>
                    <a:gd name="connsiteX25" fmla="*/ 37884 w 145929"/>
                    <a:gd name="connsiteY25" fmla="*/ 201789 h 291472"/>
                    <a:gd name="connsiteX26" fmla="*/ 37884 w 145929"/>
                    <a:gd name="connsiteY26" fmla="*/ 247210 h 291472"/>
                    <a:gd name="connsiteX27" fmla="*/ 110752 w 145929"/>
                    <a:gd name="connsiteY27" fmla="*/ 291472 h 291472"/>
                    <a:gd name="connsiteX28" fmla="*/ 145929 w 145929"/>
                    <a:gd name="connsiteY28" fmla="*/ 275236 h 291472"/>
                    <a:gd name="connsiteX29" fmla="*/ 145929 w 145929"/>
                    <a:gd name="connsiteY29" fmla="*/ 16236 h 291472"/>
                    <a:gd name="connsiteX30" fmla="*/ 110752 w 145929"/>
                    <a:gd name="connsiteY30" fmla="*/ 0 h 291472"/>
                    <a:gd name="connsiteX31" fmla="*/ 113458 w 145929"/>
                    <a:gd name="connsiteY31" fmla="*/ 203335 h 291472"/>
                    <a:gd name="connsiteX32" fmla="*/ 113458 w 145929"/>
                    <a:gd name="connsiteY32" fmla="*/ 160039 h 291472"/>
                    <a:gd name="connsiteX33" fmla="*/ 74801 w 145929"/>
                    <a:gd name="connsiteY33" fmla="*/ 138971 h 291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5929" h="291472">
                      <a:moveTo>
                        <a:pt x="0" y="175115"/>
                      </a:moveTo>
                      <a:lnTo>
                        <a:pt x="0" y="175115"/>
                      </a:lnTo>
                      <a:close/>
                      <a:moveTo>
                        <a:pt x="75767" y="139744"/>
                      </a:moveTo>
                      <a:lnTo>
                        <a:pt x="75767" y="105920"/>
                      </a:lnTo>
                      <a:lnTo>
                        <a:pt x="113651" y="84852"/>
                      </a:lnTo>
                      <a:lnTo>
                        <a:pt x="113651" y="37884"/>
                      </a:lnTo>
                      <a:moveTo>
                        <a:pt x="75767" y="105726"/>
                      </a:moveTo>
                      <a:lnTo>
                        <a:pt x="38077" y="84658"/>
                      </a:lnTo>
                      <a:moveTo>
                        <a:pt x="75767" y="59531"/>
                      </a:moveTo>
                      <a:lnTo>
                        <a:pt x="75767" y="17782"/>
                      </a:lnTo>
                      <a:moveTo>
                        <a:pt x="0" y="142644"/>
                      </a:moveTo>
                      <a:lnTo>
                        <a:pt x="36337" y="121576"/>
                      </a:lnTo>
                      <a:moveTo>
                        <a:pt x="36531" y="202562"/>
                      </a:moveTo>
                      <a:lnTo>
                        <a:pt x="72868" y="181494"/>
                      </a:lnTo>
                      <a:moveTo>
                        <a:pt x="72482" y="268471"/>
                      </a:moveTo>
                      <a:lnTo>
                        <a:pt x="116164" y="242378"/>
                      </a:lnTo>
                      <a:moveTo>
                        <a:pt x="71515" y="227689"/>
                      </a:moveTo>
                      <a:lnTo>
                        <a:pt x="145929" y="184780"/>
                      </a:lnTo>
                      <a:moveTo>
                        <a:pt x="37111" y="161779"/>
                      </a:moveTo>
                      <a:lnTo>
                        <a:pt x="75574" y="139551"/>
                      </a:lnTo>
                      <a:moveTo>
                        <a:pt x="110752" y="0"/>
                      </a:moveTo>
                      <a:lnTo>
                        <a:pt x="37884" y="36724"/>
                      </a:lnTo>
                      <a:lnTo>
                        <a:pt x="37884" y="84658"/>
                      </a:lnTo>
                      <a:lnTo>
                        <a:pt x="0" y="105726"/>
                      </a:lnTo>
                      <a:lnTo>
                        <a:pt x="0" y="178401"/>
                      </a:lnTo>
                      <a:lnTo>
                        <a:pt x="37884" y="201789"/>
                      </a:lnTo>
                      <a:lnTo>
                        <a:pt x="37884" y="247210"/>
                      </a:lnTo>
                      <a:lnTo>
                        <a:pt x="110752" y="291472"/>
                      </a:lnTo>
                      <a:lnTo>
                        <a:pt x="145929" y="275236"/>
                      </a:lnTo>
                      <a:lnTo>
                        <a:pt x="145929" y="16236"/>
                      </a:lnTo>
                      <a:lnTo>
                        <a:pt x="110752" y="0"/>
                      </a:lnTo>
                      <a:close/>
                      <a:moveTo>
                        <a:pt x="113458" y="203335"/>
                      </a:moveTo>
                      <a:lnTo>
                        <a:pt x="113458" y="160039"/>
                      </a:lnTo>
                      <a:lnTo>
                        <a:pt x="74801" y="138971"/>
                      </a:lnTo>
                    </a:path>
                  </a:pathLst>
                </a:custGeom>
                <a:solidFill>
                  <a:schemeClr val="lt1"/>
                </a:solidFill>
                <a:ln w="7620" cap="flat">
                  <a:solidFill>
                    <a:schemeClr val="accent2">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121" name="Freeform 120">
                <a:extLst>
                  <a:ext uri="{FF2B5EF4-FFF2-40B4-BE49-F238E27FC236}">
                    <a16:creationId xmlns:a16="http://schemas.microsoft.com/office/drawing/2014/main" id="{6341FA87-ADE2-7108-5422-E81ADE09F2C9}"/>
                  </a:ext>
                </a:extLst>
              </p:cNvPr>
              <p:cNvSpPr/>
              <p:nvPr/>
            </p:nvSpPr>
            <p:spPr>
              <a:xfrm>
                <a:off x="586486" y="433165"/>
                <a:ext cx="31506" cy="18361"/>
              </a:xfrm>
              <a:custGeom>
                <a:avLst/>
                <a:gdLst>
                  <a:gd name="connsiteX0" fmla="*/ 0 w 31505"/>
                  <a:gd name="connsiteY0" fmla="*/ 18362 h 18361"/>
                  <a:gd name="connsiteX1" fmla="*/ 31505 w 31505"/>
                  <a:gd name="connsiteY1" fmla="*/ 0 h 18361"/>
                </a:gdLst>
                <a:ahLst/>
                <a:cxnLst>
                  <a:cxn ang="0">
                    <a:pos x="connsiteX0" y="connsiteY0"/>
                  </a:cxn>
                  <a:cxn ang="0">
                    <a:pos x="connsiteX1" y="connsiteY1"/>
                  </a:cxn>
                </a:cxnLst>
                <a:rect l="l" t="t" r="r" b="b"/>
                <a:pathLst>
                  <a:path w="31505" h="18361">
                    <a:moveTo>
                      <a:pt x="0" y="18362"/>
                    </a:moveTo>
                    <a:lnTo>
                      <a:pt x="31505" y="0"/>
                    </a:lnTo>
                  </a:path>
                </a:pathLst>
              </a:custGeom>
              <a:ln w="7620"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94" name="Freeform 93">
              <a:extLst>
                <a:ext uri="{FF2B5EF4-FFF2-40B4-BE49-F238E27FC236}">
                  <a16:creationId xmlns:a16="http://schemas.microsoft.com/office/drawing/2014/main" id="{0C785A64-6F5B-9EE8-6CE5-CF917C025EBB}"/>
                </a:ext>
              </a:extLst>
            </p:cNvPr>
            <p:cNvSpPr/>
            <p:nvPr/>
          </p:nvSpPr>
          <p:spPr>
            <a:xfrm>
              <a:off x="6284811" y="1770301"/>
              <a:ext cx="929180" cy="926771"/>
            </a:xfrm>
            <a:custGeom>
              <a:avLst/>
              <a:gdLst>
                <a:gd name="connsiteX0" fmla="*/ 799112 w 929180"/>
                <a:gd name="connsiteY0" fmla="*/ 551651 h 926771"/>
                <a:gd name="connsiteX1" fmla="*/ 929181 w 929180"/>
                <a:gd name="connsiteY1" fmla="*/ 733887 h 926771"/>
                <a:gd name="connsiteX2" fmla="*/ 736296 w 929180"/>
                <a:gd name="connsiteY2" fmla="*/ 926772 h 926771"/>
                <a:gd name="connsiteX3" fmla="*/ 555455 w 929180"/>
                <a:gd name="connsiteY3" fmla="*/ 800443 h 926771"/>
                <a:gd name="connsiteX4" fmla="*/ 669804 w 929180"/>
                <a:gd name="connsiteY4" fmla="*/ 552919 h 926771"/>
                <a:gd name="connsiteX5" fmla="*/ 554060 w 929180"/>
                <a:gd name="connsiteY5" fmla="*/ 671071 h 926771"/>
                <a:gd name="connsiteX6" fmla="*/ 256334 w 929180"/>
                <a:gd name="connsiteY6" fmla="*/ 374930 h 926771"/>
                <a:gd name="connsiteX7" fmla="*/ 374423 w 929180"/>
                <a:gd name="connsiteY7" fmla="*/ 257602 h 926771"/>
                <a:gd name="connsiteX8" fmla="*/ 374423 w 929180"/>
                <a:gd name="connsiteY8" fmla="*/ 128231 h 926771"/>
                <a:gd name="connsiteX9" fmla="*/ 192885 w 929180"/>
                <a:gd name="connsiteY9" fmla="*/ 0 h 926771"/>
                <a:gd name="connsiteX10" fmla="*/ 0 w 929180"/>
                <a:gd name="connsiteY10" fmla="*/ 192885 h 926771"/>
                <a:gd name="connsiteX11" fmla="*/ 127026 w 929180"/>
                <a:gd name="connsiteY11" fmla="*/ 373979 h 926771"/>
                <a:gd name="connsiteX12" fmla="*/ 673670 w 929180"/>
                <a:gd name="connsiteY12" fmla="*/ 192885 h 926771"/>
                <a:gd name="connsiteX13" fmla="*/ 311417 w 929180"/>
                <a:gd name="connsiteY13" fmla="*/ 192885 h 926771"/>
                <a:gd name="connsiteX14" fmla="*/ 617256 w 929180"/>
                <a:gd name="connsiteY14" fmla="*/ 733760 h 926771"/>
                <a:gd name="connsiteX15" fmla="*/ 256398 w 929180"/>
                <a:gd name="connsiteY15" fmla="*/ 733760 h 926771"/>
                <a:gd name="connsiteX16" fmla="*/ 672656 w 929180"/>
                <a:gd name="connsiteY16" fmla="*/ 256588 h 926771"/>
                <a:gd name="connsiteX17" fmla="*/ 800063 w 929180"/>
                <a:gd name="connsiteY17" fmla="*/ 256588 h 926771"/>
                <a:gd name="connsiteX18" fmla="*/ 800063 w 929180"/>
                <a:gd name="connsiteY18" fmla="*/ 129181 h 926771"/>
                <a:gd name="connsiteX19" fmla="*/ 672656 w 929180"/>
                <a:gd name="connsiteY19" fmla="*/ 129181 h 926771"/>
                <a:gd name="connsiteX20" fmla="*/ 672656 w 929180"/>
                <a:gd name="connsiteY20" fmla="*/ 256588 h 926771"/>
                <a:gd name="connsiteX21" fmla="*/ 129118 w 929180"/>
                <a:gd name="connsiteY21" fmla="*/ 797654 h 926771"/>
                <a:gd name="connsiteX22" fmla="*/ 256525 w 929180"/>
                <a:gd name="connsiteY22" fmla="*/ 797654 h 926771"/>
                <a:gd name="connsiteX23" fmla="*/ 256525 w 929180"/>
                <a:gd name="connsiteY23" fmla="*/ 670247 h 926771"/>
                <a:gd name="connsiteX24" fmla="*/ 129118 w 929180"/>
                <a:gd name="connsiteY24" fmla="*/ 670247 h 926771"/>
                <a:gd name="connsiteX25" fmla="*/ 129118 w 929180"/>
                <a:gd name="connsiteY25" fmla="*/ 797654 h 926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29180" h="926771">
                  <a:moveTo>
                    <a:pt x="799112" y="551651"/>
                  </a:moveTo>
                  <a:cubicBezTo>
                    <a:pt x="874732" y="577767"/>
                    <a:pt x="929181" y="649393"/>
                    <a:pt x="929181" y="733887"/>
                  </a:cubicBezTo>
                  <a:cubicBezTo>
                    <a:pt x="929181" y="840440"/>
                    <a:pt x="842785" y="926772"/>
                    <a:pt x="736296" y="926772"/>
                  </a:cubicBezTo>
                  <a:cubicBezTo>
                    <a:pt x="653196" y="926772"/>
                    <a:pt x="582584" y="874161"/>
                    <a:pt x="555455" y="800443"/>
                  </a:cubicBezTo>
                  <a:moveTo>
                    <a:pt x="669804" y="552919"/>
                  </a:moveTo>
                  <a:cubicBezTo>
                    <a:pt x="615608" y="572886"/>
                    <a:pt x="572886" y="616306"/>
                    <a:pt x="554060" y="671071"/>
                  </a:cubicBezTo>
                  <a:moveTo>
                    <a:pt x="256334" y="374930"/>
                  </a:moveTo>
                  <a:cubicBezTo>
                    <a:pt x="311354" y="355724"/>
                    <a:pt x="354900" y="312431"/>
                    <a:pt x="374423" y="257602"/>
                  </a:cubicBezTo>
                  <a:moveTo>
                    <a:pt x="374423" y="128231"/>
                  </a:moveTo>
                  <a:cubicBezTo>
                    <a:pt x="347801" y="53561"/>
                    <a:pt x="276681" y="0"/>
                    <a:pt x="192885" y="0"/>
                  </a:cubicBezTo>
                  <a:cubicBezTo>
                    <a:pt x="86332" y="0"/>
                    <a:pt x="0" y="86396"/>
                    <a:pt x="0" y="192885"/>
                  </a:cubicBezTo>
                  <a:cubicBezTo>
                    <a:pt x="0" y="276238"/>
                    <a:pt x="52991" y="347040"/>
                    <a:pt x="127026" y="373979"/>
                  </a:cubicBezTo>
                  <a:moveTo>
                    <a:pt x="673670" y="192885"/>
                  </a:moveTo>
                  <a:lnTo>
                    <a:pt x="311417" y="192885"/>
                  </a:lnTo>
                  <a:moveTo>
                    <a:pt x="617256" y="733760"/>
                  </a:moveTo>
                  <a:lnTo>
                    <a:pt x="256398" y="733760"/>
                  </a:lnTo>
                  <a:moveTo>
                    <a:pt x="672656" y="256588"/>
                  </a:moveTo>
                  <a:lnTo>
                    <a:pt x="800063" y="256588"/>
                  </a:lnTo>
                  <a:lnTo>
                    <a:pt x="800063" y="129181"/>
                  </a:lnTo>
                  <a:lnTo>
                    <a:pt x="672656" y="129181"/>
                  </a:lnTo>
                  <a:lnTo>
                    <a:pt x="672656" y="256588"/>
                  </a:lnTo>
                  <a:close/>
                  <a:moveTo>
                    <a:pt x="129118" y="797654"/>
                  </a:moveTo>
                  <a:lnTo>
                    <a:pt x="256525" y="797654"/>
                  </a:lnTo>
                  <a:lnTo>
                    <a:pt x="256525" y="670247"/>
                  </a:lnTo>
                  <a:lnTo>
                    <a:pt x="129118" y="670247"/>
                  </a:lnTo>
                  <a:lnTo>
                    <a:pt x="129118" y="797654"/>
                  </a:lnTo>
                  <a:close/>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219" name="Freeform 218">
            <a:extLst>
              <a:ext uri="{FF2B5EF4-FFF2-40B4-BE49-F238E27FC236}">
                <a16:creationId xmlns:a16="http://schemas.microsoft.com/office/drawing/2014/main" id="{3F526922-2CD5-BBAC-5973-5C524D25C361}"/>
              </a:ext>
            </a:extLst>
          </p:cNvPr>
          <p:cNvSpPr/>
          <p:nvPr/>
        </p:nvSpPr>
        <p:spPr>
          <a:xfrm>
            <a:off x="903779" y="3634062"/>
            <a:ext cx="5903" cy="70840"/>
          </a:xfrm>
          <a:custGeom>
            <a:avLst/>
            <a:gdLst>
              <a:gd name="connsiteX0" fmla="*/ 0 w 5903"/>
              <a:gd name="connsiteY0" fmla="*/ 0 h 70840"/>
              <a:gd name="connsiteX1" fmla="*/ 0 w 5903"/>
              <a:gd name="connsiteY1" fmla="*/ 70841 h 70840"/>
            </a:gdLst>
            <a:ahLst/>
            <a:cxnLst>
              <a:cxn ang="0">
                <a:pos x="connsiteX0" y="connsiteY0"/>
              </a:cxn>
              <a:cxn ang="0">
                <a:pos x="connsiteX1" y="connsiteY1"/>
              </a:cxn>
            </a:cxnLst>
            <a:rect l="l" t="t" r="r" b="b"/>
            <a:pathLst>
              <a:path w="5903" h="70840">
                <a:moveTo>
                  <a:pt x="0" y="0"/>
                </a:moveTo>
                <a:lnTo>
                  <a:pt x="0" y="70841"/>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0" name="Freeform 219">
            <a:extLst>
              <a:ext uri="{FF2B5EF4-FFF2-40B4-BE49-F238E27FC236}">
                <a16:creationId xmlns:a16="http://schemas.microsoft.com/office/drawing/2014/main" id="{C77EF631-9546-0E22-B2F4-6DD54F4132E9}"/>
              </a:ext>
            </a:extLst>
          </p:cNvPr>
          <p:cNvSpPr/>
          <p:nvPr/>
        </p:nvSpPr>
        <p:spPr>
          <a:xfrm>
            <a:off x="974620" y="3634062"/>
            <a:ext cx="5903" cy="70840"/>
          </a:xfrm>
          <a:custGeom>
            <a:avLst/>
            <a:gdLst>
              <a:gd name="connsiteX0" fmla="*/ 0 w 5903"/>
              <a:gd name="connsiteY0" fmla="*/ 0 h 70840"/>
              <a:gd name="connsiteX1" fmla="*/ 0 w 5903"/>
              <a:gd name="connsiteY1" fmla="*/ 70841 h 70840"/>
            </a:gdLst>
            <a:ahLst/>
            <a:cxnLst>
              <a:cxn ang="0">
                <a:pos x="connsiteX0" y="connsiteY0"/>
              </a:cxn>
              <a:cxn ang="0">
                <a:pos x="connsiteX1" y="connsiteY1"/>
              </a:cxn>
            </a:cxnLst>
            <a:rect l="l" t="t" r="r" b="b"/>
            <a:pathLst>
              <a:path w="5903" h="70840">
                <a:moveTo>
                  <a:pt x="0" y="0"/>
                </a:moveTo>
                <a:lnTo>
                  <a:pt x="0" y="70841"/>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1" name="Freeform 220">
            <a:extLst>
              <a:ext uri="{FF2B5EF4-FFF2-40B4-BE49-F238E27FC236}">
                <a16:creationId xmlns:a16="http://schemas.microsoft.com/office/drawing/2014/main" id="{CE10A532-A65F-1A12-8E96-F854D4306237}"/>
              </a:ext>
            </a:extLst>
          </p:cNvPr>
          <p:cNvSpPr/>
          <p:nvPr/>
        </p:nvSpPr>
        <p:spPr>
          <a:xfrm>
            <a:off x="1045461" y="3634062"/>
            <a:ext cx="5903" cy="70840"/>
          </a:xfrm>
          <a:custGeom>
            <a:avLst/>
            <a:gdLst>
              <a:gd name="connsiteX0" fmla="*/ 0 w 5903"/>
              <a:gd name="connsiteY0" fmla="*/ 0 h 70840"/>
              <a:gd name="connsiteX1" fmla="*/ 0 w 5903"/>
              <a:gd name="connsiteY1" fmla="*/ 70841 h 70840"/>
            </a:gdLst>
            <a:ahLst/>
            <a:cxnLst>
              <a:cxn ang="0">
                <a:pos x="connsiteX0" y="connsiteY0"/>
              </a:cxn>
              <a:cxn ang="0">
                <a:pos x="connsiteX1" y="connsiteY1"/>
              </a:cxn>
            </a:cxnLst>
            <a:rect l="l" t="t" r="r" b="b"/>
            <a:pathLst>
              <a:path w="5903" h="70840">
                <a:moveTo>
                  <a:pt x="0" y="0"/>
                </a:moveTo>
                <a:lnTo>
                  <a:pt x="0" y="70841"/>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2" name="Freeform 221">
            <a:extLst>
              <a:ext uri="{FF2B5EF4-FFF2-40B4-BE49-F238E27FC236}">
                <a16:creationId xmlns:a16="http://schemas.microsoft.com/office/drawing/2014/main" id="{F60973C4-1649-2435-06F0-C919C2C81E16}"/>
              </a:ext>
            </a:extLst>
          </p:cNvPr>
          <p:cNvSpPr/>
          <p:nvPr/>
        </p:nvSpPr>
        <p:spPr>
          <a:xfrm>
            <a:off x="1116302" y="3634062"/>
            <a:ext cx="5903" cy="70840"/>
          </a:xfrm>
          <a:custGeom>
            <a:avLst/>
            <a:gdLst>
              <a:gd name="connsiteX0" fmla="*/ 0 w 5903"/>
              <a:gd name="connsiteY0" fmla="*/ 0 h 70840"/>
              <a:gd name="connsiteX1" fmla="*/ 0 w 5903"/>
              <a:gd name="connsiteY1" fmla="*/ 70841 h 70840"/>
            </a:gdLst>
            <a:ahLst/>
            <a:cxnLst>
              <a:cxn ang="0">
                <a:pos x="connsiteX0" y="connsiteY0"/>
              </a:cxn>
              <a:cxn ang="0">
                <a:pos x="connsiteX1" y="connsiteY1"/>
              </a:cxn>
            </a:cxnLst>
            <a:rect l="l" t="t" r="r" b="b"/>
            <a:pathLst>
              <a:path w="5903" h="70840">
                <a:moveTo>
                  <a:pt x="0" y="0"/>
                </a:moveTo>
                <a:lnTo>
                  <a:pt x="0" y="70841"/>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3" name="Freeform 222">
            <a:extLst>
              <a:ext uri="{FF2B5EF4-FFF2-40B4-BE49-F238E27FC236}">
                <a16:creationId xmlns:a16="http://schemas.microsoft.com/office/drawing/2014/main" id="{8D209D50-49F1-B78D-D301-42247443FC1A}"/>
              </a:ext>
            </a:extLst>
          </p:cNvPr>
          <p:cNvSpPr/>
          <p:nvPr/>
        </p:nvSpPr>
        <p:spPr>
          <a:xfrm>
            <a:off x="1187142" y="3634062"/>
            <a:ext cx="5903" cy="70840"/>
          </a:xfrm>
          <a:custGeom>
            <a:avLst/>
            <a:gdLst>
              <a:gd name="connsiteX0" fmla="*/ 0 w 5903"/>
              <a:gd name="connsiteY0" fmla="*/ 0 h 70840"/>
              <a:gd name="connsiteX1" fmla="*/ 0 w 5903"/>
              <a:gd name="connsiteY1" fmla="*/ 70841 h 70840"/>
            </a:gdLst>
            <a:ahLst/>
            <a:cxnLst>
              <a:cxn ang="0">
                <a:pos x="connsiteX0" y="connsiteY0"/>
              </a:cxn>
              <a:cxn ang="0">
                <a:pos x="connsiteX1" y="connsiteY1"/>
              </a:cxn>
            </a:cxnLst>
            <a:rect l="l" t="t" r="r" b="b"/>
            <a:pathLst>
              <a:path w="5903" h="70840">
                <a:moveTo>
                  <a:pt x="0" y="0"/>
                </a:moveTo>
                <a:lnTo>
                  <a:pt x="0" y="70841"/>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4" name="Freeform 223">
            <a:extLst>
              <a:ext uri="{FF2B5EF4-FFF2-40B4-BE49-F238E27FC236}">
                <a16:creationId xmlns:a16="http://schemas.microsoft.com/office/drawing/2014/main" id="{A06D433F-6227-7730-9CE3-A177F0537C75}"/>
              </a:ext>
            </a:extLst>
          </p:cNvPr>
          <p:cNvSpPr/>
          <p:nvPr/>
        </p:nvSpPr>
        <p:spPr>
          <a:xfrm>
            <a:off x="1222563" y="4023686"/>
            <a:ext cx="70840" cy="5903"/>
          </a:xfrm>
          <a:custGeom>
            <a:avLst/>
            <a:gdLst>
              <a:gd name="connsiteX0" fmla="*/ 0 w 70840"/>
              <a:gd name="connsiteY0" fmla="*/ 0 h 5903"/>
              <a:gd name="connsiteX1" fmla="*/ 70841 w 70840"/>
              <a:gd name="connsiteY1" fmla="*/ 0 h 5903"/>
            </a:gdLst>
            <a:ahLst/>
            <a:cxnLst>
              <a:cxn ang="0">
                <a:pos x="connsiteX0" y="connsiteY0"/>
              </a:cxn>
              <a:cxn ang="0">
                <a:pos x="connsiteX1" y="connsiteY1"/>
              </a:cxn>
            </a:cxnLst>
            <a:rect l="l" t="t" r="r" b="b"/>
            <a:pathLst>
              <a:path w="70840" h="5903">
                <a:moveTo>
                  <a:pt x="0" y="0"/>
                </a:moveTo>
                <a:lnTo>
                  <a:pt x="70841" y="0"/>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5" name="Freeform 224">
            <a:extLst>
              <a:ext uri="{FF2B5EF4-FFF2-40B4-BE49-F238E27FC236}">
                <a16:creationId xmlns:a16="http://schemas.microsoft.com/office/drawing/2014/main" id="{3D9EC0FE-281A-D24D-194C-99F011048835}"/>
              </a:ext>
            </a:extLst>
          </p:cNvPr>
          <p:cNvSpPr/>
          <p:nvPr/>
        </p:nvSpPr>
        <p:spPr>
          <a:xfrm>
            <a:off x="1222563" y="3952845"/>
            <a:ext cx="70840" cy="5903"/>
          </a:xfrm>
          <a:custGeom>
            <a:avLst/>
            <a:gdLst>
              <a:gd name="connsiteX0" fmla="*/ 0 w 70840"/>
              <a:gd name="connsiteY0" fmla="*/ 0 h 5903"/>
              <a:gd name="connsiteX1" fmla="*/ 70841 w 70840"/>
              <a:gd name="connsiteY1" fmla="*/ 0 h 5903"/>
            </a:gdLst>
            <a:ahLst/>
            <a:cxnLst>
              <a:cxn ang="0">
                <a:pos x="connsiteX0" y="connsiteY0"/>
              </a:cxn>
              <a:cxn ang="0">
                <a:pos x="connsiteX1" y="connsiteY1"/>
              </a:cxn>
            </a:cxnLst>
            <a:rect l="l" t="t" r="r" b="b"/>
            <a:pathLst>
              <a:path w="70840" h="5903">
                <a:moveTo>
                  <a:pt x="0" y="0"/>
                </a:moveTo>
                <a:lnTo>
                  <a:pt x="70841" y="0"/>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6" name="Freeform 225">
            <a:extLst>
              <a:ext uri="{FF2B5EF4-FFF2-40B4-BE49-F238E27FC236}">
                <a16:creationId xmlns:a16="http://schemas.microsoft.com/office/drawing/2014/main" id="{C1BD5006-AE9A-7F0F-0130-489A0D896FBE}"/>
              </a:ext>
            </a:extLst>
          </p:cNvPr>
          <p:cNvSpPr/>
          <p:nvPr/>
        </p:nvSpPr>
        <p:spPr>
          <a:xfrm>
            <a:off x="1222563" y="3882004"/>
            <a:ext cx="70840" cy="5903"/>
          </a:xfrm>
          <a:custGeom>
            <a:avLst/>
            <a:gdLst>
              <a:gd name="connsiteX0" fmla="*/ 0 w 70840"/>
              <a:gd name="connsiteY0" fmla="*/ 0 h 5903"/>
              <a:gd name="connsiteX1" fmla="*/ 70841 w 70840"/>
              <a:gd name="connsiteY1" fmla="*/ 0 h 5903"/>
            </a:gdLst>
            <a:ahLst/>
            <a:cxnLst>
              <a:cxn ang="0">
                <a:pos x="connsiteX0" y="connsiteY0"/>
              </a:cxn>
              <a:cxn ang="0">
                <a:pos x="connsiteX1" y="connsiteY1"/>
              </a:cxn>
            </a:cxnLst>
            <a:rect l="l" t="t" r="r" b="b"/>
            <a:pathLst>
              <a:path w="70840" h="5903">
                <a:moveTo>
                  <a:pt x="0" y="0"/>
                </a:moveTo>
                <a:lnTo>
                  <a:pt x="70841" y="0"/>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7" name="Freeform 226">
            <a:extLst>
              <a:ext uri="{FF2B5EF4-FFF2-40B4-BE49-F238E27FC236}">
                <a16:creationId xmlns:a16="http://schemas.microsoft.com/office/drawing/2014/main" id="{824B9D5C-4D64-E69F-F430-8797B570EB72}"/>
              </a:ext>
            </a:extLst>
          </p:cNvPr>
          <p:cNvSpPr/>
          <p:nvPr/>
        </p:nvSpPr>
        <p:spPr>
          <a:xfrm>
            <a:off x="1222563" y="3811164"/>
            <a:ext cx="70840" cy="5903"/>
          </a:xfrm>
          <a:custGeom>
            <a:avLst/>
            <a:gdLst>
              <a:gd name="connsiteX0" fmla="*/ 0 w 70840"/>
              <a:gd name="connsiteY0" fmla="*/ 0 h 5903"/>
              <a:gd name="connsiteX1" fmla="*/ 70841 w 70840"/>
              <a:gd name="connsiteY1" fmla="*/ 0 h 5903"/>
            </a:gdLst>
            <a:ahLst/>
            <a:cxnLst>
              <a:cxn ang="0">
                <a:pos x="connsiteX0" y="connsiteY0"/>
              </a:cxn>
              <a:cxn ang="0">
                <a:pos x="connsiteX1" y="connsiteY1"/>
              </a:cxn>
            </a:cxnLst>
            <a:rect l="l" t="t" r="r" b="b"/>
            <a:pathLst>
              <a:path w="70840" h="5903">
                <a:moveTo>
                  <a:pt x="0" y="0"/>
                </a:moveTo>
                <a:lnTo>
                  <a:pt x="70841" y="0"/>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8" name="Freeform 227">
            <a:extLst>
              <a:ext uri="{FF2B5EF4-FFF2-40B4-BE49-F238E27FC236}">
                <a16:creationId xmlns:a16="http://schemas.microsoft.com/office/drawing/2014/main" id="{01EC33E5-C845-C1B5-4931-8A9BBA6A30D3}"/>
              </a:ext>
            </a:extLst>
          </p:cNvPr>
          <p:cNvSpPr/>
          <p:nvPr/>
        </p:nvSpPr>
        <p:spPr>
          <a:xfrm>
            <a:off x="1222563" y="3740323"/>
            <a:ext cx="70840" cy="5903"/>
          </a:xfrm>
          <a:custGeom>
            <a:avLst/>
            <a:gdLst>
              <a:gd name="connsiteX0" fmla="*/ 0 w 70840"/>
              <a:gd name="connsiteY0" fmla="*/ 0 h 5903"/>
              <a:gd name="connsiteX1" fmla="*/ 70841 w 70840"/>
              <a:gd name="connsiteY1" fmla="*/ 0 h 5903"/>
            </a:gdLst>
            <a:ahLst/>
            <a:cxnLst>
              <a:cxn ang="0">
                <a:pos x="connsiteX0" y="connsiteY0"/>
              </a:cxn>
              <a:cxn ang="0">
                <a:pos x="connsiteX1" y="connsiteY1"/>
              </a:cxn>
            </a:cxnLst>
            <a:rect l="l" t="t" r="r" b="b"/>
            <a:pathLst>
              <a:path w="70840" h="5903">
                <a:moveTo>
                  <a:pt x="0" y="0"/>
                </a:moveTo>
                <a:lnTo>
                  <a:pt x="70841" y="0"/>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29" name="Freeform 228">
            <a:extLst>
              <a:ext uri="{FF2B5EF4-FFF2-40B4-BE49-F238E27FC236}">
                <a16:creationId xmlns:a16="http://schemas.microsoft.com/office/drawing/2014/main" id="{CDDF34DC-A541-82E0-5B30-3D66C095532C}"/>
              </a:ext>
            </a:extLst>
          </p:cNvPr>
          <p:cNvSpPr/>
          <p:nvPr/>
        </p:nvSpPr>
        <p:spPr>
          <a:xfrm>
            <a:off x="1045461" y="4059106"/>
            <a:ext cx="5903" cy="70840"/>
          </a:xfrm>
          <a:custGeom>
            <a:avLst/>
            <a:gdLst>
              <a:gd name="connsiteX0" fmla="*/ 0 w 5903"/>
              <a:gd name="connsiteY0" fmla="*/ 0 h 70840"/>
              <a:gd name="connsiteX1" fmla="*/ 0 w 5903"/>
              <a:gd name="connsiteY1" fmla="*/ 70841 h 70840"/>
            </a:gdLst>
            <a:ahLst/>
            <a:cxnLst>
              <a:cxn ang="0">
                <a:pos x="connsiteX0" y="connsiteY0"/>
              </a:cxn>
              <a:cxn ang="0">
                <a:pos x="connsiteX1" y="connsiteY1"/>
              </a:cxn>
            </a:cxnLst>
            <a:rect l="l" t="t" r="r" b="b"/>
            <a:pathLst>
              <a:path w="5903" h="70840">
                <a:moveTo>
                  <a:pt x="0" y="0"/>
                </a:moveTo>
                <a:lnTo>
                  <a:pt x="0" y="70841"/>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30" name="Freeform 229">
            <a:extLst>
              <a:ext uri="{FF2B5EF4-FFF2-40B4-BE49-F238E27FC236}">
                <a16:creationId xmlns:a16="http://schemas.microsoft.com/office/drawing/2014/main" id="{DAA30826-D5CA-21ED-08DC-04B088067436}"/>
              </a:ext>
            </a:extLst>
          </p:cNvPr>
          <p:cNvSpPr/>
          <p:nvPr/>
        </p:nvSpPr>
        <p:spPr>
          <a:xfrm>
            <a:off x="1116302" y="4059106"/>
            <a:ext cx="5903" cy="70840"/>
          </a:xfrm>
          <a:custGeom>
            <a:avLst/>
            <a:gdLst>
              <a:gd name="connsiteX0" fmla="*/ 0 w 5903"/>
              <a:gd name="connsiteY0" fmla="*/ 0 h 70840"/>
              <a:gd name="connsiteX1" fmla="*/ 0 w 5903"/>
              <a:gd name="connsiteY1" fmla="*/ 70841 h 70840"/>
            </a:gdLst>
            <a:ahLst/>
            <a:cxnLst>
              <a:cxn ang="0">
                <a:pos x="connsiteX0" y="connsiteY0"/>
              </a:cxn>
              <a:cxn ang="0">
                <a:pos x="connsiteX1" y="connsiteY1"/>
              </a:cxn>
            </a:cxnLst>
            <a:rect l="l" t="t" r="r" b="b"/>
            <a:pathLst>
              <a:path w="5903" h="70840">
                <a:moveTo>
                  <a:pt x="0" y="0"/>
                </a:moveTo>
                <a:lnTo>
                  <a:pt x="0" y="70841"/>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31" name="Freeform 230">
            <a:extLst>
              <a:ext uri="{FF2B5EF4-FFF2-40B4-BE49-F238E27FC236}">
                <a16:creationId xmlns:a16="http://schemas.microsoft.com/office/drawing/2014/main" id="{E0E58D47-2632-C236-2D8F-510EB9189DDD}"/>
              </a:ext>
            </a:extLst>
          </p:cNvPr>
          <p:cNvSpPr/>
          <p:nvPr/>
        </p:nvSpPr>
        <p:spPr>
          <a:xfrm>
            <a:off x="1187142" y="4059106"/>
            <a:ext cx="5903" cy="70840"/>
          </a:xfrm>
          <a:custGeom>
            <a:avLst/>
            <a:gdLst>
              <a:gd name="connsiteX0" fmla="*/ 0 w 5903"/>
              <a:gd name="connsiteY0" fmla="*/ 0 h 70840"/>
              <a:gd name="connsiteX1" fmla="*/ 0 w 5903"/>
              <a:gd name="connsiteY1" fmla="*/ 70841 h 70840"/>
            </a:gdLst>
            <a:ahLst/>
            <a:cxnLst>
              <a:cxn ang="0">
                <a:pos x="connsiteX0" y="connsiteY0"/>
              </a:cxn>
              <a:cxn ang="0">
                <a:pos x="connsiteX1" y="connsiteY1"/>
              </a:cxn>
            </a:cxnLst>
            <a:rect l="l" t="t" r="r" b="b"/>
            <a:pathLst>
              <a:path w="5903" h="70840">
                <a:moveTo>
                  <a:pt x="0" y="0"/>
                </a:moveTo>
                <a:lnTo>
                  <a:pt x="0" y="70841"/>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32" name="Freeform 231">
            <a:extLst>
              <a:ext uri="{FF2B5EF4-FFF2-40B4-BE49-F238E27FC236}">
                <a16:creationId xmlns:a16="http://schemas.microsoft.com/office/drawing/2014/main" id="{9E07F583-D96B-0444-94D3-1F32BDF5F11E}"/>
              </a:ext>
            </a:extLst>
          </p:cNvPr>
          <p:cNvSpPr/>
          <p:nvPr/>
        </p:nvSpPr>
        <p:spPr>
          <a:xfrm>
            <a:off x="797518" y="3731468"/>
            <a:ext cx="79695" cy="5903"/>
          </a:xfrm>
          <a:custGeom>
            <a:avLst/>
            <a:gdLst>
              <a:gd name="connsiteX0" fmla="*/ 0 w 79695"/>
              <a:gd name="connsiteY0" fmla="*/ 0 h 5903"/>
              <a:gd name="connsiteX1" fmla="*/ 79696 w 79695"/>
              <a:gd name="connsiteY1" fmla="*/ 0 h 5903"/>
            </a:gdLst>
            <a:ahLst/>
            <a:cxnLst>
              <a:cxn ang="0">
                <a:pos x="connsiteX0" y="connsiteY0"/>
              </a:cxn>
              <a:cxn ang="0">
                <a:pos x="connsiteX1" y="connsiteY1"/>
              </a:cxn>
            </a:cxnLst>
            <a:rect l="l" t="t" r="r" b="b"/>
            <a:pathLst>
              <a:path w="79695" h="5903">
                <a:moveTo>
                  <a:pt x="0" y="0"/>
                </a:moveTo>
                <a:lnTo>
                  <a:pt x="79696" y="0"/>
                </a:lnTo>
              </a:path>
            </a:pathLst>
          </a:custGeom>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240" name="Group 239">
            <a:extLst>
              <a:ext uri="{FF2B5EF4-FFF2-40B4-BE49-F238E27FC236}">
                <a16:creationId xmlns:a16="http://schemas.microsoft.com/office/drawing/2014/main" id="{05220366-3B0E-090B-C033-602A13581930}"/>
              </a:ext>
            </a:extLst>
          </p:cNvPr>
          <p:cNvGrpSpPr/>
          <p:nvPr/>
        </p:nvGrpSpPr>
        <p:grpSpPr>
          <a:xfrm>
            <a:off x="593260" y="3704902"/>
            <a:ext cx="629303" cy="616256"/>
            <a:chOff x="593260" y="3704902"/>
            <a:chExt cx="629303" cy="616256"/>
          </a:xfrm>
        </p:grpSpPr>
        <p:sp>
          <p:nvSpPr>
            <p:cNvPr id="234" name="Freeform 233">
              <a:extLst>
                <a:ext uri="{FF2B5EF4-FFF2-40B4-BE49-F238E27FC236}">
                  <a16:creationId xmlns:a16="http://schemas.microsoft.com/office/drawing/2014/main" id="{00BCFBE3-0BB9-7D60-0016-4B44918EB716}"/>
                </a:ext>
              </a:extLst>
            </p:cNvPr>
            <p:cNvSpPr/>
            <p:nvPr/>
          </p:nvSpPr>
          <p:spPr>
            <a:xfrm>
              <a:off x="593851" y="3825745"/>
              <a:ext cx="398479" cy="495413"/>
            </a:xfrm>
            <a:custGeom>
              <a:avLst/>
              <a:gdLst>
                <a:gd name="connsiteX0" fmla="*/ 199240 w 398479"/>
                <a:gd name="connsiteY0" fmla="*/ 0 h 495413"/>
                <a:gd name="connsiteX1" fmla="*/ 0 w 398479"/>
                <a:gd name="connsiteY1" fmla="*/ 72671 h 495413"/>
                <a:gd name="connsiteX2" fmla="*/ 0 w 398479"/>
                <a:gd name="connsiteY2" fmla="*/ 422802 h 495413"/>
                <a:gd name="connsiteX3" fmla="*/ 108682 w 398479"/>
                <a:gd name="connsiteY3" fmla="*/ 488270 h 495413"/>
                <a:gd name="connsiteX4" fmla="*/ 157149 w 398479"/>
                <a:gd name="connsiteY4" fmla="*/ 493938 h 495413"/>
                <a:gd name="connsiteX5" fmla="*/ 177869 w 398479"/>
                <a:gd name="connsiteY5" fmla="*/ 495059 h 495413"/>
                <a:gd name="connsiteX6" fmla="*/ 199240 w 398479"/>
                <a:gd name="connsiteY6" fmla="*/ 495413 h 495413"/>
                <a:gd name="connsiteX7" fmla="*/ 220610 w 398479"/>
                <a:gd name="connsiteY7" fmla="*/ 495059 h 495413"/>
                <a:gd name="connsiteX8" fmla="*/ 241331 w 398479"/>
                <a:gd name="connsiteY8" fmla="*/ 493938 h 495413"/>
                <a:gd name="connsiteX9" fmla="*/ 289798 w 398479"/>
                <a:gd name="connsiteY9" fmla="*/ 488270 h 495413"/>
                <a:gd name="connsiteX10" fmla="*/ 398480 w 398479"/>
                <a:gd name="connsiteY10" fmla="*/ 422802 h 495413"/>
                <a:gd name="connsiteX11" fmla="*/ 398480 w 398479"/>
                <a:gd name="connsiteY11" fmla="*/ 72671 h 495413"/>
                <a:gd name="connsiteX12" fmla="*/ 199240 w 398479"/>
                <a:gd name="connsiteY12" fmla="*/ 0 h 49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8479" h="495413">
                  <a:moveTo>
                    <a:pt x="199240" y="0"/>
                  </a:moveTo>
                  <a:cubicBezTo>
                    <a:pt x="83887" y="0"/>
                    <a:pt x="0" y="32528"/>
                    <a:pt x="0" y="72671"/>
                  </a:cubicBezTo>
                  <a:lnTo>
                    <a:pt x="0" y="422802"/>
                  </a:lnTo>
                  <a:cubicBezTo>
                    <a:pt x="0" y="451669"/>
                    <a:pt x="38726" y="476582"/>
                    <a:pt x="108682" y="488270"/>
                  </a:cubicBezTo>
                  <a:cubicBezTo>
                    <a:pt x="123912" y="490809"/>
                    <a:pt x="140147" y="492757"/>
                    <a:pt x="157149" y="493938"/>
                  </a:cubicBezTo>
                  <a:cubicBezTo>
                    <a:pt x="163937" y="494410"/>
                    <a:pt x="170844" y="494764"/>
                    <a:pt x="177869" y="495059"/>
                  </a:cubicBezTo>
                  <a:cubicBezTo>
                    <a:pt x="184894" y="495295"/>
                    <a:pt x="192038" y="495413"/>
                    <a:pt x="199240" y="495413"/>
                  </a:cubicBezTo>
                  <a:cubicBezTo>
                    <a:pt x="206442" y="495413"/>
                    <a:pt x="213585" y="495295"/>
                    <a:pt x="220610" y="495059"/>
                  </a:cubicBezTo>
                  <a:cubicBezTo>
                    <a:pt x="227635" y="494823"/>
                    <a:pt x="234542" y="494469"/>
                    <a:pt x="241331" y="493938"/>
                  </a:cubicBezTo>
                  <a:cubicBezTo>
                    <a:pt x="258333" y="492698"/>
                    <a:pt x="274567" y="490809"/>
                    <a:pt x="289798" y="488270"/>
                  </a:cubicBezTo>
                  <a:cubicBezTo>
                    <a:pt x="359812" y="476523"/>
                    <a:pt x="398480" y="451610"/>
                    <a:pt x="398480" y="422802"/>
                  </a:cubicBezTo>
                  <a:lnTo>
                    <a:pt x="398480" y="72671"/>
                  </a:lnTo>
                  <a:cubicBezTo>
                    <a:pt x="398480" y="32528"/>
                    <a:pt x="314592" y="0"/>
                    <a:pt x="199240" y="0"/>
                  </a:cubicBezTo>
                  <a:close/>
                </a:path>
              </a:pathLst>
            </a:custGeom>
            <a:noFill/>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35" name="Freeform 234">
              <a:extLst>
                <a:ext uri="{FF2B5EF4-FFF2-40B4-BE49-F238E27FC236}">
                  <a16:creationId xmlns:a16="http://schemas.microsoft.com/office/drawing/2014/main" id="{833938FD-2B7D-1D7F-925D-3EA6D6F157E4}"/>
                </a:ext>
              </a:extLst>
            </p:cNvPr>
            <p:cNvSpPr/>
            <p:nvPr/>
          </p:nvSpPr>
          <p:spPr>
            <a:xfrm>
              <a:off x="593851" y="3828874"/>
              <a:ext cx="398479" cy="132826"/>
            </a:xfrm>
            <a:custGeom>
              <a:avLst/>
              <a:gdLst>
                <a:gd name="connsiteX0" fmla="*/ 398480 w 398479"/>
                <a:gd name="connsiteY0" fmla="*/ 70841 h 132826"/>
                <a:gd name="connsiteX1" fmla="*/ 194812 w 398479"/>
                <a:gd name="connsiteY1" fmla="*/ 132827 h 132826"/>
                <a:gd name="connsiteX2" fmla="*/ 0 w 398479"/>
                <a:gd name="connsiteY2" fmla="*/ 70841 h 132826"/>
                <a:gd name="connsiteX3" fmla="*/ 194812 w 398479"/>
                <a:gd name="connsiteY3" fmla="*/ 0 h 132826"/>
                <a:gd name="connsiteX4" fmla="*/ 398480 w 398479"/>
                <a:gd name="connsiteY4" fmla="*/ 70841 h 13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8479" h="132826">
                  <a:moveTo>
                    <a:pt x="398480" y="70841"/>
                  </a:moveTo>
                  <a:cubicBezTo>
                    <a:pt x="398480" y="105021"/>
                    <a:pt x="309869" y="132827"/>
                    <a:pt x="194812" y="132827"/>
                  </a:cubicBezTo>
                  <a:cubicBezTo>
                    <a:pt x="79755" y="132827"/>
                    <a:pt x="0" y="105021"/>
                    <a:pt x="0" y="70841"/>
                  </a:cubicBezTo>
                  <a:cubicBezTo>
                    <a:pt x="0" y="36660"/>
                    <a:pt x="79755" y="0"/>
                    <a:pt x="194812" y="0"/>
                  </a:cubicBezTo>
                  <a:cubicBezTo>
                    <a:pt x="309869" y="0"/>
                    <a:pt x="398480" y="36660"/>
                    <a:pt x="398480" y="70841"/>
                  </a:cubicBezTo>
                  <a:close/>
                </a:path>
              </a:pathLst>
            </a:custGeom>
            <a:noFill/>
            <a:ln w="23432"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36" name="Freeform 235">
              <a:extLst>
                <a:ext uri="{FF2B5EF4-FFF2-40B4-BE49-F238E27FC236}">
                  <a16:creationId xmlns:a16="http://schemas.microsoft.com/office/drawing/2014/main" id="{6EC3B765-D2CA-3952-5EA3-B16D1B03B93D}"/>
                </a:ext>
              </a:extLst>
            </p:cNvPr>
            <p:cNvSpPr/>
            <p:nvPr/>
          </p:nvSpPr>
          <p:spPr>
            <a:xfrm>
              <a:off x="593260" y="4026461"/>
              <a:ext cx="399837" cy="54488"/>
            </a:xfrm>
            <a:custGeom>
              <a:avLst/>
              <a:gdLst>
                <a:gd name="connsiteX0" fmla="*/ 399837 w 399837"/>
                <a:gd name="connsiteY0" fmla="*/ 0 h 54488"/>
                <a:gd name="connsiteX1" fmla="*/ 196052 w 399837"/>
                <a:gd name="connsiteY1" fmla="*/ 54488 h 54488"/>
                <a:gd name="connsiteX2" fmla="*/ 0 w 399837"/>
                <a:gd name="connsiteY2" fmla="*/ 11335 h 54488"/>
              </a:gdLst>
              <a:ahLst/>
              <a:cxnLst>
                <a:cxn ang="0">
                  <a:pos x="connsiteX0" y="connsiteY0"/>
                </a:cxn>
                <a:cxn ang="0">
                  <a:pos x="connsiteX1" y="connsiteY1"/>
                </a:cxn>
                <a:cxn ang="0">
                  <a:pos x="connsiteX2" y="connsiteY2"/>
                </a:cxn>
              </a:cxnLst>
              <a:rect l="l" t="t" r="r" b="b"/>
              <a:pathLst>
                <a:path w="399837" h="54488">
                  <a:moveTo>
                    <a:pt x="399837" y="0"/>
                  </a:moveTo>
                  <a:cubicBezTo>
                    <a:pt x="388267" y="30698"/>
                    <a:pt x="306032" y="54488"/>
                    <a:pt x="196052" y="54488"/>
                  </a:cubicBezTo>
                  <a:cubicBezTo>
                    <a:pt x="100063" y="54488"/>
                    <a:pt x="25148" y="36365"/>
                    <a:pt x="0" y="11335"/>
                  </a:cubicBezTo>
                </a:path>
              </a:pathLst>
            </a:custGeom>
            <a:noFill/>
            <a:ln w="23432"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37" name="Freeform 236">
              <a:extLst>
                <a:ext uri="{FF2B5EF4-FFF2-40B4-BE49-F238E27FC236}">
                  <a16:creationId xmlns:a16="http://schemas.microsoft.com/office/drawing/2014/main" id="{E6599861-A9E2-0822-87EA-6EB8195F08E4}"/>
                </a:ext>
              </a:extLst>
            </p:cNvPr>
            <p:cNvSpPr/>
            <p:nvPr/>
          </p:nvSpPr>
          <p:spPr>
            <a:xfrm>
              <a:off x="593260" y="4150432"/>
              <a:ext cx="399837" cy="54488"/>
            </a:xfrm>
            <a:custGeom>
              <a:avLst/>
              <a:gdLst>
                <a:gd name="connsiteX0" fmla="*/ 399837 w 399837"/>
                <a:gd name="connsiteY0" fmla="*/ 0 h 54488"/>
                <a:gd name="connsiteX1" fmla="*/ 196052 w 399837"/>
                <a:gd name="connsiteY1" fmla="*/ 54488 h 54488"/>
                <a:gd name="connsiteX2" fmla="*/ 0 w 399837"/>
                <a:gd name="connsiteY2" fmla="*/ 11335 h 54488"/>
              </a:gdLst>
              <a:ahLst/>
              <a:cxnLst>
                <a:cxn ang="0">
                  <a:pos x="connsiteX0" y="connsiteY0"/>
                </a:cxn>
                <a:cxn ang="0">
                  <a:pos x="connsiteX1" y="connsiteY1"/>
                </a:cxn>
                <a:cxn ang="0">
                  <a:pos x="connsiteX2" y="connsiteY2"/>
                </a:cxn>
              </a:cxnLst>
              <a:rect l="l" t="t" r="r" b="b"/>
              <a:pathLst>
                <a:path w="399837" h="54488">
                  <a:moveTo>
                    <a:pt x="399837" y="0"/>
                  </a:moveTo>
                  <a:cubicBezTo>
                    <a:pt x="388267" y="30698"/>
                    <a:pt x="306032" y="54488"/>
                    <a:pt x="196052" y="54488"/>
                  </a:cubicBezTo>
                  <a:cubicBezTo>
                    <a:pt x="100063" y="54488"/>
                    <a:pt x="25148" y="36365"/>
                    <a:pt x="0" y="11335"/>
                  </a:cubicBezTo>
                </a:path>
              </a:pathLst>
            </a:custGeom>
            <a:noFill/>
            <a:ln w="23432"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38" name="Freeform 237">
              <a:extLst>
                <a:ext uri="{FF2B5EF4-FFF2-40B4-BE49-F238E27FC236}">
                  <a16:creationId xmlns:a16="http://schemas.microsoft.com/office/drawing/2014/main" id="{62E26445-F727-6A20-BDC8-8C0E74B61C6B}"/>
                </a:ext>
              </a:extLst>
            </p:cNvPr>
            <p:cNvSpPr/>
            <p:nvPr/>
          </p:nvSpPr>
          <p:spPr>
            <a:xfrm>
              <a:off x="593851" y="3825745"/>
              <a:ext cx="398479" cy="495413"/>
            </a:xfrm>
            <a:custGeom>
              <a:avLst/>
              <a:gdLst>
                <a:gd name="connsiteX0" fmla="*/ 199240 w 398479"/>
                <a:gd name="connsiteY0" fmla="*/ 0 h 495413"/>
                <a:gd name="connsiteX1" fmla="*/ 0 w 398479"/>
                <a:gd name="connsiteY1" fmla="*/ 72671 h 495413"/>
                <a:gd name="connsiteX2" fmla="*/ 0 w 398479"/>
                <a:gd name="connsiteY2" fmla="*/ 422802 h 495413"/>
                <a:gd name="connsiteX3" fmla="*/ 108682 w 398479"/>
                <a:gd name="connsiteY3" fmla="*/ 488270 h 495413"/>
                <a:gd name="connsiteX4" fmla="*/ 157149 w 398479"/>
                <a:gd name="connsiteY4" fmla="*/ 493938 h 495413"/>
                <a:gd name="connsiteX5" fmla="*/ 177869 w 398479"/>
                <a:gd name="connsiteY5" fmla="*/ 495059 h 495413"/>
                <a:gd name="connsiteX6" fmla="*/ 199240 w 398479"/>
                <a:gd name="connsiteY6" fmla="*/ 495413 h 495413"/>
                <a:gd name="connsiteX7" fmla="*/ 220610 w 398479"/>
                <a:gd name="connsiteY7" fmla="*/ 495059 h 495413"/>
                <a:gd name="connsiteX8" fmla="*/ 241331 w 398479"/>
                <a:gd name="connsiteY8" fmla="*/ 493938 h 495413"/>
                <a:gd name="connsiteX9" fmla="*/ 289798 w 398479"/>
                <a:gd name="connsiteY9" fmla="*/ 488270 h 495413"/>
                <a:gd name="connsiteX10" fmla="*/ 398480 w 398479"/>
                <a:gd name="connsiteY10" fmla="*/ 422802 h 495413"/>
                <a:gd name="connsiteX11" fmla="*/ 398480 w 398479"/>
                <a:gd name="connsiteY11" fmla="*/ 72671 h 495413"/>
                <a:gd name="connsiteX12" fmla="*/ 199240 w 398479"/>
                <a:gd name="connsiteY12" fmla="*/ 0 h 49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8479" h="495413">
                  <a:moveTo>
                    <a:pt x="199240" y="0"/>
                  </a:moveTo>
                  <a:cubicBezTo>
                    <a:pt x="83887" y="0"/>
                    <a:pt x="0" y="32528"/>
                    <a:pt x="0" y="72671"/>
                  </a:cubicBezTo>
                  <a:lnTo>
                    <a:pt x="0" y="422802"/>
                  </a:lnTo>
                  <a:cubicBezTo>
                    <a:pt x="0" y="451669"/>
                    <a:pt x="38726" y="476582"/>
                    <a:pt x="108682" y="488270"/>
                  </a:cubicBezTo>
                  <a:cubicBezTo>
                    <a:pt x="123912" y="490809"/>
                    <a:pt x="140147" y="492757"/>
                    <a:pt x="157149" y="493938"/>
                  </a:cubicBezTo>
                  <a:cubicBezTo>
                    <a:pt x="163937" y="494410"/>
                    <a:pt x="170844" y="494764"/>
                    <a:pt x="177869" y="495059"/>
                  </a:cubicBezTo>
                  <a:cubicBezTo>
                    <a:pt x="184894" y="495295"/>
                    <a:pt x="192038" y="495413"/>
                    <a:pt x="199240" y="495413"/>
                  </a:cubicBezTo>
                  <a:cubicBezTo>
                    <a:pt x="206442" y="495413"/>
                    <a:pt x="213585" y="495295"/>
                    <a:pt x="220610" y="495059"/>
                  </a:cubicBezTo>
                  <a:cubicBezTo>
                    <a:pt x="227635" y="494823"/>
                    <a:pt x="234542" y="494469"/>
                    <a:pt x="241331" y="493938"/>
                  </a:cubicBezTo>
                  <a:cubicBezTo>
                    <a:pt x="258333" y="492698"/>
                    <a:pt x="274567" y="490809"/>
                    <a:pt x="289798" y="488270"/>
                  </a:cubicBezTo>
                  <a:cubicBezTo>
                    <a:pt x="359812" y="476523"/>
                    <a:pt x="398480" y="451610"/>
                    <a:pt x="398480" y="422802"/>
                  </a:cubicBezTo>
                  <a:lnTo>
                    <a:pt x="398480" y="72671"/>
                  </a:lnTo>
                  <a:cubicBezTo>
                    <a:pt x="398480" y="32528"/>
                    <a:pt x="314592" y="0"/>
                    <a:pt x="199240" y="0"/>
                  </a:cubicBezTo>
                  <a:close/>
                </a:path>
              </a:pathLst>
            </a:custGeom>
            <a:noFill/>
            <a:ln w="23432"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39" name="Freeform 238">
              <a:extLst>
                <a:ext uri="{FF2B5EF4-FFF2-40B4-BE49-F238E27FC236}">
                  <a16:creationId xmlns:a16="http://schemas.microsoft.com/office/drawing/2014/main" id="{E57649F9-1D1F-6010-124C-E25A1D53F822}"/>
                </a:ext>
              </a:extLst>
            </p:cNvPr>
            <p:cNvSpPr/>
            <p:nvPr/>
          </p:nvSpPr>
          <p:spPr>
            <a:xfrm>
              <a:off x="868359" y="3704902"/>
              <a:ext cx="354204" cy="354204"/>
            </a:xfrm>
            <a:custGeom>
              <a:avLst/>
              <a:gdLst>
                <a:gd name="connsiteX0" fmla="*/ 0 w 354204"/>
                <a:gd name="connsiteY0" fmla="*/ 79696 h 354204"/>
                <a:gd name="connsiteX1" fmla="*/ 0 w 354204"/>
                <a:gd name="connsiteY1" fmla="*/ 18832 h 354204"/>
                <a:gd name="connsiteX2" fmla="*/ 18832 w 354204"/>
                <a:gd name="connsiteY2" fmla="*/ 0 h 354204"/>
                <a:gd name="connsiteX3" fmla="*/ 335372 w 354204"/>
                <a:gd name="connsiteY3" fmla="*/ 0 h 354204"/>
                <a:gd name="connsiteX4" fmla="*/ 354204 w 354204"/>
                <a:gd name="connsiteY4" fmla="*/ 18832 h 354204"/>
                <a:gd name="connsiteX5" fmla="*/ 354204 w 354204"/>
                <a:gd name="connsiteY5" fmla="*/ 335372 h 354204"/>
                <a:gd name="connsiteX6" fmla="*/ 335372 w 354204"/>
                <a:gd name="connsiteY6" fmla="*/ 354204 h 354204"/>
                <a:gd name="connsiteX7" fmla="*/ 168247 w 354204"/>
                <a:gd name="connsiteY7" fmla="*/ 354204 h 354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4204" h="354204">
                  <a:moveTo>
                    <a:pt x="0" y="79696"/>
                  </a:moveTo>
                  <a:lnTo>
                    <a:pt x="0" y="18832"/>
                  </a:lnTo>
                  <a:cubicBezTo>
                    <a:pt x="0" y="8442"/>
                    <a:pt x="8442" y="0"/>
                    <a:pt x="18832" y="0"/>
                  </a:cubicBezTo>
                  <a:lnTo>
                    <a:pt x="335372" y="0"/>
                  </a:lnTo>
                  <a:cubicBezTo>
                    <a:pt x="345762" y="0"/>
                    <a:pt x="354204" y="8442"/>
                    <a:pt x="354204" y="18832"/>
                  </a:cubicBezTo>
                  <a:lnTo>
                    <a:pt x="354204" y="335372"/>
                  </a:lnTo>
                  <a:cubicBezTo>
                    <a:pt x="354204" y="345762"/>
                    <a:pt x="345762" y="354204"/>
                    <a:pt x="335372" y="354204"/>
                  </a:cubicBezTo>
                  <a:lnTo>
                    <a:pt x="168247" y="354204"/>
                  </a:lnTo>
                </a:path>
              </a:pathLst>
            </a:custGeom>
            <a:noFill/>
            <a:ln w="23432"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pic>
        <p:nvPicPr>
          <p:cNvPr id="190" name="Graphic 189">
            <a:extLst>
              <a:ext uri="{FF2B5EF4-FFF2-40B4-BE49-F238E27FC236}">
                <a16:creationId xmlns:a16="http://schemas.microsoft.com/office/drawing/2014/main" id="{A218755F-322C-642B-3D91-6C94FD50CDF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18125" y="5088267"/>
            <a:ext cx="988057" cy="988057"/>
          </a:xfrm>
          <a:prstGeom prst="rect">
            <a:avLst/>
          </a:prstGeom>
        </p:spPr>
      </p:pic>
      <p:grpSp>
        <p:nvGrpSpPr>
          <p:cNvPr id="215" name="Group 214">
            <a:extLst>
              <a:ext uri="{FF2B5EF4-FFF2-40B4-BE49-F238E27FC236}">
                <a16:creationId xmlns:a16="http://schemas.microsoft.com/office/drawing/2014/main" id="{2E5A5FE5-06FF-EEAA-BF1A-7DE959760237}"/>
              </a:ext>
            </a:extLst>
          </p:cNvPr>
          <p:cNvGrpSpPr/>
          <p:nvPr/>
        </p:nvGrpSpPr>
        <p:grpSpPr>
          <a:xfrm>
            <a:off x="491229" y="5383990"/>
            <a:ext cx="977570" cy="496032"/>
            <a:chOff x="491229" y="5383990"/>
            <a:chExt cx="977570" cy="496032"/>
          </a:xfrm>
        </p:grpSpPr>
        <p:grpSp>
          <p:nvGrpSpPr>
            <p:cNvPr id="142" name="Graphic 226">
              <a:extLst>
                <a:ext uri="{FF2B5EF4-FFF2-40B4-BE49-F238E27FC236}">
                  <a16:creationId xmlns:a16="http://schemas.microsoft.com/office/drawing/2014/main" id="{402B3011-418D-B93E-6DD1-057799486192}"/>
                </a:ext>
              </a:extLst>
            </p:cNvPr>
            <p:cNvGrpSpPr/>
            <p:nvPr/>
          </p:nvGrpSpPr>
          <p:grpSpPr>
            <a:xfrm>
              <a:off x="491229" y="5383990"/>
              <a:ext cx="494129" cy="496032"/>
              <a:chOff x="8244296" y="2539059"/>
              <a:chExt cx="494129" cy="496032"/>
            </a:xfrm>
            <a:noFill/>
          </p:grpSpPr>
          <p:grpSp>
            <p:nvGrpSpPr>
              <p:cNvPr id="156" name="Graphic 226">
                <a:extLst>
                  <a:ext uri="{FF2B5EF4-FFF2-40B4-BE49-F238E27FC236}">
                    <a16:creationId xmlns:a16="http://schemas.microsoft.com/office/drawing/2014/main" id="{42CDAA60-883A-2902-FCE3-F682541BC7EA}"/>
                  </a:ext>
                </a:extLst>
              </p:cNvPr>
              <p:cNvGrpSpPr/>
              <p:nvPr/>
            </p:nvGrpSpPr>
            <p:grpSpPr>
              <a:xfrm>
                <a:off x="8244296" y="2539059"/>
                <a:ext cx="494129" cy="496032"/>
                <a:chOff x="8244296" y="2539059"/>
                <a:chExt cx="494129" cy="496032"/>
              </a:xfrm>
              <a:noFill/>
            </p:grpSpPr>
            <p:grpSp>
              <p:nvGrpSpPr>
                <p:cNvPr id="162" name="Graphic 226">
                  <a:extLst>
                    <a:ext uri="{FF2B5EF4-FFF2-40B4-BE49-F238E27FC236}">
                      <a16:creationId xmlns:a16="http://schemas.microsoft.com/office/drawing/2014/main" id="{C97BDF4D-E183-A6AC-D69E-E3A81E835022}"/>
                    </a:ext>
                  </a:extLst>
                </p:cNvPr>
                <p:cNvGrpSpPr/>
                <p:nvPr/>
              </p:nvGrpSpPr>
              <p:grpSpPr>
                <a:xfrm>
                  <a:off x="8244296" y="2539059"/>
                  <a:ext cx="494129" cy="496032"/>
                  <a:chOff x="8244296" y="2539059"/>
                  <a:chExt cx="494129" cy="496032"/>
                </a:xfrm>
                <a:noFill/>
              </p:grpSpPr>
              <p:sp>
                <p:nvSpPr>
                  <p:cNvPr id="164" name="Freeform 163">
                    <a:extLst>
                      <a:ext uri="{FF2B5EF4-FFF2-40B4-BE49-F238E27FC236}">
                        <a16:creationId xmlns:a16="http://schemas.microsoft.com/office/drawing/2014/main" id="{03662D5C-0F5C-37FC-1BC0-49025FC3C097}"/>
                      </a:ext>
                    </a:extLst>
                  </p:cNvPr>
                  <p:cNvSpPr/>
                  <p:nvPr/>
                </p:nvSpPr>
                <p:spPr>
                  <a:xfrm>
                    <a:off x="8244296" y="2569506"/>
                    <a:ext cx="128131" cy="211226"/>
                  </a:xfrm>
                  <a:custGeom>
                    <a:avLst/>
                    <a:gdLst>
                      <a:gd name="connsiteX0" fmla="*/ 0 w 128131"/>
                      <a:gd name="connsiteY0" fmla="*/ 211226 h 211226"/>
                      <a:gd name="connsiteX1" fmla="*/ 0 w 128131"/>
                      <a:gd name="connsiteY1" fmla="*/ 152235 h 211226"/>
                      <a:gd name="connsiteX2" fmla="*/ 65334 w 128131"/>
                      <a:gd name="connsiteY2" fmla="*/ 114176 h 211226"/>
                      <a:gd name="connsiteX3" fmla="*/ 65334 w 128131"/>
                      <a:gd name="connsiteY3" fmla="*/ 32350 h 211226"/>
                      <a:gd name="connsiteX4" fmla="*/ 128131 w 128131"/>
                      <a:gd name="connsiteY4" fmla="*/ 0 h 2112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131" h="211226">
                        <a:moveTo>
                          <a:pt x="0" y="211226"/>
                        </a:moveTo>
                        <a:lnTo>
                          <a:pt x="0" y="152235"/>
                        </a:lnTo>
                        <a:lnTo>
                          <a:pt x="65334" y="114176"/>
                        </a:lnTo>
                        <a:lnTo>
                          <a:pt x="65334" y="32350"/>
                        </a:lnTo>
                        <a:lnTo>
                          <a:pt x="128131" y="0"/>
                        </a:ln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65" name="Freeform 164">
                    <a:extLst>
                      <a:ext uri="{FF2B5EF4-FFF2-40B4-BE49-F238E27FC236}">
                        <a16:creationId xmlns:a16="http://schemas.microsoft.com/office/drawing/2014/main" id="{7C481649-0496-4840-D13E-26785CA82153}"/>
                      </a:ext>
                    </a:extLst>
                  </p:cNvPr>
                  <p:cNvSpPr/>
                  <p:nvPr/>
                </p:nvSpPr>
                <p:spPr>
                  <a:xfrm>
                    <a:off x="8244296" y="2780732"/>
                    <a:ext cx="124325" cy="213763"/>
                  </a:xfrm>
                  <a:custGeom>
                    <a:avLst/>
                    <a:gdLst>
                      <a:gd name="connsiteX0" fmla="*/ 124325 w 124325"/>
                      <a:gd name="connsiteY0" fmla="*/ 213763 h 213763"/>
                      <a:gd name="connsiteX1" fmla="*/ 64066 w 124325"/>
                      <a:gd name="connsiteY1" fmla="*/ 176973 h 213763"/>
                      <a:gd name="connsiteX2" fmla="*/ 64066 w 124325"/>
                      <a:gd name="connsiteY2" fmla="*/ 101490 h 213763"/>
                      <a:gd name="connsiteX3" fmla="*/ 0 w 124325"/>
                      <a:gd name="connsiteY3" fmla="*/ 60894 h 213763"/>
                      <a:gd name="connsiteX4" fmla="*/ 0 w 124325"/>
                      <a:gd name="connsiteY4" fmla="*/ 0 h 21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25" h="213763">
                        <a:moveTo>
                          <a:pt x="124325" y="213763"/>
                        </a:moveTo>
                        <a:lnTo>
                          <a:pt x="64066" y="176973"/>
                        </a:lnTo>
                        <a:lnTo>
                          <a:pt x="64066" y="101490"/>
                        </a:lnTo>
                        <a:lnTo>
                          <a:pt x="0" y="60894"/>
                        </a:lnTo>
                        <a:lnTo>
                          <a:pt x="0" y="0"/>
                        </a:ln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66" name="Freeform 165">
                    <a:extLst>
                      <a:ext uri="{FF2B5EF4-FFF2-40B4-BE49-F238E27FC236}">
                        <a16:creationId xmlns:a16="http://schemas.microsoft.com/office/drawing/2014/main" id="{60D94413-5AD6-A967-27CB-AA31B6DDA708}"/>
                      </a:ext>
                    </a:extLst>
                  </p:cNvPr>
                  <p:cNvSpPr/>
                  <p:nvPr/>
                </p:nvSpPr>
                <p:spPr>
                  <a:xfrm>
                    <a:off x="8359741" y="2539059"/>
                    <a:ext cx="378684" cy="496032"/>
                  </a:xfrm>
                  <a:custGeom>
                    <a:avLst/>
                    <a:gdLst>
                      <a:gd name="connsiteX0" fmla="*/ 12686 w 378684"/>
                      <a:gd name="connsiteY0" fmla="*/ 30447 h 496032"/>
                      <a:gd name="connsiteX1" fmla="*/ 72946 w 378684"/>
                      <a:gd name="connsiteY1" fmla="*/ 0 h 496032"/>
                      <a:gd name="connsiteX2" fmla="*/ 131937 w 378684"/>
                      <a:gd name="connsiteY2" fmla="*/ 28544 h 496032"/>
                      <a:gd name="connsiteX3" fmla="*/ 190928 w 378684"/>
                      <a:gd name="connsiteY3" fmla="*/ 0 h 496032"/>
                      <a:gd name="connsiteX4" fmla="*/ 251188 w 378684"/>
                      <a:gd name="connsiteY4" fmla="*/ 30447 h 496032"/>
                      <a:gd name="connsiteX5" fmla="*/ 251188 w 378684"/>
                      <a:gd name="connsiteY5" fmla="*/ 30447 h 496032"/>
                      <a:gd name="connsiteX6" fmla="*/ 313985 w 378684"/>
                      <a:gd name="connsiteY6" fmla="*/ 62797 h 496032"/>
                      <a:gd name="connsiteX7" fmla="*/ 313985 w 378684"/>
                      <a:gd name="connsiteY7" fmla="*/ 105296 h 496032"/>
                      <a:gd name="connsiteX8" fmla="*/ 248651 w 378684"/>
                      <a:gd name="connsiteY8" fmla="*/ 105296 h 496032"/>
                      <a:gd name="connsiteX9" fmla="*/ 313985 w 378684"/>
                      <a:gd name="connsiteY9" fmla="*/ 105296 h 496032"/>
                      <a:gd name="connsiteX10" fmla="*/ 313985 w 378684"/>
                      <a:gd name="connsiteY10" fmla="*/ 144623 h 496032"/>
                      <a:gd name="connsiteX11" fmla="*/ 313985 w 378684"/>
                      <a:gd name="connsiteY11" fmla="*/ 144623 h 496032"/>
                      <a:gd name="connsiteX12" fmla="*/ 378685 w 378684"/>
                      <a:gd name="connsiteY12" fmla="*/ 182682 h 496032"/>
                      <a:gd name="connsiteX13" fmla="*/ 378685 w 378684"/>
                      <a:gd name="connsiteY13" fmla="*/ 303201 h 496032"/>
                      <a:gd name="connsiteX14" fmla="*/ 293052 w 378684"/>
                      <a:gd name="connsiteY14" fmla="*/ 244845 h 496032"/>
                      <a:gd name="connsiteX15" fmla="*/ 378685 w 378684"/>
                      <a:gd name="connsiteY15" fmla="*/ 303201 h 496032"/>
                      <a:gd name="connsiteX16" fmla="*/ 315253 w 378684"/>
                      <a:gd name="connsiteY16" fmla="*/ 343163 h 496032"/>
                      <a:gd name="connsiteX17" fmla="*/ 315253 w 378684"/>
                      <a:gd name="connsiteY17" fmla="*/ 343163 h 496032"/>
                      <a:gd name="connsiteX18" fmla="*/ 315253 w 378684"/>
                      <a:gd name="connsiteY18" fmla="*/ 418646 h 496032"/>
                      <a:gd name="connsiteX19" fmla="*/ 254994 w 378684"/>
                      <a:gd name="connsiteY19" fmla="*/ 455436 h 496032"/>
                      <a:gd name="connsiteX20" fmla="*/ 254994 w 378684"/>
                      <a:gd name="connsiteY20" fmla="*/ 455436 h 496032"/>
                      <a:gd name="connsiteX21" fmla="*/ 190928 w 378684"/>
                      <a:gd name="connsiteY21" fmla="*/ 496032 h 496032"/>
                      <a:gd name="connsiteX22" fmla="*/ 131937 w 378684"/>
                      <a:gd name="connsiteY22" fmla="*/ 467488 h 496032"/>
                      <a:gd name="connsiteX23" fmla="*/ 72946 w 378684"/>
                      <a:gd name="connsiteY23" fmla="*/ 496032 h 496032"/>
                      <a:gd name="connsiteX24" fmla="*/ 0 w 378684"/>
                      <a:gd name="connsiteY24" fmla="*/ 449728 h 496032"/>
                      <a:gd name="connsiteX25" fmla="*/ 76118 w 378684"/>
                      <a:gd name="connsiteY25" fmla="*/ 411669 h 496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8684" h="496032">
                        <a:moveTo>
                          <a:pt x="12686" y="30447"/>
                        </a:moveTo>
                        <a:lnTo>
                          <a:pt x="72946" y="0"/>
                        </a:lnTo>
                        <a:lnTo>
                          <a:pt x="131937" y="28544"/>
                        </a:lnTo>
                        <a:lnTo>
                          <a:pt x="190928" y="0"/>
                        </a:lnTo>
                        <a:lnTo>
                          <a:pt x="251188" y="30447"/>
                        </a:lnTo>
                        <a:lnTo>
                          <a:pt x="251188" y="30447"/>
                        </a:lnTo>
                        <a:lnTo>
                          <a:pt x="313985" y="62797"/>
                        </a:lnTo>
                        <a:lnTo>
                          <a:pt x="313985" y="105296"/>
                        </a:lnTo>
                        <a:lnTo>
                          <a:pt x="248651" y="105296"/>
                        </a:lnTo>
                        <a:lnTo>
                          <a:pt x="313985" y="105296"/>
                        </a:lnTo>
                        <a:lnTo>
                          <a:pt x="313985" y="144623"/>
                        </a:lnTo>
                        <a:lnTo>
                          <a:pt x="313985" y="144623"/>
                        </a:lnTo>
                        <a:lnTo>
                          <a:pt x="378685" y="182682"/>
                        </a:lnTo>
                        <a:lnTo>
                          <a:pt x="378685" y="303201"/>
                        </a:lnTo>
                        <a:lnTo>
                          <a:pt x="293052" y="244845"/>
                        </a:lnTo>
                        <a:lnTo>
                          <a:pt x="378685" y="303201"/>
                        </a:lnTo>
                        <a:lnTo>
                          <a:pt x="315253" y="343163"/>
                        </a:lnTo>
                        <a:lnTo>
                          <a:pt x="315253" y="343163"/>
                        </a:lnTo>
                        <a:lnTo>
                          <a:pt x="315253" y="418646"/>
                        </a:lnTo>
                        <a:lnTo>
                          <a:pt x="254994" y="455436"/>
                        </a:lnTo>
                        <a:lnTo>
                          <a:pt x="254994" y="455436"/>
                        </a:lnTo>
                        <a:lnTo>
                          <a:pt x="190928" y="496032"/>
                        </a:lnTo>
                        <a:lnTo>
                          <a:pt x="131937" y="467488"/>
                        </a:lnTo>
                        <a:lnTo>
                          <a:pt x="72946" y="496032"/>
                        </a:lnTo>
                        <a:lnTo>
                          <a:pt x="0" y="449728"/>
                        </a:lnTo>
                        <a:lnTo>
                          <a:pt x="76118" y="411669"/>
                        </a:ln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163" name="Freeform 162">
                  <a:extLst>
                    <a:ext uri="{FF2B5EF4-FFF2-40B4-BE49-F238E27FC236}">
                      <a16:creationId xmlns:a16="http://schemas.microsoft.com/office/drawing/2014/main" id="{FF209B63-05A7-D674-30B9-4654B7F19657}"/>
                    </a:ext>
                  </a:extLst>
                </p:cNvPr>
                <p:cNvSpPr/>
                <p:nvPr/>
              </p:nvSpPr>
              <p:spPr>
                <a:xfrm>
                  <a:off x="8537983" y="2606931"/>
                  <a:ext cx="119904" cy="329208"/>
                </a:xfrm>
                <a:custGeom>
                  <a:avLst/>
                  <a:gdLst>
                    <a:gd name="connsiteX0" fmla="*/ 67237 w 119904"/>
                    <a:gd name="connsiteY0" fmla="*/ 33619 h 329208"/>
                    <a:gd name="connsiteX1" fmla="*/ 33619 w 119904"/>
                    <a:gd name="connsiteY1" fmla="*/ 67237 h 329208"/>
                    <a:gd name="connsiteX2" fmla="*/ 0 w 119904"/>
                    <a:gd name="connsiteY2" fmla="*/ 33619 h 329208"/>
                    <a:gd name="connsiteX3" fmla="*/ 33619 w 119904"/>
                    <a:gd name="connsiteY3" fmla="*/ 0 h 329208"/>
                    <a:gd name="connsiteX4" fmla="*/ 67237 w 119904"/>
                    <a:gd name="connsiteY4" fmla="*/ 33619 h 329208"/>
                    <a:gd name="connsiteX5" fmla="*/ 86266 w 119904"/>
                    <a:gd name="connsiteY5" fmla="*/ 123057 h 329208"/>
                    <a:gd name="connsiteX6" fmla="*/ 52648 w 119904"/>
                    <a:gd name="connsiteY6" fmla="*/ 156675 h 329208"/>
                    <a:gd name="connsiteX7" fmla="*/ 86266 w 119904"/>
                    <a:gd name="connsiteY7" fmla="*/ 190294 h 329208"/>
                    <a:gd name="connsiteX8" fmla="*/ 119885 w 119904"/>
                    <a:gd name="connsiteY8" fmla="*/ 156675 h 329208"/>
                    <a:gd name="connsiteX9" fmla="*/ 86266 w 119904"/>
                    <a:gd name="connsiteY9" fmla="*/ 123057 h 329208"/>
                    <a:gd name="connsiteX10" fmla="*/ 38693 w 119904"/>
                    <a:gd name="connsiteY10" fmla="*/ 261971 h 329208"/>
                    <a:gd name="connsiteX11" fmla="*/ 5074 w 119904"/>
                    <a:gd name="connsiteY11" fmla="*/ 295590 h 329208"/>
                    <a:gd name="connsiteX12" fmla="*/ 38693 w 119904"/>
                    <a:gd name="connsiteY12" fmla="*/ 329208 h 329208"/>
                    <a:gd name="connsiteX13" fmla="*/ 72312 w 119904"/>
                    <a:gd name="connsiteY13" fmla="*/ 295590 h 329208"/>
                    <a:gd name="connsiteX14" fmla="*/ 38693 w 119904"/>
                    <a:gd name="connsiteY14" fmla="*/ 261971 h 329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9904" h="329208">
                      <a:moveTo>
                        <a:pt x="67237" y="33619"/>
                      </a:moveTo>
                      <a:cubicBezTo>
                        <a:pt x="67237" y="52014"/>
                        <a:pt x="52014" y="67237"/>
                        <a:pt x="33619" y="67237"/>
                      </a:cubicBezTo>
                      <a:cubicBezTo>
                        <a:pt x="15223" y="67237"/>
                        <a:pt x="0" y="52014"/>
                        <a:pt x="0" y="33619"/>
                      </a:cubicBezTo>
                      <a:cubicBezTo>
                        <a:pt x="0" y="15224"/>
                        <a:pt x="15223" y="0"/>
                        <a:pt x="33619" y="0"/>
                      </a:cubicBezTo>
                      <a:cubicBezTo>
                        <a:pt x="52014" y="0"/>
                        <a:pt x="67237" y="15224"/>
                        <a:pt x="67237" y="33619"/>
                      </a:cubicBezTo>
                      <a:close/>
                      <a:moveTo>
                        <a:pt x="86266" y="123057"/>
                      </a:moveTo>
                      <a:cubicBezTo>
                        <a:pt x="67871" y="123057"/>
                        <a:pt x="52648" y="138280"/>
                        <a:pt x="52648" y="156675"/>
                      </a:cubicBezTo>
                      <a:cubicBezTo>
                        <a:pt x="52648" y="175070"/>
                        <a:pt x="67871" y="190294"/>
                        <a:pt x="86266" y="190294"/>
                      </a:cubicBezTo>
                      <a:cubicBezTo>
                        <a:pt x="104662" y="190294"/>
                        <a:pt x="119885" y="175070"/>
                        <a:pt x="119885" y="156675"/>
                      </a:cubicBezTo>
                      <a:cubicBezTo>
                        <a:pt x="120519" y="138280"/>
                        <a:pt x="105296" y="123057"/>
                        <a:pt x="86266" y="123057"/>
                      </a:cubicBezTo>
                      <a:close/>
                      <a:moveTo>
                        <a:pt x="38693" y="261971"/>
                      </a:moveTo>
                      <a:cubicBezTo>
                        <a:pt x="20298" y="261971"/>
                        <a:pt x="5074" y="277195"/>
                        <a:pt x="5074" y="295590"/>
                      </a:cubicBezTo>
                      <a:cubicBezTo>
                        <a:pt x="5074" y="313985"/>
                        <a:pt x="20298" y="329208"/>
                        <a:pt x="38693" y="329208"/>
                      </a:cubicBezTo>
                      <a:cubicBezTo>
                        <a:pt x="57088" y="329208"/>
                        <a:pt x="72312" y="313985"/>
                        <a:pt x="72312" y="295590"/>
                      </a:cubicBezTo>
                      <a:cubicBezTo>
                        <a:pt x="72312" y="277195"/>
                        <a:pt x="57722" y="261971"/>
                        <a:pt x="38693" y="261971"/>
                      </a:cubicBezTo>
                      <a:close/>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157" name="Freeform 156">
                <a:extLst>
                  <a:ext uri="{FF2B5EF4-FFF2-40B4-BE49-F238E27FC236}">
                    <a16:creationId xmlns:a16="http://schemas.microsoft.com/office/drawing/2014/main" id="{1C3360D3-C5AE-887F-4150-FFE53542F704}"/>
                  </a:ext>
                </a:extLst>
              </p:cNvPr>
              <p:cNvSpPr/>
              <p:nvPr/>
            </p:nvSpPr>
            <p:spPr>
              <a:xfrm>
                <a:off x="8579213" y="2936773"/>
                <a:ext cx="6343" cy="76751"/>
              </a:xfrm>
              <a:custGeom>
                <a:avLst/>
                <a:gdLst>
                  <a:gd name="connsiteX0" fmla="*/ 0 w 6343"/>
                  <a:gd name="connsiteY0" fmla="*/ 0 h 76751"/>
                  <a:gd name="connsiteX1" fmla="*/ 0 w 6343"/>
                  <a:gd name="connsiteY1" fmla="*/ 76752 h 76751"/>
                </a:gdLst>
                <a:ahLst/>
                <a:cxnLst>
                  <a:cxn ang="0">
                    <a:pos x="connsiteX0" y="connsiteY0"/>
                  </a:cxn>
                  <a:cxn ang="0">
                    <a:pos x="connsiteX1" y="connsiteY1"/>
                  </a:cxn>
                </a:cxnLst>
                <a:rect l="l" t="t" r="r" b="b"/>
                <a:pathLst>
                  <a:path w="6343" h="76751">
                    <a:moveTo>
                      <a:pt x="0" y="0"/>
                    </a:moveTo>
                    <a:lnTo>
                      <a:pt x="0" y="76752"/>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58" name="Freeform 157">
                <a:extLst>
                  <a:ext uri="{FF2B5EF4-FFF2-40B4-BE49-F238E27FC236}">
                    <a16:creationId xmlns:a16="http://schemas.microsoft.com/office/drawing/2014/main" id="{3881B0FE-09BB-7C9D-CCCC-C9BC8394159E}"/>
                  </a:ext>
                </a:extLst>
              </p:cNvPr>
              <p:cNvSpPr/>
              <p:nvPr/>
            </p:nvSpPr>
            <p:spPr>
              <a:xfrm>
                <a:off x="8373696" y="2574581"/>
                <a:ext cx="6343" cy="81191"/>
              </a:xfrm>
              <a:custGeom>
                <a:avLst/>
                <a:gdLst>
                  <a:gd name="connsiteX0" fmla="*/ 0 w 6343"/>
                  <a:gd name="connsiteY0" fmla="*/ 0 h 81191"/>
                  <a:gd name="connsiteX1" fmla="*/ 0 w 6343"/>
                  <a:gd name="connsiteY1" fmla="*/ 81192 h 81191"/>
                </a:gdLst>
                <a:ahLst/>
                <a:cxnLst>
                  <a:cxn ang="0">
                    <a:pos x="connsiteX0" y="connsiteY0"/>
                  </a:cxn>
                  <a:cxn ang="0">
                    <a:pos x="connsiteX1" y="connsiteY1"/>
                  </a:cxn>
                </a:cxnLst>
                <a:rect l="l" t="t" r="r" b="b"/>
                <a:pathLst>
                  <a:path w="6343" h="81191">
                    <a:moveTo>
                      <a:pt x="0" y="0"/>
                    </a:moveTo>
                    <a:lnTo>
                      <a:pt x="0" y="81192"/>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59" name="Freeform 158">
                <a:extLst>
                  <a:ext uri="{FF2B5EF4-FFF2-40B4-BE49-F238E27FC236}">
                    <a16:creationId xmlns:a16="http://schemas.microsoft.com/office/drawing/2014/main" id="{0F934A81-554E-23FC-3C63-80A83D0C255E}"/>
                  </a:ext>
                </a:extLst>
              </p:cNvPr>
              <p:cNvSpPr/>
              <p:nvPr/>
            </p:nvSpPr>
            <p:spPr>
              <a:xfrm>
                <a:off x="8255080" y="2708421"/>
                <a:ext cx="168727" cy="89438"/>
              </a:xfrm>
              <a:custGeom>
                <a:avLst/>
                <a:gdLst>
                  <a:gd name="connsiteX0" fmla="*/ 0 w 168727"/>
                  <a:gd name="connsiteY0" fmla="*/ 26007 h 89438"/>
                  <a:gd name="connsiteX1" fmla="*/ 111639 w 168727"/>
                  <a:gd name="connsiteY1" fmla="*/ 89438 h 89438"/>
                  <a:gd name="connsiteX2" fmla="*/ 168727 w 168727"/>
                  <a:gd name="connsiteY2" fmla="*/ 58357 h 89438"/>
                  <a:gd name="connsiteX3" fmla="*/ 168727 w 168727"/>
                  <a:gd name="connsiteY3" fmla="*/ 0 h 89438"/>
                </a:gdLst>
                <a:ahLst/>
                <a:cxnLst>
                  <a:cxn ang="0">
                    <a:pos x="connsiteX0" y="connsiteY0"/>
                  </a:cxn>
                  <a:cxn ang="0">
                    <a:pos x="connsiteX1" y="connsiteY1"/>
                  </a:cxn>
                  <a:cxn ang="0">
                    <a:pos x="connsiteX2" y="connsiteY2"/>
                  </a:cxn>
                  <a:cxn ang="0">
                    <a:pos x="connsiteX3" y="connsiteY3"/>
                  </a:cxn>
                </a:cxnLst>
                <a:rect l="l" t="t" r="r" b="b"/>
                <a:pathLst>
                  <a:path w="168727" h="89438">
                    <a:moveTo>
                      <a:pt x="0" y="26007"/>
                    </a:moveTo>
                    <a:lnTo>
                      <a:pt x="111639" y="89438"/>
                    </a:lnTo>
                    <a:lnTo>
                      <a:pt x="168727" y="58357"/>
                    </a:lnTo>
                    <a:lnTo>
                      <a:pt x="168727" y="0"/>
                    </a:ln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60" name="Freeform 159">
                <a:extLst>
                  <a:ext uri="{FF2B5EF4-FFF2-40B4-BE49-F238E27FC236}">
                    <a16:creationId xmlns:a16="http://schemas.microsoft.com/office/drawing/2014/main" id="{7138D412-6B00-1D88-5B8A-50332A1DAAE8}"/>
                  </a:ext>
                </a:extLst>
              </p:cNvPr>
              <p:cNvSpPr/>
              <p:nvPr/>
            </p:nvSpPr>
            <p:spPr>
              <a:xfrm>
                <a:off x="8367987" y="2795321"/>
                <a:ext cx="6343" cy="81192"/>
              </a:xfrm>
              <a:custGeom>
                <a:avLst/>
                <a:gdLst>
                  <a:gd name="connsiteX0" fmla="*/ 0 w 6343"/>
                  <a:gd name="connsiteY0" fmla="*/ 0 h 81192"/>
                  <a:gd name="connsiteX1" fmla="*/ 0 w 6343"/>
                  <a:gd name="connsiteY1" fmla="*/ 81192 h 81192"/>
                </a:gdLst>
                <a:ahLst/>
                <a:cxnLst>
                  <a:cxn ang="0">
                    <a:pos x="connsiteX0" y="connsiteY0"/>
                  </a:cxn>
                  <a:cxn ang="0">
                    <a:pos x="connsiteX1" y="connsiteY1"/>
                  </a:cxn>
                </a:cxnLst>
                <a:rect l="l" t="t" r="r" b="b"/>
                <a:pathLst>
                  <a:path w="6343" h="81192">
                    <a:moveTo>
                      <a:pt x="0" y="0"/>
                    </a:moveTo>
                    <a:lnTo>
                      <a:pt x="0" y="81192"/>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61" name="Freeform 160">
                <a:extLst>
                  <a:ext uri="{FF2B5EF4-FFF2-40B4-BE49-F238E27FC236}">
                    <a16:creationId xmlns:a16="http://schemas.microsoft.com/office/drawing/2014/main" id="{71F13F14-8892-0A03-DAA1-E0029533A092}"/>
                  </a:ext>
                </a:extLst>
              </p:cNvPr>
              <p:cNvSpPr/>
              <p:nvPr/>
            </p:nvSpPr>
            <p:spPr>
              <a:xfrm>
                <a:off x="8487872" y="2561260"/>
                <a:ext cx="6343" cy="440212"/>
              </a:xfrm>
              <a:custGeom>
                <a:avLst/>
                <a:gdLst>
                  <a:gd name="connsiteX0" fmla="*/ 0 w 6343"/>
                  <a:gd name="connsiteY0" fmla="*/ 0 h 440212"/>
                  <a:gd name="connsiteX1" fmla="*/ 0 w 6343"/>
                  <a:gd name="connsiteY1" fmla="*/ 440213 h 440212"/>
                </a:gdLst>
                <a:ahLst/>
                <a:cxnLst>
                  <a:cxn ang="0">
                    <a:pos x="connsiteX0" y="connsiteY0"/>
                  </a:cxn>
                  <a:cxn ang="0">
                    <a:pos x="connsiteX1" y="connsiteY1"/>
                  </a:cxn>
                </a:cxnLst>
                <a:rect l="l" t="t" r="r" b="b"/>
                <a:pathLst>
                  <a:path w="6343" h="440212">
                    <a:moveTo>
                      <a:pt x="0" y="0"/>
                    </a:moveTo>
                    <a:lnTo>
                      <a:pt x="0" y="440213"/>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143" name="Freeform 142">
              <a:extLst>
                <a:ext uri="{FF2B5EF4-FFF2-40B4-BE49-F238E27FC236}">
                  <a16:creationId xmlns:a16="http://schemas.microsoft.com/office/drawing/2014/main" id="{E92E3196-6A1C-4C4E-A888-D10D708B5469}"/>
                </a:ext>
              </a:extLst>
            </p:cNvPr>
            <p:cNvSpPr/>
            <p:nvPr/>
          </p:nvSpPr>
          <p:spPr>
            <a:xfrm rot="10800000">
              <a:off x="1010658" y="5621346"/>
              <a:ext cx="178876" cy="6343"/>
            </a:xfrm>
            <a:custGeom>
              <a:avLst/>
              <a:gdLst>
                <a:gd name="connsiteX0" fmla="*/ 0 w 178876"/>
                <a:gd name="connsiteY0" fmla="*/ 0 h 6343"/>
                <a:gd name="connsiteX1" fmla="*/ 178876 w 178876"/>
                <a:gd name="connsiteY1" fmla="*/ 0 h 6343"/>
              </a:gdLst>
              <a:ahLst/>
              <a:cxnLst>
                <a:cxn ang="0">
                  <a:pos x="connsiteX0" y="connsiteY0"/>
                </a:cxn>
                <a:cxn ang="0">
                  <a:pos x="connsiteX1" y="connsiteY1"/>
                </a:cxn>
              </a:cxnLst>
              <a:rect l="l" t="t" r="r" b="b"/>
              <a:pathLst>
                <a:path w="178876" h="6343">
                  <a:moveTo>
                    <a:pt x="0" y="0"/>
                  </a:moveTo>
                  <a:lnTo>
                    <a:pt x="178876" y="0"/>
                  </a:lnTo>
                </a:path>
              </a:pathLst>
            </a:custGeom>
            <a:ln w="25337" cap="flat">
              <a:solidFill>
                <a:srgbClr val="232F3E"/>
              </a:solidFill>
              <a:prstDash val="solid"/>
              <a:round/>
              <a:headEnd type="triangle"/>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91" name="Graphic 226">
              <a:extLst>
                <a:ext uri="{FF2B5EF4-FFF2-40B4-BE49-F238E27FC236}">
                  <a16:creationId xmlns:a16="http://schemas.microsoft.com/office/drawing/2014/main" id="{8EFC9F66-D4BD-98EF-7A54-EA54A5DB4CF5}"/>
                </a:ext>
              </a:extLst>
            </p:cNvPr>
            <p:cNvGrpSpPr/>
            <p:nvPr/>
          </p:nvGrpSpPr>
          <p:grpSpPr>
            <a:xfrm>
              <a:off x="1197766" y="5444274"/>
              <a:ext cx="271033" cy="344384"/>
              <a:chOff x="8244296" y="2539059"/>
              <a:chExt cx="494129" cy="496032"/>
            </a:xfrm>
            <a:noFill/>
          </p:grpSpPr>
          <p:grpSp>
            <p:nvGrpSpPr>
              <p:cNvPr id="192" name="Graphic 226">
                <a:extLst>
                  <a:ext uri="{FF2B5EF4-FFF2-40B4-BE49-F238E27FC236}">
                    <a16:creationId xmlns:a16="http://schemas.microsoft.com/office/drawing/2014/main" id="{B4673A40-52FD-6F72-09D5-7E99AD3A6BC0}"/>
                  </a:ext>
                </a:extLst>
              </p:cNvPr>
              <p:cNvGrpSpPr/>
              <p:nvPr/>
            </p:nvGrpSpPr>
            <p:grpSpPr>
              <a:xfrm>
                <a:off x="8244296" y="2539059"/>
                <a:ext cx="494129" cy="496032"/>
                <a:chOff x="8244296" y="2539059"/>
                <a:chExt cx="494129" cy="496032"/>
              </a:xfrm>
              <a:noFill/>
            </p:grpSpPr>
            <p:grpSp>
              <p:nvGrpSpPr>
                <p:cNvPr id="198" name="Graphic 226">
                  <a:extLst>
                    <a:ext uri="{FF2B5EF4-FFF2-40B4-BE49-F238E27FC236}">
                      <a16:creationId xmlns:a16="http://schemas.microsoft.com/office/drawing/2014/main" id="{835ECC83-60CD-5BBF-76A7-46A5A6D0674A}"/>
                    </a:ext>
                  </a:extLst>
                </p:cNvPr>
                <p:cNvGrpSpPr/>
                <p:nvPr/>
              </p:nvGrpSpPr>
              <p:grpSpPr>
                <a:xfrm>
                  <a:off x="8244296" y="2539059"/>
                  <a:ext cx="494129" cy="496032"/>
                  <a:chOff x="8244296" y="2539059"/>
                  <a:chExt cx="494129" cy="496032"/>
                </a:xfrm>
                <a:noFill/>
              </p:grpSpPr>
              <p:sp>
                <p:nvSpPr>
                  <p:cNvPr id="200" name="Freeform 199">
                    <a:extLst>
                      <a:ext uri="{FF2B5EF4-FFF2-40B4-BE49-F238E27FC236}">
                        <a16:creationId xmlns:a16="http://schemas.microsoft.com/office/drawing/2014/main" id="{304808AD-0BD1-796D-BC32-8BF82E5D24B2}"/>
                      </a:ext>
                    </a:extLst>
                  </p:cNvPr>
                  <p:cNvSpPr/>
                  <p:nvPr/>
                </p:nvSpPr>
                <p:spPr>
                  <a:xfrm>
                    <a:off x="8244296" y="2569506"/>
                    <a:ext cx="128131" cy="211226"/>
                  </a:xfrm>
                  <a:custGeom>
                    <a:avLst/>
                    <a:gdLst>
                      <a:gd name="connsiteX0" fmla="*/ 0 w 128131"/>
                      <a:gd name="connsiteY0" fmla="*/ 211226 h 211226"/>
                      <a:gd name="connsiteX1" fmla="*/ 0 w 128131"/>
                      <a:gd name="connsiteY1" fmla="*/ 152235 h 211226"/>
                      <a:gd name="connsiteX2" fmla="*/ 65334 w 128131"/>
                      <a:gd name="connsiteY2" fmla="*/ 114176 h 211226"/>
                      <a:gd name="connsiteX3" fmla="*/ 65334 w 128131"/>
                      <a:gd name="connsiteY3" fmla="*/ 32350 h 211226"/>
                      <a:gd name="connsiteX4" fmla="*/ 128131 w 128131"/>
                      <a:gd name="connsiteY4" fmla="*/ 0 h 2112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131" h="211226">
                        <a:moveTo>
                          <a:pt x="0" y="211226"/>
                        </a:moveTo>
                        <a:lnTo>
                          <a:pt x="0" y="152235"/>
                        </a:lnTo>
                        <a:lnTo>
                          <a:pt x="65334" y="114176"/>
                        </a:lnTo>
                        <a:lnTo>
                          <a:pt x="65334" y="32350"/>
                        </a:lnTo>
                        <a:lnTo>
                          <a:pt x="128131" y="0"/>
                        </a:ln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01" name="Freeform 200">
                    <a:extLst>
                      <a:ext uri="{FF2B5EF4-FFF2-40B4-BE49-F238E27FC236}">
                        <a16:creationId xmlns:a16="http://schemas.microsoft.com/office/drawing/2014/main" id="{7E06E094-C927-F78E-9BA9-6CF8E83FB3CC}"/>
                      </a:ext>
                    </a:extLst>
                  </p:cNvPr>
                  <p:cNvSpPr/>
                  <p:nvPr/>
                </p:nvSpPr>
                <p:spPr>
                  <a:xfrm>
                    <a:off x="8244296" y="2780732"/>
                    <a:ext cx="124325" cy="213763"/>
                  </a:xfrm>
                  <a:custGeom>
                    <a:avLst/>
                    <a:gdLst>
                      <a:gd name="connsiteX0" fmla="*/ 124325 w 124325"/>
                      <a:gd name="connsiteY0" fmla="*/ 213763 h 213763"/>
                      <a:gd name="connsiteX1" fmla="*/ 64066 w 124325"/>
                      <a:gd name="connsiteY1" fmla="*/ 176973 h 213763"/>
                      <a:gd name="connsiteX2" fmla="*/ 64066 w 124325"/>
                      <a:gd name="connsiteY2" fmla="*/ 101490 h 213763"/>
                      <a:gd name="connsiteX3" fmla="*/ 0 w 124325"/>
                      <a:gd name="connsiteY3" fmla="*/ 60894 h 213763"/>
                      <a:gd name="connsiteX4" fmla="*/ 0 w 124325"/>
                      <a:gd name="connsiteY4" fmla="*/ 0 h 21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25" h="213763">
                        <a:moveTo>
                          <a:pt x="124325" y="213763"/>
                        </a:moveTo>
                        <a:lnTo>
                          <a:pt x="64066" y="176973"/>
                        </a:lnTo>
                        <a:lnTo>
                          <a:pt x="64066" y="101490"/>
                        </a:lnTo>
                        <a:lnTo>
                          <a:pt x="0" y="60894"/>
                        </a:lnTo>
                        <a:lnTo>
                          <a:pt x="0" y="0"/>
                        </a:lnTo>
                      </a:path>
                    </a:pathLst>
                  </a:custGeom>
                  <a:noFill/>
                  <a:ln w="25337"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02" name="Freeform 201">
                    <a:extLst>
                      <a:ext uri="{FF2B5EF4-FFF2-40B4-BE49-F238E27FC236}">
                        <a16:creationId xmlns:a16="http://schemas.microsoft.com/office/drawing/2014/main" id="{83D38198-1F9B-FCF2-5D3E-2E8D94881210}"/>
                      </a:ext>
                    </a:extLst>
                  </p:cNvPr>
                  <p:cNvSpPr/>
                  <p:nvPr/>
                </p:nvSpPr>
                <p:spPr>
                  <a:xfrm>
                    <a:off x="8359741" y="2539059"/>
                    <a:ext cx="378684" cy="496032"/>
                  </a:xfrm>
                  <a:custGeom>
                    <a:avLst/>
                    <a:gdLst>
                      <a:gd name="connsiteX0" fmla="*/ 12686 w 378684"/>
                      <a:gd name="connsiteY0" fmla="*/ 30447 h 496032"/>
                      <a:gd name="connsiteX1" fmla="*/ 72946 w 378684"/>
                      <a:gd name="connsiteY1" fmla="*/ 0 h 496032"/>
                      <a:gd name="connsiteX2" fmla="*/ 131937 w 378684"/>
                      <a:gd name="connsiteY2" fmla="*/ 28544 h 496032"/>
                      <a:gd name="connsiteX3" fmla="*/ 190928 w 378684"/>
                      <a:gd name="connsiteY3" fmla="*/ 0 h 496032"/>
                      <a:gd name="connsiteX4" fmla="*/ 251188 w 378684"/>
                      <a:gd name="connsiteY4" fmla="*/ 30447 h 496032"/>
                      <a:gd name="connsiteX5" fmla="*/ 251188 w 378684"/>
                      <a:gd name="connsiteY5" fmla="*/ 30447 h 496032"/>
                      <a:gd name="connsiteX6" fmla="*/ 313985 w 378684"/>
                      <a:gd name="connsiteY6" fmla="*/ 62797 h 496032"/>
                      <a:gd name="connsiteX7" fmla="*/ 313985 w 378684"/>
                      <a:gd name="connsiteY7" fmla="*/ 105296 h 496032"/>
                      <a:gd name="connsiteX8" fmla="*/ 248651 w 378684"/>
                      <a:gd name="connsiteY8" fmla="*/ 105296 h 496032"/>
                      <a:gd name="connsiteX9" fmla="*/ 313985 w 378684"/>
                      <a:gd name="connsiteY9" fmla="*/ 105296 h 496032"/>
                      <a:gd name="connsiteX10" fmla="*/ 313985 w 378684"/>
                      <a:gd name="connsiteY10" fmla="*/ 144623 h 496032"/>
                      <a:gd name="connsiteX11" fmla="*/ 313985 w 378684"/>
                      <a:gd name="connsiteY11" fmla="*/ 144623 h 496032"/>
                      <a:gd name="connsiteX12" fmla="*/ 378685 w 378684"/>
                      <a:gd name="connsiteY12" fmla="*/ 182682 h 496032"/>
                      <a:gd name="connsiteX13" fmla="*/ 378685 w 378684"/>
                      <a:gd name="connsiteY13" fmla="*/ 303201 h 496032"/>
                      <a:gd name="connsiteX14" fmla="*/ 293052 w 378684"/>
                      <a:gd name="connsiteY14" fmla="*/ 244845 h 496032"/>
                      <a:gd name="connsiteX15" fmla="*/ 378685 w 378684"/>
                      <a:gd name="connsiteY15" fmla="*/ 303201 h 496032"/>
                      <a:gd name="connsiteX16" fmla="*/ 315253 w 378684"/>
                      <a:gd name="connsiteY16" fmla="*/ 343163 h 496032"/>
                      <a:gd name="connsiteX17" fmla="*/ 315253 w 378684"/>
                      <a:gd name="connsiteY17" fmla="*/ 343163 h 496032"/>
                      <a:gd name="connsiteX18" fmla="*/ 315253 w 378684"/>
                      <a:gd name="connsiteY18" fmla="*/ 418646 h 496032"/>
                      <a:gd name="connsiteX19" fmla="*/ 254994 w 378684"/>
                      <a:gd name="connsiteY19" fmla="*/ 455436 h 496032"/>
                      <a:gd name="connsiteX20" fmla="*/ 254994 w 378684"/>
                      <a:gd name="connsiteY20" fmla="*/ 455436 h 496032"/>
                      <a:gd name="connsiteX21" fmla="*/ 190928 w 378684"/>
                      <a:gd name="connsiteY21" fmla="*/ 496032 h 496032"/>
                      <a:gd name="connsiteX22" fmla="*/ 131937 w 378684"/>
                      <a:gd name="connsiteY22" fmla="*/ 467488 h 496032"/>
                      <a:gd name="connsiteX23" fmla="*/ 72946 w 378684"/>
                      <a:gd name="connsiteY23" fmla="*/ 496032 h 496032"/>
                      <a:gd name="connsiteX24" fmla="*/ 0 w 378684"/>
                      <a:gd name="connsiteY24" fmla="*/ 449728 h 496032"/>
                      <a:gd name="connsiteX25" fmla="*/ 76118 w 378684"/>
                      <a:gd name="connsiteY25" fmla="*/ 411669 h 496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8684" h="496032">
                        <a:moveTo>
                          <a:pt x="12686" y="30447"/>
                        </a:moveTo>
                        <a:lnTo>
                          <a:pt x="72946" y="0"/>
                        </a:lnTo>
                        <a:lnTo>
                          <a:pt x="131937" y="28544"/>
                        </a:lnTo>
                        <a:lnTo>
                          <a:pt x="190928" y="0"/>
                        </a:lnTo>
                        <a:lnTo>
                          <a:pt x="251188" y="30447"/>
                        </a:lnTo>
                        <a:lnTo>
                          <a:pt x="251188" y="30447"/>
                        </a:lnTo>
                        <a:lnTo>
                          <a:pt x="313985" y="62797"/>
                        </a:lnTo>
                        <a:lnTo>
                          <a:pt x="313985" y="105296"/>
                        </a:lnTo>
                        <a:lnTo>
                          <a:pt x="248651" y="105296"/>
                        </a:lnTo>
                        <a:lnTo>
                          <a:pt x="313985" y="105296"/>
                        </a:lnTo>
                        <a:lnTo>
                          <a:pt x="313985" y="144623"/>
                        </a:lnTo>
                        <a:lnTo>
                          <a:pt x="313985" y="144623"/>
                        </a:lnTo>
                        <a:lnTo>
                          <a:pt x="378685" y="182682"/>
                        </a:lnTo>
                        <a:lnTo>
                          <a:pt x="378685" y="303201"/>
                        </a:lnTo>
                        <a:lnTo>
                          <a:pt x="293052" y="244845"/>
                        </a:lnTo>
                        <a:lnTo>
                          <a:pt x="378685" y="303201"/>
                        </a:lnTo>
                        <a:lnTo>
                          <a:pt x="315253" y="343163"/>
                        </a:lnTo>
                        <a:lnTo>
                          <a:pt x="315253" y="343163"/>
                        </a:lnTo>
                        <a:lnTo>
                          <a:pt x="315253" y="418646"/>
                        </a:lnTo>
                        <a:lnTo>
                          <a:pt x="254994" y="455436"/>
                        </a:lnTo>
                        <a:lnTo>
                          <a:pt x="254994" y="455436"/>
                        </a:lnTo>
                        <a:lnTo>
                          <a:pt x="190928" y="496032"/>
                        </a:lnTo>
                        <a:lnTo>
                          <a:pt x="131937" y="467488"/>
                        </a:lnTo>
                        <a:lnTo>
                          <a:pt x="72946" y="496032"/>
                        </a:lnTo>
                        <a:lnTo>
                          <a:pt x="0" y="449728"/>
                        </a:lnTo>
                        <a:lnTo>
                          <a:pt x="76118" y="411669"/>
                        </a:lnTo>
                      </a:path>
                    </a:pathLst>
                  </a:custGeom>
                  <a:noFill/>
                  <a:ln w="25337"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199" name="Freeform 198">
                  <a:extLst>
                    <a:ext uri="{FF2B5EF4-FFF2-40B4-BE49-F238E27FC236}">
                      <a16:creationId xmlns:a16="http://schemas.microsoft.com/office/drawing/2014/main" id="{2A606457-7495-F123-BEB5-D7A238366C61}"/>
                    </a:ext>
                  </a:extLst>
                </p:cNvPr>
                <p:cNvSpPr/>
                <p:nvPr/>
              </p:nvSpPr>
              <p:spPr>
                <a:xfrm>
                  <a:off x="8537983" y="2606931"/>
                  <a:ext cx="119904" cy="329208"/>
                </a:xfrm>
                <a:custGeom>
                  <a:avLst/>
                  <a:gdLst>
                    <a:gd name="connsiteX0" fmla="*/ 67237 w 119904"/>
                    <a:gd name="connsiteY0" fmla="*/ 33619 h 329208"/>
                    <a:gd name="connsiteX1" fmla="*/ 33619 w 119904"/>
                    <a:gd name="connsiteY1" fmla="*/ 67237 h 329208"/>
                    <a:gd name="connsiteX2" fmla="*/ 0 w 119904"/>
                    <a:gd name="connsiteY2" fmla="*/ 33619 h 329208"/>
                    <a:gd name="connsiteX3" fmla="*/ 33619 w 119904"/>
                    <a:gd name="connsiteY3" fmla="*/ 0 h 329208"/>
                    <a:gd name="connsiteX4" fmla="*/ 67237 w 119904"/>
                    <a:gd name="connsiteY4" fmla="*/ 33619 h 329208"/>
                    <a:gd name="connsiteX5" fmla="*/ 86266 w 119904"/>
                    <a:gd name="connsiteY5" fmla="*/ 123057 h 329208"/>
                    <a:gd name="connsiteX6" fmla="*/ 52648 w 119904"/>
                    <a:gd name="connsiteY6" fmla="*/ 156675 h 329208"/>
                    <a:gd name="connsiteX7" fmla="*/ 86266 w 119904"/>
                    <a:gd name="connsiteY7" fmla="*/ 190294 h 329208"/>
                    <a:gd name="connsiteX8" fmla="*/ 119885 w 119904"/>
                    <a:gd name="connsiteY8" fmla="*/ 156675 h 329208"/>
                    <a:gd name="connsiteX9" fmla="*/ 86266 w 119904"/>
                    <a:gd name="connsiteY9" fmla="*/ 123057 h 329208"/>
                    <a:gd name="connsiteX10" fmla="*/ 38693 w 119904"/>
                    <a:gd name="connsiteY10" fmla="*/ 261971 h 329208"/>
                    <a:gd name="connsiteX11" fmla="*/ 5074 w 119904"/>
                    <a:gd name="connsiteY11" fmla="*/ 295590 h 329208"/>
                    <a:gd name="connsiteX12" fmla="*/ 38693 w 119904"/>
                    <a:gd name="connsiteY12" fmla="*/ 329208 h 329208"/>
                    <a:gd name="connsiteX13" fmla="*/ 72312 w 119904"/>
                    <a:gd name="connsiteY13" fmla="*/ 295590 h 329208"/>
                    <a:gd name="connsiteX14" fmla="*/ 38693 w 119904"/>
                    <a:gd name="connsiteY14" fmla="*/ 261971 h 329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9904" h="329208">
                      <a:moveTo>
                        <a:pt x="67237" y="33619"/>
                      </a:moveTo>
                      <a:cubicBezTo>
                        <a:pt x="67237" y="52014"/>
                        <a:pt x="52014" y="67237"/>
                        <a:pt x="33619" y="67237"/>
                      </a:cubicBezTo>
                      <a:cubicBezTo>
                        <a:pt x="15223" y="67237"/>
                        <a:pt x="0" y="52014"/>
                        <a:pt x="0" y="33619"/>
                      </a:cubicBezTo>
                      <a:cubicBezTo>
                        <a:pt x="0" y="15224"/>
                        <a:pt x="15223" y="0"/>
                        <a:pt x="33619" y="0"/>
                      </a:cubicBezTo>
                      <a:cubicBezTo>
                        <a:pt x="52014" y="0"/>
                        <a:pt x="67237" y="15224"/>
                        <a:pt x="67237" y="33619"/>
                      </a:cubicBezTo>
                      <a:close/>
                      <a:moveTo>
                        <a:pt x="86266" y="123057"/>
                      </a:moveTo>
                      <a:cubicBezTo>
                        <a:pt x="67871" y="123057"/>
                        <a:pt x="52648" y="138280"/>
                        <a:pt x="52648" y="156675"/>
                      </a:cubicBezTo>
                      <a:cubicBezTo>
                        <a:pt x="52648" y="175070"/>
                        <a:pt x="67871" y="190294"/>
                        <a:pt x="86266" y="190294"/>
                      </a:cubicBezTo>
                      <a:cubicBezTo>
                        <a:pt x="104662" y="190294"/>
                        <a:pt x="119885" y="175070"/>
                        <a:pt x="119885" y="156675"/>
                      </a:cubicBezTo>
                      <a:cubicBezTo>
                        <a:pt x="120519" y="138280"/>
                        <a:pt x="105296" y="123057"/>
                        <a:pt x="86266" y="123057"/>
                      </a:cubicBezTo>
                      <a:close/>
                      <a:moveTo>
                        <a:pt x="38693" y="261971"/>
                      </a:moveTo>
                      <a:cubicBezTo>
                        <a:pt x="20298" y="261971"/>
                        <a:pt x="5074" y="277195"/>
                        <a:pt x="5074" y="295590"/>
                      </a:cubicBezTo>
                      <a:cubicBezTo>
                        <a:pt x="5074" y="313985"/>
                        <a:pt x="20298" y="329208"/>
                        <a:pt x="38693" y="329208"/>
                      </a:cubicBezTo>
                      <a:cubicBezTo>
                        <a:pt x="57088" y="329208"/>
                        <a:pt x="72312" y="313985"/>
                        <a:pt x="72312" y="295590"/>
                      </a:cubicBezTo>
                      <a:cubicBezTo>
                        <a:pt x="72312" y="277195"/>
                        <a:pt x="57722" y="261971"/>
                        <a:pt x="38693" y="261971"/>
                      </a:cubicBezTo>
                      <a:close/>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sp>
            <p:nvSpPr>
              <p:cNvPr id="193" name="Freeform 192">
                <a:extLst>
                  <a:ext uri="{FF2B5EF4-FFF2-40B4-BE49-F238E27FC236}">
                    <a16:creationId xmlns:a16="http://schemas.microsoft.com/office/drawing/2014/main" id="{6F7FAB02-B9BE-E2F9-616D-A45200A8A6AA}"/>
                  </a:ext>
                </a:extLst>
              </p:cNvPr>
              <p:cNvSpPr/>
              <p:nvPr/>
            </p:nvSpPr>
            <p:spPr>
              <a:xfrm>
                <a:off x="8579213" y="2936773"/>
                <a:ext cx="6343" cy="76751"/>
              </a:xfrm>
              <a:custGeom>
                <a:avLst/>
                <a:gdLst>
                  <a:gd name="connsiteX0" fmla="*/ 0 w 6343"/>
                  <a:gd name="connsiteY0" fmla="*/ 0 h 76751"/>
                  <a:gd name="connsiteX1" fmla="*/ 0 w 6343"/>
                  <a:gd name="connsiteY1" fmla="*/ 76752 h 76751"/>
                </a:gdLst>
                <a:ahLst/>
                <a:cxnLst>
                  <a:cxn ang="0">
                    <a:pos x="connsiteX0" y="connsiteY0"/>
                  </a:cxn>
                  <a:cxn ang="0">
                    <a:pos x="connsiteX1" y="connsiteY1"/>
                  </a:cxn>
                </a:cxnLst>
                <a:rect l="l" t="t" r="r" b="b"/>
                <a:pathLst>
                  <a:path w="6343" h="76751">
                    <a:moveTo>
                      <a:pt x="0" y="0"/>
                    </a:moveTo>
                    <a:lnTo>
                      <a:pt x="0" y="76752"/>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94" name="Freeform 193">
                <a:extLst>
                  <a:ext uri="{FF2B5EF4-FFF2-40B4-BE49-F238E27FC236}">
                    <a16:creationId xmlns:a16="http://schemas.microsoft.com/office/drawing/2014/main" id="{F81C4B1D-08E3-3631-EB6D-044F0A2356B7}"/>
                  </a:ext>
                </a:extLst>
              </p:cNvPr>
              <p:cNvSpPr/>
              <p:nvPr/>
            </p:nvSpPr>
            <p:spPr>
              <a:xfrm>
                <a:off x="8373696" y="2574581"/>
                <a:ext cx="6343" cy="81191"/>
              </a:xfrm>
              <a:custGeom>
                <a:avLst/>
                <a:gdLst>
                  <a:gd name="connsiteX0" fmla="*/ 0 w 6343"/>
                  <a:gd name="connsiteY0" fmla="*/ 0 h 81191"/>
                  <a:gd name="connsiteX1" fmla="*/ 0 w 6343"/>
                  <a:gd name="connsiteY1" fmla="*/ 81192 h 81191"/>
                </a:gdLst>
                <a:ahLst/>
                <a:cxnLst>
                  <a:cxn ang="0">
                    <a:pos x="connsiteX0" y="connsiteY0"/>
                  </a:cxn>
                  <a:cxn ang="0">
                    <a:pos x="connsiteX1" y="connsiteY1"/>
                  </a:cxn>
                </a:cxnLst>
                <a:rect l="l" t="t" r="r" b="b"/>
                <a:pathLst>
                  <a:path w="6343" h="81191">
                    <a:moveTo>
                      <a:pt x="0" y="0"/>
                    </a:moveTo>
                    <a:lnTo>
                      <a:pt x="0" y="81192"/>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95" name="Freeform 194">
                <a:extLst>
                  <a:ext uri="{FF2B5EF4-FFF2-40B4-BE49-F238E27FC236}">
                    <a16:creationId xmlns:a16="http://schemas.microsoft.com/office/drawing/2014/main" id="{D52A0BE2-1869-FE92-A6E0-1806C32AAF33}"/>
                  </a:ext>
                </a:extLst>
              </p:cNvPr>
              <p:cNvSpPr/>
              <p:nvPr/>
            </p:nvSpPr>
            <p:spPr>
              <a:xfrm>
                <a:off x="8255080" y="2708421"/>
                <a:ext cx="168727" cy="89438"/>
              </a:xfrm>
              <a:custGeom>
                <a:avLst/>
                <a:gdLst>
                  <a:gd name="connsiteX0" fmla="*/ 0 w 168727"/>
                  <a:gd name="connsiteY0" fmla="*/ 26007 h 89438"/>
                  <a:gd name="connsiteX1" fmla="*/ 111639 w 168727"/>
                  <a:gd name="connsiteY1" fmla="*/ 89438 h 89438"/>
                  <a:gd name="connsiteX2" fmla="*/ 168727 w 168727"/>
                  <a:gd name="connsiteY2" fmla="*/ 58357 h 89438"/>
                  <a:gd name="connsiteX3" fmla="*/ 168727 w 168727"/>
                  <a:gd name="connsiteY3" fmla="*/ 0 h 89438"/>
                </a:gdLst>
                <a:ahLst/>
                <a:cxnLst>
                  <a:cxn ang="0">
                    <a:pos x="connsiteX0" y="connsiteY0"/>
                  </a:cxn>
                  <a:cxn ang="0">
                    <a:pos x="connsiteX1" y="connsiteY1"/>
                  </a:cxn>
                  <a:cxn ang="0">
                    <a:pos x="connsiteX2" y="connsiteY2"/>
                  </a:cxn>
                  <a:cxn ang="0">
                    <a:pos x="connsiteX3" y="connsiteY3"/>
                  </a:cxn>
                </a:cxnLst>
                <a:rect l="l" t="t" r="r" b="b"/>
                <a:pathLst>
                  <a:path w="168727" h="89438">
                    <a:moveTo>
                      <a:pt x="0" y="26007"/>
                    </a:moveTo>
                    <a:lnTo>
                      <a:pt x="111639" y="89438"/>
                    </a:lnTo>
                    <a:lnTo>
                      <a:pt x="168727" y="58357"/>
                    </a:lnTo>
                    <a:lnTo>
                      <a:pt x="168727" y="0"/>
                    </a:lnTo>
                  </a:path>
                </a:pathLst>
              </a:custGeom>
              <a:noFill/>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96" name="Freeform 195">
                <a:extLst>
                  <a:ext uri="{FF2B5EF4-FFF2-40B4-BE49-F238E27FC236}">
                    <a16:creationId xmlns:a16="http://schemas.microsoft.com/office/drawing/2014/main" id="{A0B294D2-880F-71A2-03B0-E2026804D011}"/>
                  </a:ext>
                </a:extLst>
              </p:cNvPr>
              <p:cNvSpPr/>
              <p:nvPr/>
            </p:nvSpPr>
            <p:spPr>
              <a:xfrm>
                <a:off x="8367987" y="2795321"/>
                <a:ext cx="6343" cy="81192"/>
              </a:xfrm>
              <a:custGeom>
                <a:avLst/>
                <a:gdLst>
                  <a:gd name="connsiteX0" fmla="*/ 0 w 6343"/>
                  <a:gd name="connsiteY0" fmla="*/ 0 h 81192"/>
                  <a:gd name="connsiteX1" fmla="*/ 0 w 6343"/>
                  <a:gd name="connsiteY1" fmla="*/ 81192 h 81192"/>
                </a:gdLst>
                <a:ahLst/>
                <a:cxnLst>
                  <a:cxn ang="0">
                    <a:pos x="connsiteX0" y="connsiteY0"/>
                  </a:cxn>
                  <a:cxn ang="0">
                    <a:pos x="connsiteX1" y="connsiteY1"/>
                  </a:cxn>
                </a:cxnLst>
                <a:rect l="l" t="t" r="r" b="b"/>
                <a:pathLst>
                  <a:path w="6343" h="81192">
                    <a:moveTo>
                      <a:pt x="0" y="0"/>
                    </a:moveTo>
                    <a:lnTo>
                      <a:pt x="0" y="81192"/>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97" name="Freeform 196">
                <a:extLst>
                  <a:ext uri="{FF2B5EF4-FFF2-40B4-BE49-F238E27FC236}">
                    <a16:creationId xmlns:a16="http://schemas.microsoft.com/office/drawing/2014/main" id="{FAF3102D-7088-0DDC-17CA-BC335DE48089}"/>
                  </a:ext>
                </a:extLst>
              </p:cNvPr>
              <p:cNvSpPr/>
              <p:nvPr/>
            </p:nvSpPr>
            <p:spPr>
              <a:xfrm>
                <a:off x="8487872" y="2561260"/>
                <a:ext cx="6343" cy="440212"/>
              </a:xfrm>
              <a:custGeom>
                <a:avLst/>
                <a:gdLst>
                  <a:gd name="connsiteX0" fmla="*/ 0 w 6343"/>
                  <a:gd name="connsiteY0" fmla="*/ 0 h 440212"/>
                  <a:gd name="connsiteX1" fmla="*/ 0 w 6343"/>
                  <a:gd name="connsiteY1" fmla="*/ 440213 h 440212"/>
                </a:gdLst>
                <a:ahLst/>
                <a:cxnLst>
                  <a:cxn ang="0">
                    <a:pos x="connsiteX0" y="connsiteY0"/>
                  </a:cxn>
                  <a:cxn ang="0">
                    <a:pos x="connsiteX1" y="connsiteY1"/>
                  </a:cxn>
                </a:cxnLst>
                <a:rect l="l" t="t" r="r" b="b"/>
                <a:pathLst>
                  <a:path w="6343" h="440212">
                    <a:moveTo>
                      <a:pt x="0" y="0"/>
                    </a:moveTo>
                    <a:lnTo>
                      <a:pt x="0" y="440213"/>
                    </a:lnTo>
                  </a:path>
                </a:pathLst>
              </a:custGeom>
              <a:ln w="25337" cap="flat">
                <a:solidFill>
                  <a:srgbClr val="232F3E"/>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grpSp>
      </p:grpSp>
      <p:sp>
        <p:nvSpPr>
          <p:cNvPr id="4" name="Slide Number Placeholder 2">
            <a:extLst>
              <a:ext uri="{FF2B5EF4-FFF2-40B4-BE49-F238E27FC236}">
                <a16:creationId xmlns:a16="http://schemas.microsoft.com/office/drawing/2014/main" id="{46E4ED81-DF72-0FDF-1CDF-0430B26784CD}"/>
              </a:ext>
            </a:extLst>
          </p:cNvPr>
          <p:cNvSpPr txBox="1">
            <a:spLocks/>
          </p:cNvSpPr>
          <p:nvPr/>
        </p:nvSpPr>
        <p:spPr>
          <a:xfrm>
            <a:off x="8926430" y="633162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4B8DE2-A4E8-46E4-8BBF-D75455EFF32C}"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5748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4">
          <a:extLst>
            <a:ext uri="{FF2B5EF4-FFF2-40B4-BE49-F238E27FC236}">
              <a16:creationId xmlns:a16="http://schemas.microsoft.com/office/drawing/2014/main" id="{8568F3AE-B638-E022-5D89-416B5452F10B}"/>
            </a:ext>
          </a:extLst>
        </p:cNvPr>
        <p:cNvGrpSpPr/>
        <p:nvPr/>
      </p:nvGrpSpPr>
      <p:grpSpPr>
        <a:xfrm>
          <a:off x="0" y="0"/>
          <a:ext cx="0" cy="0"/>
          <a:chOff x="0" y="0"/>
          <a:chExt cx="0" cy="0"/>
        </a:xfrm>
      </p:grpSpPr>
      <p:sp>
        <p:nvSpPr>
          <p:cNvPr id="2135" name="Google Shape;2135;p310">
            <a:extLst>
              <a:ext uri="{FF2B5EF4-FFF2-40B4-BE49-F238E27FC236}">
                <a16:creationId xmlns:a16="http://schemas.microsoft.com/office/drawing/2014/main" id="{934F8417-F35F-9CF9-A1E0-1182DC732B06}"/>
              </a:ext>
            </a:extLst>
          </p:cNvPr>
          <p:cNvSpPr/>
          <p:nvPr/>
        </p:nvSpPr>
        <p:spPr>
          <a:xfrm>
            <a:off x="6096000" y="7029"/>
            <a:ext cx="6096000" cy="6858000"/>
          </a:xfrm>
          <a:prstGeom prst="rect">
            <a:avLst/>
          </a:prstGeom>
          <a:noFill/>
          <a:ln>
            <a:noFill/>
          </a:ln>
        </p:spPr>
        <p:txBody>
          <a:bodyPr spcFirstLastPara="1" wrap="square" lIns="60951" tIns="60951" rIns="60951" bIns="60951" anchor="ctr" anchorCtr="0">
            <a:noAutofit/>
          </a:bodyPr>
          <a:lstStyle/>
          <a:p>
            <a:pPr defTabSz="609585">
              <a:buClr>
                <a:srgbClr val="000000"/>
              </a:buClr>
              <a:defRPr/>
            </a:pPr>
            <a:endParaRPr sz="933" kern="0" dirty="0">
              <a:solidFill>
                <a:srgbClr val="000000"/>
              </a:solidFill>
              <a:latin typeface="Optimistic Text"/>
              <a:ea typeface="Optimistic Text"/>
              <a:cs typeface="Optimistic Text"/>
              <a:sym typeface="Optimistic Text"/>
            </a:endParaRPr>
          </a:p>
        </p:txBody>
      </p:sp>
      <p:sp>
        <p:nvSpPr>
          <p:cNvPr id="2136" name="Google Shape;2136;p310">
            <a:extLst>
              <a:ext uri="{FF2B5EF4-FFF2-40B4-BE49-F238E27FC236}">
                <a16:creationId xmlns:a16="http://schemas.microsoft.com/office/drawing/2014/main" id="{C15D4CBA-48ED-93F3-C849-A90B89661EEE}"/>
              </a:ext>
            </a:extLst>
          </p:cNvPr>
          <p:cNvSpPr txBox="1">
            <a:spLocks noGrp="1"/>
          </p:cNvSpPr>
          <p:nvPr>
            <p:ph type="title"/>
          </p:nvPr>
        </p:nvSpPr>
        <p:spPr>
          <a:prstGeom prst="rect">
            <a:avLst/>
          </a:prstGeom>
        </p:spPr>
        <p:txBody>
          <a:bodyPr spcFirstLastPara="1" vert="horz" wrap="square" lIns="0" tIns="0" rIns="0" bIns="0" rtlCol="0" anchor="t" anchorCtr="0">
            <a:noAutofit/>
          </a:bodyPr>
          <a:lstStyle/>
          <a:p>
            <a:pPr>
              <a:buClr>
                <a:schemeClr val="accent5"/>
              </a:buClr>
              <a:buSzPts val="1100"/>
            </a:pPr>
            <a:r>
              <a:rPr lang="de-DE" sz="3733" dirty="0" err="1"/>
              <a:t>Cost</a:t>
            </a:r>
            <a:r>
              <a:rPr lang="de-DE" sz="3733" dirty="0"/>
              <a:t> </a:t>
            </a:r>
            <a:r>
              <a:rPr lang="de-DE" sz="3733" dirty="0" err="1"/>
              <a:t>considerations</a:t>
            </a:r>
            <a:endParaRPr sz="3733" dirty="0"/>
          </a:p>
          <a:p>
            <a:endParaRPr dirty="0"/>
          </a:p>
        </p:txBody>
      </p:sp>
      <p:sp>
        <p:nvSpPr>
          <p:cNvPr id="2137" name="Google Shape;2137;p310">
            <a:extLst>
              <a:ext uri="{FF2B5EF4-FFF2-40B4-BE49-F238E27FC236}">
                <a16:creationId xmlns:a16="http://schemas.microsoft.com/office/drawing/2014/main" id="{34617AB8-964C-0944-04CB-147373C2A02C}"/>
              </a:ext>
            </a:extLst>
          </p:cNvPr>
          <p:cNvSpPr txBox="1">
            <a:spLocks noGrp="1"/>
          </p:cNvSpPr>
          <p:nvPr>
            <p:ph idx="1"/>
          </p:nvPr>
        </p:nvSpPr>
        <p:spPr>
          <a:xfrm>
            <a:off x="609600" y="1714500"/>
            <a:ext cx="5080000" cy="2576432"/>
          </a:xfrm>
          <a:prstGeom prst="rect">
            <a:avLst/>
          </a:prstGeom>
        </p:spPr>
        <p:txBody>
          <a:bodyPr spcFirstLastPara="1" vert="horz" wrap="square" lIns="0" tIns="0" rIns="0" bIns="0" rtlCol="0" anchor="t" anchorCtr="0">
            <a:noAutofit/>
          </a:bodyPr>
          <a:lstStyle/>
          <a:p>
            <a:pPr>
              <a:spcAft>
                <a:spcPts val="667"/>
              </a:spcAft>
              <a:buClr>
                <a:schemeClr val="accent5"/>
              </a:buClr>
              <a:buSzPts val="1100"/>
            </a:pPr>
            <a:r>
              <a:rPr lang="en" sz="2133" b="1" dirty="0">
                <a:solidFill>
                  <a:schemeClr val="accent5"/>
                </a:solidFill>
              </a:rPr>
              <a:t>TCO economics of Foundation Models</a:t>
            </a:r>
            <a:br>
              <a:rPr lang="en" sz="2000" dirty="0"/>
            </a:br>
            <a:r>
              <a:rPr lang="en-US" sz="1867" dirty="0">
                <a:latin typeface="Amazon Ember Display Light" panose="020F0403020204020204" pitchFamily="34" charset="0"/>
                <a:ea typeface="Amazon Ember Display Light" panose="020F0403020204020204" pitchFamily="34" charset="0"/>
                <a:cs typeface="Amazon Ember Display Light" panose="020F0403020204020204" pitchFamily="34" charset="0"/>
              </a:rPr>
              <a:t>Total Cost of Ownership (TCO) includes fixed customization costs and variable inference costs across a model's lifecycle. Off-the-shelf foundation models only incur inference costs, while customizing models require additional investment. </a:t>
            </a:r>
            <a:br>
              <a:rPr lang="en-US" sz="1867" dirty="0">
                <a:latin typeface="Amazon Ember Display Light" panose="020F0403020204020204" pitchFamily="34" charset="0"/>
                <a:ea typeface="Amazon Ember Display Light" panose="020F0403020204020204" pitchFamily="34" charset="0"/>
                <a:cs typeface="Amazon Ember Display Light" panose="020F0403020204020204" pitchFamily="34" charset="0"/>
              </a:rPr>
            </a:br>
            <a:endParaRPr lang="en-US" sz="1867" dirty="0">
              <a:latin typeface="Amazon Ember Display Light" panose="020F0403020204020204" pitchFamily="34" charset="0"/>
              <a:ea typeface="Amazon Ember Display Light" panose="020F0403020204020204" pitchFamily="34" charset="0"/>
              <a:cs typeface="Amazon Ember Display Light" panose="020F0403020204020204" pitchFamily="34" charset="0"/>
            </a:endParaRPr>
          </a:p>
          <a:p>
            <a:pPr>
              <a:spcAft>
                <a:spcPts val="667"/>
              </a:spcAft>
              <a:buClr>
                <a:schemeClr val="accent5"/>
              </a:buClr>
              <a:buSzPts val="1100"/>
            </a:pPr>
            <a:r>
              <a:rPr lang="en-US" sz="1867" dirty="0">
                <a:latin typeface="Amazon Ember Display Light" panose="020F0403020204020204" pitchFamily="34" charset="0"/>
                <a:ea typeface="Amazon Ember Display Light" panose="020F0403020204020204" pitchFamily="34" charset="0"/>
                <a:cs typeface="Amazon Ember Display Light" panose="020F0403020204020204" pitchFamily="34" charset="0"/>
              </a:rPr>
              <a:t>An initial investment into smaller, customized models can yield long-term cost advantages through reduced inference expenses.</a:t>
            </a:r>
          </a:p>
        </p:txBody>
      </p:sp>
      <p:cxnSp>
        <p:nvCxnSpPr>
          <p:cNvPr id="8" name="Straight Connector 7">
            <a:extLst>
              <a:ext uri="{FF2B5EF4-FFF2-40B4-BE49-F238E27FC236}">
                <a16:creationId xmlns:a16="http://schemas.microsoft.com/office/drawing/2014/main" id="{D5FB6B51-1090-DDFC-10A8-AA2B40455FD6}"/>
              </a:ext>
            </a:extLst>
          </p:cNvPr>
          <p:cNvCxnSpPr>
            <a:cxnSpLocks/>
          </p:cNvCxnSpPr>
          <p:nvPr/>
        </p:nvCxnSpPr>
        <p:spPr>
          <a:xfrm>
            <a:off x="6751476" y="4371576"/>
            <a:ext cx="5270099" cy="3360"/>
          </a:xfrm>
          <a:prstGeom prst="line">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92DAE4C-AEFE-C304-36FE-51A69AAA613E}"/>
              </a:ext>
            </a:extLst>
          </p:cNvPr>
          <p:cNvCxnSpPr>
            <a:cxnSpLocks/>
          </p:cNvCxnSpPr>
          <p:nvPr/>
        </p:nvCxnSpPr>
        <p:spPr>
          <a:xfrm flipV="1">
            <a:off x="6773696" y="1009445"/>
            <a:ext cx="0" cy="3365491"/>
          </a:xfrm>
          <a:prstGeom prst="line">
            <a:avLst/>
          </a:prstGeom>
          <a:ln w="28575">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0FE5E6-85B8-F37F-7860-A6A9E2D1A747}"/>
              </a:ext>
            </a:extLst>
          </p:cNvPr>
          <p:cNvSpPr txBox="1"/>
          <p:nvPr/>
        </p:nvSpPr>
        <p:spPr>
          <a:xfrm>
            <a:off x="6522704" y="4721087"/>
            <a:ext cx="1402736" cy="502573"/>
          </a:xfrm>
          <a:prstGeom prst="rect">
            <a:avLst/>
          </a:prstGeom>
          <a:noFill/>
        </p:spPr>
        <p:txBody>
          <a:bodyPr wrap="square" rtlCol="0">
            <a:spAutoFit/>
          </a:bodyPr>
          <a:lstStyle/>
          <a:p>
            <a:pPr algn="ctr">
              <a:defRPr/>
            </a:pPr>
            <a:r>
              <a:rPr lang="en-US" sz="1333" dirty="0">
                <a:latin typeface="Amazon Ember Display"/>
              </a:rPr>
              <a:t>Model customization</a:t>
            </a:r>
          </a:p>
        </p:txBody>
      </p:sp>
      <p:sp>
        <p:nvSpPr>
          <p:cNvPr id="12" name="Rectangle 11">
            <a:extLst>
              <a:ext uri="{FF2B5EF4-FFF2-40B4-BE49-F238E27FC236}">
                <a16:creationId xmlns:a16="http://schemas.microsoft.com/office/drawing/2014/main" id="{04DE066B-16D6-D327-2E82-ECBE3EF29801}"/>
              </a:ext>
            </a:extLst>
          </p:cNvPr>
          <p:cNvSpPr/>
          <p:nvPr/>
        </p:nvSpPr>
        <p:spPr>
          <a:xfrm>
            <a:off x="6979759" y="2388084"/>
            <a:ext cx="469789" cy="1959109"/>
          </a:xfrm>
          <a:prstGeom prst="rect">
            <a:avLst/>
          </a:prstGeom>
          <a:gradFill flip="none" rotWithShape="1">
            <a:gsLst>
              <a:gs pos="0">
                <a:schemeClr val="accent2">
                  <a:lumMod val="50000"/>
                </a:schemeClr>
              </a:gs>
              <a:gs pos="50000">
                <a:schemeClr val="accent2">
                  <a:lumMod val="60000"/>
                  <a:lumOff val="40000"/>
                </a:schemeClr>
              </a:gs>
              <a:gs pos="100000">
                <a:schemeClr val="accent2">
                  <a:lumMod val="20000"/>
                  <a:lumOff val="8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400">
              <a:solidFill>
                <a:prstClr val="white"/>
              </a:solidFill>
              <a:latin typeface="Amazon Ember Display"/>
            </a:endParaRPr>
          </a:p>
        </p:txBody>
      </p:sp>
      <p:sp>
        <p:nvSpPr>
          <p:cNvPr id="13" name="Rectangle 12">
            <a:extLst>
              <a:ext uri="{FF2B5EF4-FFF2-40B4-BE49-F238E27FC236}">
                <a16:creationId xmlns:a16="http://schemas.microsoft.com/office/drawing/2014/main" id="{87F24345-2BF6-7FA5-4085-6BAA3F4630AA}"/>
              </a:ext>
            </a:extLst>
          </p:cNvPr>
          <p:cNvSpPr/>
          <p:nvPr/>
        </p:nvSpPr>
        <p:spPr>
          <a:xfrm>
            <a:off x="7635544" y="3865096"/>
            <a:ext cx="3625673" cy="376113"/>
          </a:xfrm>
          <a:prstGeom prst="rect">
            <a:avLst/>
          </a:prstGeom>
          <a:gradFill flip="none" rotWithShape="1">
            <a:gsLst>
              <a:gs pos="0">
                <a:schemeClr val="accent1"/>
              </a:gs>
              <a:gs pos="50000">
                <a:schemeClr val="accent1">
                  <a:lumMod val="60000"/>
                  <a:lumOff val="40000"/>
                </a:schemeClr>
              </a:gs>
              <a:gs pos="100000">
                <a:schemeClr val="accent1">
                  <a:lumMod val="20000"/>
                  <a:lumOff val="8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333" dirty="0">
                <a:solidFill>
                  <a:schemeClr val="bg1"/>
                </a:solidFill>
                <a:latin typeface="Amazon Ember Display"/>
              </a:rPr>
              <a:t>Custom model inference</a:t>
            </a:r>
          </a:p>
        </p:txBody>
      </p:sp>
      <p:sp>
        <p:nvSpPr>
          <p:cNvPr id="15" name="Rectangle 14">
            <a:extLst>
              <a:ext uri="{FF2B5EF4-FFF2-40B4-BE49-F238E27FC236}">
                <a16:creationId xmlns:a16="http://schemas.microsoft.com/office/drawing/2014/main" id="{2E1FCC38-0B61-FF27-707D-2106D414E131}"/>
              </a:ext>
            </a:extLst>
          </p:cNvPr>
          <p:cNvSpPr/>
          <p:nvPr/>
        </p:nvSpPr>
        <p:spPr>
          <a:xfrm>
            <a:off x="7635542" y="4241207"/>
            <a:ext cx="3625673" cy="111335"/>
          </a:xfrm>
          <a:prstGeom prst="rect">
            <a:avLst/>
          </a:prstGeom>
          <a:gradFill flip="none" rotWithShape="1">
            <a:gsLst>
              <a:gs pos="0">
                <a:schemeClr val="tx1">
                  <a:lumMod val="65000"/>
                </a:schemeClr>
              </a:gs>
              <a:gs pos="50000">
                <a:schemeClr val="bg1">
                  <a:lumMod val="65000"/>
                  <a:lumOff val="35000"/>
                </a:schemeClr>
              </a:gs>
              <a:gs pos="100000">
                <a:schemeClr val="bg1">
                  <a:lumMod val="50000"/>
                  <a:lumOff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400" dirty="0">
              <a:solidFill>
                <a:prstClr val="white"/>
              </a:solidFill>
              <a:latin typeface="Amazon Ember Display"/>
            </a:endParaRPr>
          </a:p>
        </p:txBody>
      </p:sp>
      <p:sp>
        <p:nvSpPr>
          <p:cNvPr id="18" name="TextBox 17">
            <a:extLst>
              <a:ext uri="{FF2B5EF4-FFF2-40B4-BE49-F238E27FC236}">
                <a16:creationId xmlns:a16="http://schemas.microsoft.com/office/drawing/2014/main" id="{D941BAD0-D9B8-B997-23F1-703C3B0B5912}"/>
              </a:ext>
            </a:extLst>
          </p:cNvPr>
          <p:cNvSpPr txBox="1"/>
          <p:nvPr/>
        </p:nvSpPr>
        <p:spPr>
          <a:xfrm>
            <a:off x="6065931" y="2541051"/>
            <a:ext cx="602729" cy="461665"/>
          </a:xfrm>
          <a:prstGeom prst="rect">
            <a:avLst/>
          </a:prstGeom>
          <a:noFill/>
        </p:spPr>
        <p:txBody>
          <a:bodyPr wrap="none" lIns="0" rIns="0" rtlCol="0">
            <a:spAutoFit/>
          </a:bodyPr>
          <a:lstStyle/>
          <a:p>
            <a:pPr algn="l"/>
            <a:r>
              <a:rPr lang="en-US" sz="2400" dirty="0"/>
              <a:t>TCO</a:t>
            </a:r>
          </a:p>
        </p:txBody>
      </p:sp>
      <p:sp>
        <p:nvSpPr>
          <p:cNvPr id="19" name="TextBox 18">
            <a:extLst>
              <a:ext uri="{FF2B5EF4-FFF2-40B4-BE49-F238E27FC236}">
                <a16:creationId xmlns:a16="http://schemas.microsoft.com/office/drawing/2014/main" id="{E4D2FAA7-8A20-D08E-7B96-935A2571303F}"/>
              </a:ext>
            </a:extLst>
          </p:cNvPr>
          <p:cNvSpPr txBox="1"/>
          <p:nvPr/>
        </p:nvSpPr>
        <p:spPr>
          <a:xfrm>
            <a:off x="8497809" y="4770721"/>
            <a:ext cx="2149993" cy="297454"/>
          </a:xfrm>
          <a:prstGeom prst="rect">
            <a:avLst/>
          </a:prstGeom>
          <a:noFill/>
        </p:spPr>
        <p:txBody>
          <a:bodyPr wrap="square" rtlCol="0">
            <a:spAutoFit/>
          </a:bodyPr>
          <a:lstStyle/>
          <a:p>
            <a:pPr algn="ctr">
              <a:defRPr/>
            </a:pPr>
            <a:r>
              <a:rPr lang="en-US" sz="1333" dirty="0">
                <a:latin typeface="Amazon Ember Display"/>
              </a:rPr>
              <a:t>Model in production</a:t>
            </a:r>
          </a:p>
        </p:txBody>
      </p:sp>
      <p:sp>
        <p:nvSpPr>
          <p:cNvPr id="20" name="Right Brace 19">
            <a:extLst>
              <a:ext uri="{FF2B5EF4-FFF2-40B4-BE49-F238E27FC236}">
                <a16:creationId xmlns:a16="http://schemas.microsoft.com/office/drawing/2014/main" id="{4B29153F-52A0-9611-5C72-BDCA6E01958A}"/>
              </a:ext>
            </a:extLst>
          </p:cNvPr>
          <p:cNvSpPr/>
          <p:nvPr/>
        </p:nvSpPr>
        <p:spPr>
          <a:xfrm rot="5400000">
            <a:off x="7093727" y="4415637"/>
            <a:ext cx="260691" cy="409516"/>
          </a:xfrm>
          <a:prstGeom prst="righ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21" name="Right Brace 20">
            <a:extLst>
              <a:ext uri="{FF2B5EF4-FFF2-40B4-BE49-F238E27FC236}">
                <a16:creationId xmlns:a16="http://schemas.microsoft.com/office/drawing/2014/main" id="{2B912880-407A-2A98-FE18-BE7328BE73E0}"/>
              </a:ext>
            </a:extLst>
          </p:cNvPr>
          <p:cNvSpPr/>
          <p:nvPr/>
        </p:nvSpPr>
        <p:spPr>
          <a:xfrm rot="5400000">
            <a:off x="9250220" y="2860903"/>
            <a:ext cx="328285" cy="3505660"/>
          </a:xfrm>
          <a:prstGeom prst="righ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23" name="TextBox 22">
            <a:extLst>
              <a:ext uri="{FF2B5EF4-FFF2-40B4-BE49-F238E27FC236}">
                <a16:creationId xmlns:a16="http://schemas.microsoft.com/office/drawing/2014/main" id="{9B0BB18C-2AF7-AB66-273D-59295E4A6A98}"/>
              </a:ext>
            </a:extLst>
          </p:cNvPr>
          <p:cNvSpPr txBox="1"/>
          <p:nvPr/>
        </p:nvSpPr>
        <p:spPr>
          <a:xfrm>
            <a:off x="8603191" y="5460829"/>
            <a:ext cx="2088713" cy="461665"/>
          </a:xfrm>
          <a:prstGeom prst="rect">
            <a:avLst/>
          </a:prstGeom>
          <a:noFill/>
        </p:spPr>
        <p:txBody>
          <a:bodyPr wrap="none" lIns="0" rIns="0" rtlCol="0">
            <a:spAutoFit/>
          </a:bodyPr>
          <a:lstStyle/>
          <a:p>
            <a:pPr algn="l"/>
            <a:r>
              <a:rPr lang="en-US" sz="2400" dirty="0"/>
              <a:t>Model lifecycle</a:t>
            </a:r>
          </a:p>
        </p:txBody>
      </p:sp>
      <p:sp>
        <p:nvSpPr>
          <p:cNvPr id="24" name="TextBox 23">
            <a:extLst>
              <a:ext uri="{FF2B5EF4-FFF2-40B4-BE49-F238E27FC236}">
                <a16:creationId xmlns:a16="http://schemas.microsoft.com/office/drawing/2014/main" id="{C8F7A50C-F119-379E-38EC-291AA8DE205C}"/>
              </a:ext>
            </a:extLst>
          </p:cNvPr>
          <p:cNvSpPr txBox="1"/>
          <p:nvPr/>
        </p:nvSpPr>
        <p:spPr>
          <a:xfrm>
            <a:off x="10450867" y="2833153"/>
            <a:ext cx="1140544" cy="707694"/>
          </a:xfrm>
          <a:prstGeom prst="rect">
            <a:avLst/>
          </a:prstGeom>
          <a:noFill/>
        </p:spPr>
        <p:txBody>
          <a:bodyPr wrap="square" rtlCol="0">
            <a:spAutoFit/>
          </a:bodyPr>
          <a:lstStyle/>
          <a:p>
            <a:pPr algn="ctr">
              <a:defRPr/>
            </a:pPr>
            <a:r>
              <a:rPr lang="en-US" sz="1333" dirty="0">
                <a:latin typeface="Amazon Ember Display"/>
              </a:rPr>
              <a:t>Custom model storage</a:t>
            </a:r>
          </a:p>
        </p:txBody>
      </p:sp>
      <p:cxnSp>
        <p:nvCxnSpPr>
          <p:cNvPr id="26" name="Curved Connector 25">
            <a:extLst>
              <a:ext uri="{FF2B5EF4-FFF2-40B4-BE49-F238E27FC236}">
                <a16:creationId xmlns:a16="http://schemas.microsoft.com/office/drawing/2014/main" id="{5923A829-2900-E4D3-BDDF-4A7C2A99ACFE}"/>
              </a:ext>
            </a:extLst>
          </p:cNvPr>
          <p:cNvCxnSpPr>
            <a:cxnSpLocks/>
            <a:stCxn id="24" idx="3"/>
            <a:endCxn id="15" idx="3"/>
          </p:cNvCxnSpPr>
          <p:nvPr/>
        </p:nvCxnSpPr>
        <p:spPr>
          <a:xfrm flipH="1">
            <a:off x="11261215" y="3187000"/>
            <a:ext cx="330196" cy="1109875"/>
          </a:xfrm>
          <a:prstGeom prst="curvedConnector3">
            <a:avLst>
              <a:gd name="adj1" fmla="val -69232"/>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50592"/>
      </p:ext>
    </p:extLst>
  </p:cSld>
  <p:clrMapOvr>
    <a:masterClrMapping/>
  </p:clrMapOvr>
  <mc:AlternateContent xmlns:mc="http://schemas.openxmlformats.org/markup-compatibility/2006" xmlns:p14="http://schemas.microsoft.com/office/powerpoint/2010/main">
    <mc:Choice Requires="p14">
      <p:transition spd="med" p14:dur="700" advTm="30238">
        <p:fade/>
      </p:transition>
    </mc:Choice>
    <mc:Fallback xmlns="">
      <p:transition spd="med" advTm="30238">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2485D-1DDA-0947-9077-2E79A3111583}"/>
              </a:ext>
            </a:extLst>
          </p:cNvPr>
          <p:cNvSpPr>
            <a:spLocks noGrp="1"/>
          </p:cNvSpPr>
          <p:nvPr>
            <p:ph type="title"/>
          </p:nvPr>
        </p:nvSpPr>
        <p:spPr/>
        <p:txBody>
          <a:bodyPr>
            <a:normAutofit/>
          </a:bodyPr>
          <a:lstStyle/>
          <a:p>
            <a:r>
              <a:rPr lang="en-US" sz="3200" dirty="0"/>
              <a:t>Challenges with training large-scale models</a:t>
            </a:r>
          </a:p>
        </p:txBody>
      </p:sp>
      <p:grpSp>
        <p:nvGrpSpPr>
          <p:cNvPr id="23" name="Group 22">
            <a:extLst>
              <a:ext uri="{FF2B5EF4-FFF2-40B4-BE49-F238E27FC236}">
                <a16:creationId xmlns:a16="http://schemas.microsoft.com/office/drawing/2014/main" id="{17353B56-255B-4B75-99F6-58E414311513}"/>
              </a:ext>
            </a:extLst>
          </p:cNvPr>
          <p:cNvGrpSpPr/>
          <p:nvPr/>
        </p:nvGrpSpPr>
        <p:grpSpPr>
          <a:xfrm>
            <a:off x="4732124" y="2137345"/>
            <a:ext cx="3095865" cy="1358889"/>
            <a:chOff x="3792231" y="3023606"/>
            <a:chExt cx="3095865" cy="1358889"/>
          </a:xfrm>
        </p:grpSpPr>
        <p:sp>
          <p:nvSpPr>
            <p:cNvPr id="35" name="TextBox 34">
              <a:extLst>
                <a:ext uri="{FF2B5EF4-FFF2-40B4-BE49-F238E27FC236}">
                  <a16:creationId xmlns:a16="http://schemas.microsoft.com/office/drawing/2014/main" id="{9DCB88A9-489F-554C-8390-12337C60E5EC}"/>
                </a:ext>
              </a:extLst>
            </p:cNvPr>
            <p:cNvSpPr txBox="1"/>
            <p:nvPr/>
          </p:nvSpPr>
          <p:spPr>
            <a:xfrm>
              <a:off x="3792231" y="4020793"/>
              <a:ext cx="3095865" cy="361702"/>
            </a:xfrm>
            <a:prstGeom prst="rect">
              <a:avLst/>
            </a:prstGeom>
            <a:noFill/>
          </p:spPr>
          <p:txBody>
            <a:bodyPr wrap="square" lIns="0" tIns="0" rIns="0" bIns="0" rtlCol="0">
              <a:spAutoFit/>
            </a:bodyPr>
            <a:lstStyle/>
            <a:p>
              <a:pPr algn="ctr" defTabSz="914363">
                <a:lnSpc>
                  <a:spcPts val="2880"/>
                </a:lnSpc>
                <a:defRPr/>
              </a:pPr>
              <a:r>
                <a:rPr lang="en-US" sz="2400" dirty="0">
                  <a:latin typeface="Amazon Ember Display"/>
                </a:rPr>
                <a:t>Hardware Utilization</a:t>
              </a:r>
            </a:p>
          </p:txBody>
        </p:sp>
        <p:grpSp>
          <p:nvGrpSpPr>
            <p:cNvPr id="160" name="Group 159">
              <a:extLst>
                <a:ext uri="{FF2B5EF4-FFF2-40B4-BE49-F238E27FC236}">
                  <a16:creationId xmlns:a16="http://schemas.microsoft.com/office/drawing/2014/main" id="{A35D8A0C-9BD1-49C4-A9A5-C302ADFAE247}"/>
                </a:ext>
              </a:extLst>
            </p:cNvPr>
            <p:cNvGrpSpPr>
              <a:grpSpLocks noChangeAspect="1"/>
            </p:cNvGrpSpPr>
            <p:nvPr/>
          </p:nvGrpSpPr>
          <p:grpSpPr>
            <a:xfrm>
              <a:off x="5014128" y="3023606"/>
              <a:ext cx="652071" cy="650671"/>
              <a:chOff x="6153698" y="5155204"/>
              <a:chExt cx="1186596" cy="1184049"/>
            </a:xfrm>
          </p:grpSpPr>
          <p:sp>
            <p:nvSpPr>
              <p:cNvPr id="161" name="Rectangle: Rounded Corners 10">
                <a:extLst>
                  <a:ext uri="{FF2B5EF4-FFF2-40B4-BE49-F238E27FC236}">
                    <a16:creationId xmlns:a16="http://schemas.microsoft.com/office/drawing/2014/main" id="{7B454E43-DD6C-4ADF-8EA4-B102DECEDF2B}"/>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62" name="Freeform: Shape 161">
                <a:extLst>
                  <a:ext uri="{FF2B5EF4-FFF2-40B4-BE49-F238E27FC236}">
                    <a16:creationId xmlns:a16="http://schemas.microsoft.com/office/drawing/2014/main" id="{042D7396-342E-4B02-922B-860EAD820BA5}"/>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63" name="Freeform: Shape 162">
                <a:extLst>
                  <a:ext uri="{FF2B5EF4-FFF2-40B4-BE49-F238E27FC236}">
                    <a16:creationId xmlns:a16="http://schemas.microsoft.com/office/drawing/2014/main" id="{996FA205-202F-44E6-8FDE-FCAEE40E11A1}"/>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64" name="Freeform: Shape 163">
                <a:extLst>
                  <a:ext uri="{FF2B5EF4-FFF2-40B4-BE49-F238E27FC236}">
                    <a16:creationId xmlns:a16="http://schemas.microsoft.com/office/drawing/2014/main" id="{7ED4FEE2-73E5-4449-94B5-63A3620C3C3E}"/>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65" name="Freeform: Shape 164">
                <a:extLst>
                  <a:ext uri="{FF2B5EF4-FFF2-40B4-BE49-F238E27FC236}">
                    <a16:creationId xmlns:a16="http://schemas.microsoft.com/office/drawing/2014/main" id="{CC567CA8-6CF2-4DC0-B72E-4B8C656F8298}"/>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66" name="Freeform: Shape 165">
                <a:extLst>
                  <a:ext uri="{FF2B5EF4-FFF2-40B4-BE49-F238E27FC236}">
                    <a16:creationId xmlns:a16="http://schemas.microsoft.com/office/drawing/2014/main" id="{6EC74348-58F7-4CAD-9B29-B9078A58B0AD}"/>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67" name="Freeform: Shape 166">
                <a:extLst>
                  <a:ext uri="{FF2B5EF4-FFF2-40B4-BE49-F238E27FC236}">
                    <a16:creationId xmlns:a16="http://schemas.microsoft.com/office/drawing/2014/main" id="{32DB7248-E7B2-48F6-A40A-72EE48AB0F1F}"/>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68" name="Freeform: Shape 167">
                <a:extLst>
                  <a:ext uri="{FF2B5EF4-FFF2-40B4-BE49-F238E27FC236}">
                    <a16:creationId xmlns:a16="http://schemas.microsoft.com/office/drawing/2014/main" id="{E9DD5D93-A3F3-4427-A6DD-63882304AAD1}"/>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69" name="Freeform: Shape 168">
                <a:extLst>
                  <a:ext uri="{FF2B5EF4-FFF2-40B4-BE49-F238E27FC236}">
                    <a16:creationId xmlns:a16="http://schemas.microsoft.com/office/drawing/2014/main" id="{579078F9-8A43-4141-ACEE-8022061B7A7D}"/>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0" name="Freeform: Shape 169">
                <a:extLst>
                  <a:ext uri="{FF2B5EF4-FFF2-40B4-BE49-F238E27FC236}">
                    <a16:creationId xmlns:a16="http://schemas.microsoft.com/office/drawing/2014/main" id="{73F1C332-3D7E-486D-B6F1-0C07A2B8B344}"/>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1" name="Freeform: Shape 170">
                <a:extLst>
                  <a:ext uri="{FF2B5EF4-FFF2-40B4-BE49-F238E27FC236}">
                    <a16:creationId xmlns:a16="http://schemas.microsoft.com/office/drawing/2014/main" id="{6FDEB168-46CD-4390-B556-7ECBB3A292BE}"/>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2" name="Freeform: Shape 171">
                <a:extLst>
                  <a:ext uri="{FF2B5EF4-FFF2-40B4-BE49-F238E27FC236}">
                    <a16:creationId xmlns:a16="http://schemas.microsoft.com/office/drawing/2014/main" id="{D972F8CA-4AE2-44BC-BE5D-723680B9EC0F}"/>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3" name="Freeform: Shape 172">
                <a:extLst>
                  <a:ext uri="{FF2B5EF4-FFF2-40B4-BE49-F238E27FC236}">
                    <a16:creationId xmlns:a16="http://schemas.microsoft.com/office/drawing/2014/main" id="{596B3F0B-D577-4395-B574-30499DFA4A0B}"/>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4" name="Freeform: Shape 173">
                <a:extLst>
                  <a:ext uri="{FF2B5EF4-FFF2-40B4-BE49-F238E27FC236}">
                    <a16:creationId xmlns:a16="http://schemas.microsoft.com/office/drawing/2014/main" id="{9B50B23D-EC83-4CF6-8D86-F3BD2EA5128B}"/>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5" name="Freeform: Shape 174">
                <a:extLst>
                  <a:ext uri="{FF2B5EF4-FFF2-40B4-BE49-F238E27FC236}">
                    <a16:creationId xmlns:a16="http://schemas.microsoft.com/office/drawing/2014/main" id="{58BDCD40-C9F8-4DCD-8EEB-3C2ED3CF7E78}"/>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6" name="Freeform: Shape 175">
                <a:extLst>
                  <a:ext uri="{FF2B5EF4-FFF2-40B4-BE49-F238E27FC236}">
                    <a16:creationId xmlns:a16="http://schemas.microsoft.com/office/drawing/2014/main" id="{557FE218-B833-47B0-BBE8-E41406D5FC6C}"/>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7" name="Freeform: Shape 176">
                <a:extLst>
                  <a:ext uri="{FF2B5EF4-FFF2-40B4-BE49-F238E27FC236}">
                    <a16:creationId xmlns:a16="http://schemas.microsoft.com/office/drawing/2014/main" id="{D1731103-1F98-44B7-9EDB-3D791A1167FD}"/>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8" name="Freeform: Shape 177">
                <a:extLst>
                  <a:ext uri="{FF2B5EF4-FFF2-40B4-BE49-F238E27FC236}">
                    <a16:creationId xmlns:a16="http://schemas.microsoft.com/office/drawing/2014/main" id="{59C55629-46D5-4A30-A73D-E11CB4E663A5}"/>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79" name="Freeform: Shape 178">
                <a:extLst>
                  <a:ext uri="{FF2B5EF4-FFF2-40B4-BE49-F238E27FC236}">
                    <a16:creationId xmlns:a16="http://schemas.microsoft.com/office/drawing/2014/main" id="{BCCDA31E-F0D5-4437-898A-9BC5556E6F96}"/>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80" name="Freeform: Shape 179">
                <a:extLst>
                  <a:ext uri="{FF2B5EF4-FFF2-40B4-BE49-F238E27FC236}">
                    <a16:creationId xmlns:a16="http://schemas.microsoft.com/office/drawing/2014/main" id="{14F2E82D-C8CD-42AF-B28A-A9F7EE1345F3}"/>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sp>
            <p:nvSpPr>
              <p:cNvPr id="181" name="Freeform: Shape 180">
                <a:extLst>
                  <a:ext uri="{FF2B5EF4-FFF2-40B4-BE49-F238E27FC236}">
                    <a16:creationId xmlns:a16="http://schemas.microsoft.com/office/drawing/2014/main" id="{BA6E720D-C517-4A35-AAAA-20FAF1682646}"/>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9050" cap="flat">
                <a:solidFill>
                  <a:schemeClr val="tx1"/>
                </a:solidFill>
                <a:prstDash val="solid"/>
                <a:miter/>
              </a:ln>
            </p:spPr>
            <p:txBody>
              <a:bodyPr rtlCol="0" anchor="ctr"/>
              <a:lstStyle/>
              <a:p>
                <a:pPr defTabSz="914363">
                  <a:defRPr/>
                </a:pPr>
                <a:endParaRPr lang="en-US" sz="3200" dirty="0">
                  <a:latin typeface="Amazon Ember Display"/>
                </a:endParaRPr>
              </a:p>
            </p:txBody>
          </p:sp>
        </p:grpSp>
        <p:cxnSp>
          <p:nvCxnSpPr>
            <p:cNvPr id="200" name="Straight Connector 199">
              <a:extLst>
                <a:ext uri="{FF2B5EF4-FFF2-40B4-BE49-F238E27FC236}">
                  <a16:creationId xmlns:a16="http://schemas.microsoft.com/office/drawing/2014/main" id="{CCDE5D7D-2F52-4FB3-B881-8315980AD28D}"/>
                </a:ext>
              </a:extLst>
            </p:cNvPr>
            <p:cNvCxnSpPr>
              <a:cxnSpLocks/>
            </p:cNvCxnSpPr>
            <p:nvPr/>
          </p:nvCxnSpPr>
          <p:spPr>
            <a:xfrm>
              <a:off x="4521013" y="3892106"/>
              <a:ext cx="1638300" cy="0"/>
            </a:xfrm>
            <a:prstGeom prst="line">
              <a:avLst/>
            </a:prstGeom>
            <a:ln w="19050" cap="rnd">
              <a:gradFill>
                <a:gsLst>
                  <a:gs pos="0">
                    <a:schemeClr val="accent4"/>
                  </a:gs>
                  <a:gs pos="100000">
                    <a:schemeClr val="accent1"/>
                  </a:gs>
                </a:gsLst>
                <a:lin ang="0" scaled="0"/>
              </a:gradFill>
              <a:round/>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16D07C7A-A302-4E2E-8479-A6530D96EB81}"/>
              </a:ext>
            </a:extLst>
          </p:cNvPr>
          <p:cNvGrpSpPr/>
          <p:nvPr/>
        </p:nvGrpSpPr>
        <p:grpSpPr>
          <a:xfrm>
            <a:off x="8257418" y="4040766"/>
            <a:ext cx="3095865" cy="1256133"/>
            <a:chOff x="4368340" y="1967185"/>
            <a:chExt cx="3095865" cy="1256133"/>
          </a:xfrm>
        </p:grpSpPr>
        <p:sp>
          <p:nvSpPr>
            <p:cNvPr id="39" name="TextBox 38">
              <a:extLst>
                <a:ext uri="{FF2B5EF4-FFF2-40B4-BE49-F238E27FC236}">
                  <a16:creationId xmlns:a16="http://schemas.microsoft.com/office/drawing/2014/main" id="{2CFCB529-FD70-DA43-A899-7B0FBCF3E2B3}"/>
                </a:ext>
              </a:extLst>
            </p:cNvPr>
            <p:cNvSpPr txBox="1"/>
            <p:nvPr/>
          </p:nvSpPr>
          <p:spPr>
            <a:xfrm>
              <a:off x="4368340" y="2861616"/>
              <a:ext cx="3095865" cy="361702"/>
            </a:xfrm>
            <a:prstGeom prst="rect">
              <a:avLst/>
            </a:prstGeom>
            <a:noFill/>
          </p:spPr>
          <p:txBody>
            <a:bodyPr wrap="square" lIns="0" tIns="0" rIns="0" bIns="0" rtlCol="0">
              <a:spAutoFit/>
            </a:bodyPr>
            <a:lstStyle/>
            <a:p>
              <a:pPr algn="ctr" defTabSz="914363">
                <a:lnSpc>
                  <a:spcPts val="2880"/>
                </a:lnSpc>
                <a:defRPr/>
              </a:pPr>
              <a:r>
                <a:rPr lang="en-US" sz="2400" dirty="0">
                  <a:latin typeface="Amazon Ember Display"/>
                </a:rPr>
                <a:t>Stability &amp; Resiliency</a:t>
              </a:r>
            </a:p>
          </p:txBody>
        </p:sp>
        <p:grpSp>
          <p:nvGrpSpPr>
            <p:cNvPr id="147" name="Group 146">
              <a:extLst>
                <a:ext uri="{FF2B5EF4-FFF2-40B4-BE49-F238E27FC236}">
                  <a16:creationId xmlns:a16="http://schemas.microsoft.com/office/drawing/2014/main" id="{1EDAE4AA-81D2-40A5-8DF8-DE8D37A134F2}"/>
                </a:ext>
              </a:extLst>
            </p:cNvPr>
            <p:cNvGrpSpPr/>
            <p:nvPr/>
          </p:nvGrpSpPr>
          <p:grpSpPr>
            <a:xfrm>
              <a:off x="5572040" y="1967185"/>
              <a:ext cx="688465" cy="638802"/>
              <a:chOff x="5884278" y="2529883"/>
              <a:chExt cx="447780" cy="437466"/>
            </a:xfrm>
          </p:grpSpPr>
          <p:sp>
            <p:nvSpPr>
              <p:cNvPr id="148" name="Freeform: Shape 147">
                <a:extLst>
                  <a:ext uri="{FF2B5EF4-FFF2-40B4-BE49-F238E27FC236}">
                    <a16:creationId xmlns:a16="http://schemas.microsoft.com/office/drawing/2014/main" id="{95229899-A220-4A1B-9D10-41F10DF9A0C8}"/>
                  </a:ext>
                </a:extLst>
              </p:cNvPr>
              <p:cNvSpPr/>
              <p:nvPr/>
            </p:nvSpPr>
            <p:spPr>
              <a:xfrm>
                <a:off x="6198080" y="2657514"/>
                <a:ext cx="3658" cy="69458"/>
              </a:xfrm>
              <a:custGeom>
                <a:avLst/>
                <a:gdLst>
                  <a:gd name="connsiteX0" fmla="*/ 0 w 2286"/>
                  <a:gd name="connsiteY0" fmla="*/ 0 h 43411"/>
                  <a:gd name="connsiteX1" fmla="*/ 0 w 2286"/>
                  <a:gd name="connsiteY1" fmla="*/ 43411 h 43411"/>
                </a:gdLst>
                <a:ahLst/>
                <a:cxnLst>
                  <a:cxn ang="0">
                    <a:pos x="connsiteX0" y="connsiteY0"/>
                  </a:cxn>
                  <a:cxn ang="0">
                    <a:pos x="connsiteX1" y="connsiteY1"/>
                  </a:cxn>
                </a:cxnLst>
                <a:rect l="l" t="t" r="r" b="b"/>
                <a:pathLst>
                  <a:path w="2286" h="43411">
                    <a:moveTo>
                      <a:pt x="0" y="0"/>
                    </a:moveTo>
                    <a:lnTo>
                      <a:pt x="0" y="43411"/>
                    </a:lnTo>
                  </a:path>
                </a:pathLst>
              </a:custGeom>
              <a:ln w="19050" cap="flat">
                <a:solidFill>
                  <a:schemeClr val="accent4"/>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149" name="Freeform: Shape 148">
                <a:extLst>
                  <a:ext uri="{FF2B5EF4-FFF2-40B4-BE49-F238E27FC236}">
                    <a16:creationId xmlns:a16="http://schemas.microsoft.com/office/drawing/2014/main" id="{5BDAEF75-4489-4132-A282-2B659CA171BF}"/>
                  </a:ext>
                </a:extLst>
              </p:cNvPr>
              <p:cNvSpPr/>
              <p:nvPr/>
            </p:nvSpPr>
            <p:spPr>
              <a:xfrm>
                <a:off x="6198080" y="2750857"/>
                <a:ext cx="3658" cy="23042"/>
              </a:xfrm>
              <a:custGeom>
                <a:avLst/>
                <a:gdLst>
                  <a:gd name="connsiteX0" fmla="*/ 0 w 2286"/>
                  <a:gd name="connsiteY0" fmla="*/ 0 h 14401"/>
                  <a:gd name="connsiteX1" fmla="*/ 0 w 2286"/>
                  <a:gd name="connsiteY1" fmla="*/ 14402 h 14401"/>
                </a:gdLst>
                <a:ahLst/>
                <a:cxnLst>
                  <a:cxn ang="0">
                    <a:pos x="connsiteX0" y="connsiteY0"/>
                  </a:cxn>
                  <a:cxn ang="0">
                    <a:pos x="connsiteX1" y="connsiteY1"/>
                  </a:cxn>
                </a:cxnLst>
                <a:rect l="l" t="t" r="r" b="b"/>
                <a:pathLst>
                  <a:path w="2286" h="14401">
                    <a:moveTo>
                      <a:pt x="0" y="0"/>
                    </a:moveTo>
                    <a:lnTo>
                      <a:pt x="0" y="14402"/>
                    </a:lnTo>
                  </a:path>
                </a:pathLst>
              </a:custGeom>
              <a:ln w="19050" cap="flat">
                <a:solidFill>
                  <a:schemeClr val="accent4"/>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150" name="Freeform: Shape 149">
                <a:extLst>
                  <a:ext uri="{FF2B5EF4-FFF2-40B4-BE49-F238E27FC236}">
                    <a16:creationId xmlns:a16="http://schemas.microsoft.com/office/drawing/2014/main" id="{228F6BA3-1167-4CDF-8478-BCB8216FA4D5}"/>
                  </a:ext>
                </a:extLst>
              </p:cNvPr>
              <p:cNvSpPr/>
              <p:nvPr/>
            </p:nvSpPr>
            <p:spPr>
              <a:xfrm>
                <a:off x="6034915" y="2820681"/>
                <a:ext cx="69458" cy="3658"/>
              </a:xfrm>
              <a:custGeom>
                <a:avLst/>
                <a:gdLst>
                  <a:gd name="connsiteX0" fmla="*/ 0 w 43411"/>
                  <a:gd name="connsiteY0" fmla="*/ 0 h 2286"/>
                  <a:gd name="connsiteX1" fmla="*/ 43411 w 43411"/>
                  <a:gd name="connsiteY1" fmla="*/ 0 h 2286"/>
                </a:gdLst>
                <a:ahLst/>
                <a:cxnLst>
                  <a:cxn ang="0">
                    <a:pos x="connsiteX0" y="connsiteY0"/>
                  </a:cxn>
                  <a:cxn ang="0">
                    <a:pos x="connsiteX1" y="connsiteY1"/>
                  </a:cxn>
                </a:cxnLst>
                <a:rect l="l" t="t" r="r" b="b"/>
                <a:pathLst>
                  <a:path w="43411" h="2286">
                    <a:moveTo>
                      <a:pt x="0" y="0"/>
                    </a:moveTo>
                    <a:lnTo>
                      <a:pt x="43411" y="0"/>
                    </a:lnTo>
                  </a:path>
                </a:pathLst>
              </a:custGeom>
              <a:ln w="19050" cap="flat">
                <a:solidFill>
                  <a:schemeClr val="accent4"/>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151" name="Freeform: Shape 150">
                <a:extLst>
                  <a:ext uri="{FF2B5EF4-FFF2-40B4-BE49-F238E27FC236}">
                    <a16:creationId xmlns:a16="http://schemas.microsoft.com/office/drawing/2014/main" id="{5485DD9C-94E2-4AAA-AAAD-0E4CEE8793F5}"/>
                  </a:ext>
                </a:extLst>
              </p:cNvPr>
              <p:cNvSpPr/>
              <p:nvPr/>
            </p:nvSpPr>
            <p:spPr>
              <a:xfrm>
                <a:off x="6128257" y="2820681"/>
                <a:ext cx="23042" cy="3658"/>
              </a:xfrm>
              <a:custGeom>
                <a:avLst/>
                <a:gdLst>
                  <a:gd name="connsiteX0" fmla="*/ 0 w 14401"/>
                  <a:gd name="connsiteY0" fmla="*/ 0 h 2286"/>
                  <a:gd name="connsiteX1" fmla="*/ 14402 w 14401"/>
                  <a:gd name="connsiteY1" fmla="*/ 0 h 2286"/>
                </a:gdLst>
                <a:ahLst/>
                <a:cxnLst>
                  <a:cxn ang="0">
                    <a:pos x="connsiteX0" y="connsiteY0"/>
                  </a:cxn>
                  <a:cxn ang="0">
                    <a:pos x="connsiteX1" y="connsiteY1"/>
                  </a:cxn>
                </a:cxnLst>
                <a:rect l="l" t="t" r="r" b="b"/>
                <a:pathLst>
                  <a:path w="14401" h="2286">
                    <a:moveTo>
                      <a:pt x="0" y="0"/>
                    </a:moveTo>
                    <a:lnTo>
                      <a:pt x="14402" y="0"/>
                    </a:lnTo>
                  </a:path>
                </a:pathLst>
              </a:custGeom>
              <a:ln w="19050" cap="flat">
                <a:solidFill>
                  <a:schemeClr val="accent4"/>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152" name="Freeform: Shape 151">
                <a:extLst>
                  <a:ext uri="{FF2B5EF4-FFF2-40B4-BE49-F238E27FC236}">
                    <a16:creationId xmlns:a16="http://schemas.microsoft.com/office/drawing/2014/main" id="{F643AC2F-A97E-43D6-A0CC-B9C54E793115}"/>
                  </a:ext>
                </a:extLst>
              </p:cNvPr>
              <p:cNvSpPr/>
              <p:nvPr/>
            </p:nvSpPr>
            <p:spPr>
              <a:xfrm>
                <a:off x="6231145" y="2771303"/>
                <a:ext cx="16312" cy="16312"/>
              </a:xfrm>
              <a:custGeom>
                <a:avLst/>
                <a:gdLst>
                  <a:gd name="connsiteX0" fmla="*/ 0 w 10195"/>
                  <a:gd name="connsiteY0" fmla="*/ 10196 h 10195"/>
                  <a:gd name="connsiteX1" fmla="*/ 10196 w 10195"/>
                  <a:gd name="connsiteY1" fmla="*/ 0 h 10195"/>
                </a:gdLst>
                <a:ahLst/>
                <a:cxnLst>
                  <a:cxn ang="0">
                    <a:pos x="connsiteX0" y="connsiteY0"/>
                  </a:cxn>
                  <a:cxn ang="0">
                    <a:pos x="connsiteX1" y="connsiteY1"/>
                  </a:cxn>
                </a:cxnLst>
                <a:rect l="l" t="t" r="r" b="b"/>
                <a:pathLst>
                  <a:path w="10195" h="10195">
                    <a:moveTo>
                      <a:pt x="0" y="10196"/>
                    </a:moveTo>
                    <a:lnTo>
                      <a:pt x="10196" y="0"/>
                    </a:lnTo>
                  </a:path>
                </a:pathLst>
              </a:custGeom>
              <a:ln w="19050" cap="flat">
                <a:solidFill>
                  <a:schemeClr val="accent4"/>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153" name="Freeform: Shape 152">
                <a:extLst>
                  <a:ext uri="{FF2B5EF4-FFF2-40B4-BE49-F238E27FC236}">
                    <a16:creationId xmlns:a16="http://schemas.microsoft.com/office/drawing/2014/main" id="{B14FAAE8-F32C-4A00-9B07-4077B1DD13B0}"/>
                  </a:ext>
                </a:extLst>
              </p:cNvPr>
              <p:cNvSpPr/>
              <p:nvPr/>
            </p:nvSpPr>
            <p:spPr>
              <a:xfrm>
                <a:off x="6264320" y="2705284"/>
                <a:ext cx="49157" cy="49157"/>
              </a:xfrm>
              <a:custGeom>
                <a:avLst/>
                <a:gdLst>
                  <a:gd name="connsiteX0" fmla="*/ 0 w 30723"/>
                  <a:gd name="connsiteY0" fmla="*/ 30724 h 30723"/>
                  <a:gd name="connsiteX1" fmla="*/ 30724 w 30723"/>
                  <a:gd name="connsiteY1" fmla="*/ 0 h 30723"/>
                </a:gdLst>
                <a:ahLst/>
                <a:cxnLst>
                  <a:cxn ang="0">
                    <a:pos x="connsiteX0" y="connsiteY0"/>
                  </a:cxn>
                  <a:cxn ang="0">
                    <a:pos x="connsiteX1" y="connsiteY1"/>
                  </a:cxn>
                </a:cxnLst>
                <a:rect l="l" t="t" r="r" b="b"/>
                <a:pathLst>
                  <a:path w="30723" h="30723">
                    <a:moveTo>
                      <a:pt x="0" y="30724"/>
                    </a:moveTo>
                    <a:lnTo>
                      <a:pt x="30724" y="0"/>
                    </a:lnTo>
                  </a:path>
                </a:pathLst>
              </a:custGeom>
              <a:ln w="19050" cap="flat">
                <a:solidFill>
                  <a:schemeClr val="accent4"/>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154" name="Freeform: Shape 153">
                <a:extLst>
                  <a:ext uri="{FF2B5EF4-FFF2-40B4-BE49-F238E27FC236}">
                    <a16:creationId xmlns:a16="http://schemas.microsoft.com/office/drawing/2014/main" id="{444213D3-CA2D-441F-AE02-D99ED671D730}"/>
                  </a:ext>
                </a:extLst>
              </p:cNvPr>
              <p:cNvSpPr/>
              <p:nvPr/>
            </p:nvSpPr>
            <p:spPr>
              <a:xfrm>
                <a:off x="6148702" y="2853782"/>
                <a:ext cx="16312" cy="16275"/>
              </a:xfrm>
              <a:custGeom>
                <a:avLst/>
                <a:gdLst>
                  <a:gd name="connsiteX0" fmla="*/ 0 w 10195"/>
                  <a:gd name="connsiteY0" fmla="*/ 10173 h 10172"/>
                  <a:gd name="connsiteX1" fmla="*/ 10196 w 10195"/>
                  <a:gd name="connsiteY1" fmla="*/ 0 h 10172"/>
                </a:gdLst>
                <a:ahLst/>
                <a:cxnLst>
                  <a:cxn ang="0">
                    <a:pos x="connsiteX0" y="connsiteY0"/>
                  </a:cxn>
                  <a:cxn ang="0">
                    <a:pos x="connsiteX1" y="connsiteY1"/>
                  </a:cxn>
                </a:cxnLst>
                <a:rect l="l" t="t" r="r" b="b"/>
                <a:pathLst>
                  <a:path w="10195" h="10172">
                    <a:moveTo>
                      <a:pt x="0" y="10173"/>
                    </a:moveTo>
                    <a:lnTo>
                      <a:pt x="10196" y="0"/>
                    </a:lnTo>
                  </a:path>
                </a:pathLst>
              </a:custGeom>
              <a:ln w="19050" cap="flat">
                <a:solidFill>
                  <a:schemeClr val="accent4"/>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155" name="Freeform: Shape 154">
                <a:extLst>
                  <a:ext uri="{FF2B5EF4-FFF2-40B4-BE49-F238E27FC236}">
                    <a16:creationId xmlns:a16="http://schemas.microsoft.com/office/drawing/2014/main" id="{1766C837-E7B3-43A7-B5CB-DA9C729A0CD7}"/>
                  </a:ext>
                </a:extLst>
              </p:cNvPr>
              <p:cNvSpPr/>
              <p:nvPr/>
            </p:nvSpPr>
            <p:spPr>
              <a:xfrm>
                <a:off x="6082683" y="2886956"/>
                <a:ext cx="49157" cy="49120"/>
              </a:xfrm>
              <a:custGeom>
                <a:avLst/>
                <a:gdLst>
                  <a:gd name="connsiteX0" fmla="*/ 30724 w 30723"/>
                  <a:gd name="connsiteY0" fmla="*/ 0 h 30700"/>
                  <a:gd name="connsiteX1" fmla="*/ 0 w 30723"/>
                  <a:gd name="connsiteY1" fmla="*/ 30701 h 30700"/>
                </a:gdLst>
                <a:ahLst/>
                <a:cxnLst>
                  <a:cxn ang="0">
                    <a:pos x="connsiteX0" y="connsiteY0"/>
                  </a:cxn>
                  <a:cxn ang="0">
                    <a:pos x="connsiteX1" y="connsiteY1"/>
                  </a:cxn>
                </a:cxnLst>
                <a:rect l="l" t="t" r="r" b="b"/>
                <a:pathLst>
                  <a:path w="30723" h="30700">
                    <a:moveTo>
                      <a:pt x="30724" y="0"/>
                    </a:moveTo>
                    <a:lnTo>
                      <a:pt x="0" y="30701"/>
                    </a:lnTo>
                  </a:path>
                </a:pathLst>
              </a:custGeom>
              <a:ln w="19050" cap="flat">
                <a:solidFill>
                  <a:schemeClr val="accent4"/>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156" name="Freeform: Shape 155">
                <a:extLst>
                  <a:ext uri="{FF2B5EF4-FFF2-40B4-BE49-F238E27FC236}">
                    <a16:creationId xmlns:a16="http://schemas.microsoft.com/office/drawing/2014/main" id="{0F19AFF8-6AB8-4574-9448-BBCD95ABA59E}"/>
                  </a:ext>
                </a:extLst>
              </p:cNvPr>
              <p:cNvSpPr/>
              <p:nvPr/>
            </p:nvSpPr>
            <p:spPr>
              <a:xfrm>
                <a:off x="6180560" y="2798735"/>
                <a:ext cx="151498" cy="168614"/>
              </a:xfrm>
              <a:custGeom>
                <a:avLst/>
                <a:gdLst>
                  <a:gd name="connsiteX0" fmla="*/ 58042 w 94686"/>
                  <a:gd name="connsiteY0" fmla="*/ 49172 h 105384"/>
                  <a:gd name="connsiteX1" fmla="*/ 94686 w 94686"/>
                  <a:gd name="connsiteY1" fmla="*/ 40805 h 105384"/>
                  <a:gd name="connsiteX2" fmla="*/ 0 w 94686"/>
                  <a:gd name="connsiteY2" fmla="*/ 0 h 105384"/>
                  <a:gd name="connsiteX3" fmla="*/ 22837 w 94686"/>
                  <a:gd name="connsiteY3" fmla="*/ 100515 h 105384"/>
                  <a:gd name="connsiteX4" fmla="*/ 37673 w 94686"/>
                  <a:gd name="connsiteY4" fmla="*/ 66043 h 105384"/>
                  <a:gd name="connsiteX5" fmla="*/ 37696 w 94686"/>
                  <a:gd name="connsiteY5" fmla="*/ 66020 h 105384"/>
                  <a:gd name="connsiteX6" fmla="*/ 57401 w 94686"/>
                  <a:gd name="connsiteY6" fmla="*/ 89748 h 105384"/>
                  <a:gd name="connsiteX7" fmla="*/ 70409 w 94686"/>
                  <a:gd name="connsiteY7" fmla="*/ 105385 h 105384"/>
                  <a:gd name="connsiteX8" fmla="*/ 78250 w 94686"/>
                  <a:gd name="connsiteY8" fmla="*/ 98847 h 105384"/>
                  <a:gd name="connsiteX9" fmla="*/ 90754 w 94686"/>
                  <a:gd name="connsiteY9" fmla="*/ 88445 h 105384"/>
                  <a:gd name="connsiteX10" fmla="*/ 78250 w 94686"/>
                  <a:gd name="connsiteY10" fmla="*/ 73426 h 105384"/>
                  <a:gd name="connsiteX11" fmla="*/ 58064 w 94686"/>
                  <a:gd name="connsiteY11" fmla="*/ 49126 h 105384"/>
                  <a:gd name="connsiteX12" fmla="*/ 58042 w 94686"/>
                  <a:gd name="connsiteY12" fmla="*/ 49172 h 105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686" h="105384">
                    <a:moveTo>
                      <a:pt x="58042" y="49172"/>
                    </a:moveTo>
                    <a:lnTo>
                      <a:pt x="94686" y="40805"/>
                    </a:lnTo>
                    <a:lnTo>
                      <a:pt x="0" y="0"/>
                    </a:lnTo>
                    <a:lnTo>
                      <a:pt x="22837" y="100515"/>
                    </a:lnTo>
                    <a:lnTo>
                      <a:pt x="37673" y="66043"/>
                    </a:lnTo>
                    <a:lnTo>
                      <a:pt x="37696" y="66020"/>
                    </a:lnTo>
                    <a:lnTo>
                      <a:pt x="57401" y="89748"/>
                    </a:lnTo>
                    <a:lnTo>
                      <a:pt x="70409" y="105385"/>
                    </a:lnTo>
                    <a:lnTo>
                      <a:pt x="78250" y="98847"/>
                    </a:lnTo>
                    <a:lnTo>
                      <a:pt x="90754" y="88445"/>
                    </a:lnTo>
                    <a:lnTo>
                      <a:pt x="78250" y="73426"/>
                    </a:lnTo>
                    <a:lnTo>
                      <a:pt x="58064" y="49126"/>
                    </a:lnTo>
                    <a:lnTo>
                      <a:pt x="58042" y="49172"/>
                    </a:lnTo>
                    <a:close/>
                  </a:path>
                </a:pathLst>
              </a:custGeom>
              <a:noFill/>
              <a:ln w="19050" cap="flat">
                <a:solidFill>
                  <a:srgbClr val="FFFFFF"/>
                </a:solidFill>
                <a:prstDash val="solid"/>
                <a:round/>
              </a:ln>
            </p:spPr>
            <p:txBody>
              <a:bodyPr rtlCol="0" anchor="ctr"/>
              <a:lstStyle/>
              <a:p>
                <a:pPr defTabSz="609561">
                  <a:defRPr/>
                </a:pPr>
                <a:endParaRPr lang="en-US" sz="2400" dirty="0">
                  <a:latin typeface="Amazon Ember Display" panose="020F0603020204020204" pitchFamily="34" charset="0"/>
                </a:endParaRPr>
              </a:p>
            </p:txBody>
          </p:sp>
          <p:grpSp>
            <p:nvGrpSpPr>
              <p:cNvPr id="157" name="Group 156">
                <a:extLst>
                  <a:ext uri="{FF2B5EF4-FFF2-40B4-BE49-F238E27FC236}">
                    <a16:creationId xmlns:a16="http://schemas.microsoft.com/office/drawing/2014/main" id="{B13DE7C9-70F8-455E-A04F-479E57C349A2}"/>
                  </a:ext>
                </a:extLst>
              </p:cNvPr>
              <p:cNvGrpSpPr/>
              <p:nvPr/>
            </p:nvGrpSpPr>
            <p:grpSpPr>
              <a:xfrm>
                <a:off x="5884278" y="2529883"/>
                <a:ext cx="247562" cy="213907"/>
                <a:chOff x="6849285" y="2284779"/>
                <a:chExt cx="247562" cy="213907"/>
              </a:xfrm>
            </p:grpSpPr>
            <p:sp>
              <p:nvSpPr>
                <p:cNvPr id="158" name="Freeform: Shape 157">
                  <a:extLst>
                    <a:ext uri="{FF2B5EF4-FFF2-40B4-BE49-F238E27FC236}">
                      <a16:creationId xmlns:a16="http://schemas.microsoft.com/office/drawing/2014/main" id="{21C0B9F7-3E7B-47E2-B924-309A7941A0A4}"/>
                    </a:ext>
                  </a:extLst>
                </p:cNvPr>
                <p:cNvSpPr/>
                <p:nvPr/>
              </p:nvSpPr>
              <p:spPr>
                <a:xfrm>
                  <a:off x="6849285" y="2284779"/>
                  <a:ext cx="247562" cy="213907"/>
                </a:xfrm>
                <a:custGeom>
                  <a:avLst/>
                  <a:gdLst>
                    <a:gd name="connsiteX0" fmla="*/ 284532 w 644692"/>
                    <a:gd name="connsiteY0" fmla="*/ 20127 h 557050"/>
                    <a:gd name="connsiteX1" fmla="*/ 5069 w 644692"/>
                    <a:gd name="connsiteY1" fmla="*/ 492567 h 557050"/>
                    <a:gd name="connsiteX2" fmla="*/ 23528 w 644692"/>
                    <a:gd name="connsiteY2" fmla="*/ 552003 h 557050"/>
                    <a:gd name="connsiteX3" fmla="*/ 43169 w 644692"/>
                    <a:gd name="connsiteY3" fmla="*/ 557051 h 557050"/>
                    <a:gd name="connsiteX4" fmla="*/ 602000 w 644692"/>
                    <a:gd name="connsiteY4" fmla="*/ 557051 h 557050"/>
                    <a:gd name="connsiteX5" fmla="*/ 644672 w 644692"/>
                    <a:gd name="connsiteY5" fmla="*/ 511750 h 557050"/>
                    <a:gd name="connsiteX6" fmla="*/ 639624 w 644692"/>
                    <a:gd name="connsiteY6" fmla="*/ 492567 h 557050"/>
                    <a:gd name="connsiteX7" fmla="*/ 359684 w 644692"/>
                    <a:gd name="connsiteY7" fmla="*/ 20127 h 557050"/>
                    <a:gd name="connsiteX8" fmla="*/ 297077 w 644692"/>
                    <a:gd name="connsiteY8" fmla="*/ 7582 h 557050"/>
                    <a:gd name="connsiteX9" fmla="*/ 284532 w 644692"/>
                    <a:gd name="connsiteY9" fmla="*/ 20127 h 55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4692" h="557050">
                      <a:moveTo>
                        <a:pt x="284532" y="20127"/>
                      </a:moveTo>
                      <a:lnTo>
                        <a:pt x="5069" y="492567"/>
                      </a:lnTo>
                      <a:cubicBezTo>
                        <a:pt x="-6247" y="514074"/>
                        <a:pt x="2021" y="540687"/>
                        <a:pt x="23528" y="552003"/>
                      </a:cubicBezTo>
                      <a:cubicBezTo>
                        <a:pt x="29596" y="555193"/>
                        <a:pt x="36320" y="556917"/>
                        <a:pt x="43169" y="557051"/>
                      </a:cubicBezTo>
                      <a:lnTo>
                        <a:pt x="602000" y="557051"/>
                      </a:lnTo>
                      <a:cubicBezTo>
                        <a:pt x="626289" y="556327"/>
                        <a:pt x="645396" y="536039"/>
                        <a:pt x="644672" y="511750"/>
                      </a:cubicBezTo>
                      <a:cubicBezTo>
                        <a:pt x="644472" y="505054"/>
                        <a:pt x="642748" y="498491"/>
                        <a:pt x="639624" y="492567"/>
                      </a:cubicBezTo>
                      <a:lnTo>
                        <a:pt x="359684" y="20127"/>
                      </a:lnTo>
                      <a:cubicBezTo>
                        <a:pt x="345864" y="-628"/>
                        <a:pt x="317832" y="-6248"/>
                        <a:pt x="297077" y="7582"/>
                      </a:cubicBezTo>
                      <a:cubicBezTo>
                        <a:pt x="292105" y="10887"/>
                        <a:pt x="287847" y="15154"/>
                        <a:pt x="284532" y="20127"/>
                      </a:cubicBezTo>
                      <a:close/>
                    </a:path>
                  </a:pathLst>
                </a:custGeom>
                <a:noFill/>
                <a:ln w="19050" cap="flat">
                  <a:solidFill>
                    <a:schemeClr val="accent4"/>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159" name="Freeform: Shape 158">
                  <a:extLst>
                    <a:ext uri="{FF2B5EF4-FFF2-40B4-BE49-F238E27FC236}">
                      <a16:creationId xmlns:a16="http://schemas.microsoft.com/office/drawing/2014/main" id="{44A380F5-8A27-4342-AE96-8BEC0C00EEA8}"/>
                    </a:ext>
                  </a:extLst>
                </p:cNvPr>
                <p:cNvSpPr/>
                <p:nvPr/>
              </p:nvSpPr>
              <p:spPr>
                <a:xfrm>
                  <a:off x="6963043" y="2354979"/>
                  <a:ext cx="20448" cy="112777"/>
                </a:xfrm>
                <a:custGeom>
                  <a:avLst/>
                  <a:gdLst>
                    <a:gd name="connsiteX0" fmla="*/ 26387 w 53249"/>
                    <a:gd name="connsiteY0" fmla="*/ 293658 h 293691"/>
                    <a:gd name="connsiteX1" fmla="*/ 7337 w 53249"/>
                    <a:gd name="connsiteY1" fmla="*/ 286133 h 293691"/>
                    <a:gd name="connsiteX2" fmla="*/ 7337 w 53249"/>
                    <a:gd name="connsiteY2" fmla="*/ 247176 h 293691"/>
                    <a:gd name="connsiteX3" fmla="*/ 45913 w 53249"/>
                    <a:gd name="connsiteY3" fmla="*/ 247176 h 293691"/>
                    <a:gd name="connsiteX4" fmla="*/ 45913 w 53249"/>
                    <a:gd name="connsiteY4" fmla="*/ 286133 h 293691"/>
                    <a:gd name="connsiteX5" fmla="*/ 26387 w 53249"/>
                    <a:gd name="connsiteY5" fmla="*/ 293658 h 293691"/>
                    <a:gd name="connsiteX6" fmla="*/ 9527 w 53249"/>
                    <a:gd name="connsiteY6" fmla="*/ 203456 h 293691"/>
                    <a:gd name="connsiteX7" fmla="*/ 3812 w 53249"/>
                    <a:gd name="connsiteY7" fmla="*/ 5336 h 293691"/>
                    <a:gd name="connsiteX8" fmla="*/ 48866 w 53249"/>
                    <a:gd name="connsiteY8" fmla="*/ 5336 h 293691"/>
                    <a:gd name="connsiteX9" fmla="*/ 43151 w 53249"/>
                    <a:gd name="connsiteY9" fmla="*/ 203456 h 293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249" h="293691">
                      <a:moveTo>
                        <a:pt x="26387" y="293658"/>
                      </a:moveTo>
                      <a:cubicBezTo>
                        <a:pt x="19271" y="293896"/>
                        <a:pt x="12375" y="291172"/>
                        <a:pt x="7337" y="286133"/>
                      </a:cubicBezTo>
                      <a:cubicBezTo>
                        <a:pt x="-2446" y="274989"/>
                        <a:pt x="-2446" y="258320"/>
                        <a:pt x="7337" y="247176"/>
                      </a:cubicBezTo>
                      <a:cubicBezTo>
                        <a:pt x="18252" y="237184"/>
                        <a:pt x="34997" y="237184"/>
                        <a:pt x="45913" y="247176"/>
                      </a:cubicBezTo>
                      <a:cubicBezTo>
                        <a:pt x="55695" y="258320"/>
                        <a:pt x="55695" y="274989"/>
                        <a:pt x="45913" y="286133"/>
                      </a:cubicBezTo>
                      <a:cubicBezTo>
                        <a:pt x="40769" y="291296"/>
                        <a:pt x="33664" y="294030"/>
                        <a:pt x="26387" y="293658"/>
                      </a:cubicBezTo>
                      <a:close/>
                      <a:moveTo>
                        <a:pt x="9527" y="203456"/>
                      </a:moveTo>
                      <a:lnTo>
                        <a:pt x="3812" y="5336"/>
                      </a:lnTo>
                      <a:cubicBezTo>
                        <a:pt x="17985" y="-1779"/>
                        <a:pt x="34692" y="-1779"/>
                        <a:pt x="48866" y="5336"/>
                      </a:cubicBezTo>
                      <a:lnTo>
                        <a:pt x="43151" y="203456"/>
                      </a:lnTo>
                      <a:close/>
                    </a:path>
                  </a:pathLst>
                </a:custGeom>
                <a:solidFill>
                  <a:schemeClr val="accent4"/>
                </a:solidFill>
                <a:ln w="9525" cap="flat">
                  <a:noFill/>
                  <a:prstDash val="solid"/>
                  <a:miter/>
                </a:ln>
              </p:spPr>
              <p:txBody>
                <a:bodyPr rtlCol="0" anchor="ctr"/>
                <a:lstStyle/>
                <a:p>
                  <a:pPr defTabSz="609561">
                    <a:defRPr/>
                  </a:pPr>
                  <a:endParaRPr lang="en-US" sz="2400" dirty="0">
                    <a:latin typeface="Amazon Ember Display" panose="020F0603020204020204" pitchFamily="34" charset="0"/>
                  </a:endParaRPr>
                </a:p>
              </p:txBody>
            </p:sp>
          </p:grpSp>
        </p:grpSp>
        <p:cxnSp>
          <p:nvCxnSpPr>
            <p:cNvPr id="201" name="Straight Connector 200">
              <a:extLst>
                <a:ext uri="{FF2B5EF4-FFF2-40B4-BE49-F238E27FC236}">
                  <a16:creationId xmlns:a16="http://schemas.microsoft.com/office/drawing/2014/main" id="{033335B6-1CF1-4973-8501-B032412A7AF1}"/>
                </a:ext>
              </a:extLst>
            </p:cNvPr>
            <p:cNvCxnSpPr>
              <a:cxnSpLocks/>
            </p:cNvCxnSpPr>
            <p:nvPr/>
          </p:nvCxnSpPr>
          <p:spPr>
            <a:xfrm>
              <a:off x="5032286" y="2729753"/>
              <a:ext cx="1638300" cy="0"/>
            </a:xfrm>
            <a:prstGeom prst="line">
              <a:avLst/>
            </a:prstGeom>
            <a:ln w="19050" cap="rnd">
              <a:gradFill>
                <a:gsLst>
                  <a:gs pos="0">
                    <a:schemeClr val="accent4"/>
                  </a:gs>
                  <a:gs pos="100000">
                    <a:schemeClr val="accent1"/>
                  </a:gs>
                </a:gsLst>
                <a:lin ang="0" scaled="0"/>
              </a:gradFill>
              <a:round/>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7C29ABE9-E5CC-4512-83BC-E1EF809C4F82}"/>
              </a:ext>
            </a:extLst>
          </p:cNvPr>
          <p:cNvGrpSpPr/>
          <p:nvPr/>
        </p:nvGrpSpPr>
        <p:grpSpPr>
          <a:xfrm>
            <a:off x="993228" y="4002235"/>
            <a:ext cx="3095865" cy="1298233"/>
            <a:chOff x="8136790" y="2003551"/>
            <a:chExt cx="3095865" cy="1298233"/>
          </a:xfrm>
        </p:grpSpPr>
        <p:sp>
          <p:nvSpPr>
            <p:cNvPr id="37" name="TextBox 36">
              <a:extLst>
                <a:ext uri="{FF2B5EF4-FFF2-40B4-BE49-F238E27FC236}">
                  <a16:creationId xmlns:a16="http://schemas.microsoft.com/office/drawing/2014/main" id="{9AB92898-13F8-0246-B7EF-B6878DBABB4B}"/>
                </a:ext>
              </a:extLst>
            </p:cNvPr>
            <p:cNvSpPr txBox="1"/>
            <p:nvPr/>
          </p:nvSpPr>
          <p:spPr>
            <a:xfrm>
              <a:off x="8136790" y="2940082"/>
              <a:ext cx="3095865" cy="361702"/>
            </a:xfrm>
            <a:prstGeom prst="rect">
              <a:avLst/>
            </a:prstGeom>
            <a:noFill/>
          </p:spPr>
          <p:txBody>
            <a:bodyPr wrap="square" lIns="0" tIns="0" rIns="0" bIns="0" rtlCol="0">
              <a:spAutoFit/>
            </a:bodyPr>
            <a:lstStyle/>
            <a:p>
              <a:pPr algn="ctr" defTabSz="914363">
                <a:lnSpc>
                  <a:spcPts val="2880"/>
                </a:lnSpc>
                <a:defRPr/>
              </a:pPr>
              <a:r>
                <a:rPr lang="en-US" sz="2400" dirty="0">
                  <a:latin typeface="Amazon Ember Display"/>
                </a:rPr>
                <a:t>Cluster Orchestration</a:t>
              </a:r>
            </a:p>
          </p:txBody>
        </p:sp>
        <p:grpSp>
          <p:nvGrpSpPr>
            <p:cNvPr id="75" name="Group 74">
              <a:extLst>
                <a:ext uri="{FF2B5EF4-FFF2-40B4-BE49-F238E27FC236}">
                  <a16:creationId xmlns:a16="http://schemas.microsoft.com/office/drawing/2014/main" id="{1B10CDDA-C3C6-42CF-8748-5333CD107B24}"/>
                </a:ext>
              </a:extLst>
            </p:cNvPr>
            <p:cNvGrpSpPr/>
            <p:nvPr/>
          </p:nvGrpSpPr>
          <p:grpSpPr>
            <a:xfrm>
              <a:off x="9322347" y="2003551"/>
              <a:ext cx="725911" cy="632552"/>
              <a:chOff x="8873735" y="2027350"/>
              <a:chExt cx="1006852" cy="868547"/>
            </a:xfrm>
          </p:grpSpPr>
          <p:grpSp>
            <p:nvGrpSpPr>
              <p:cNvPr id="76" name="Group 75">
                <a:extLst>
                  <a:ext uri="{FF2B5EF4-FFF2-40B4-BE49-F238E27FC236}">
                    <a16:creationId xmlns:a16="http://schemas.microsoft.com/office/drawing/2014/main" id="{F8D8E3DB-0797-40A2-8AF2-7ECB05585782}"/>
                  </a:ext>
                </a:extLst>
              </p:cNvPr>
              <p:cNvGrpSpPr/>
              <p:nvPr/>
            </p:nvGrpSpPr>
            <p:grpSpPr>
              <a:xfrm>
                <a:off x="9394519" y="2406612"/>
                <a:ext cx="486068" cy="489285"/>
                <a:chOff x="9997304" y="2424132"/>
                <a:chExt cx="276514" cy="278344"/>
              </a:xfrm>
            </p:grpSpPr>
            <p:sp>
              <p:nvSpPr>
                <p:cNvPr id="90" name="Freeform: Shape 89">
                  <a:extLst>
                    <a:ext uri="{FF2B5EF4-FFF2-40B4-BE49-F238E27FC236}">
                      <a16:creationId xmlns:a16="http://schemas.microsoft.com/office/drawing/2014/main" id="{17ADF0B3-EDF2-4489-BB0D-616174947483}"/>
                    </a:ext>
                  </a:extLst>
                </p:cNvPr>
                <p:cNvSpPr/>
                <p:nvPr/>
              </p:nvSpPr>
              <p:spPr>
                <a:xfrm>
                  <a:off x="10000229" y="2558000"/>
                  <a:ext cx="43891" cy="10972"/>
                </a:xfrm>
                <a:custGeom>
                  <a:avLst/>
                  <a:gdLst>
                    <a:gd name="connsiteX0" fmla="*/ 34759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4759" y="4828"/>
                      </a:moveTo>
                      <a:lnTo>
                        <a:pt x="4828"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91" name="Freeform: Shape 90">
                  <a:extLst>
                    <a:ext uri="{FF2B5EF4-FFF2-40B4-BE49-F238E27FC236}">
                      <a16:creationId xmlns:a16="http://schemas.microsoft.com/office/drawing/2014/main" id="{17C16CC1-3F51-4038-9A2F-E4CFF95FE53C}"/>
                    </a:ext>
                  </a:extLst>
                </p:cNvPr>
                <p:cNvSpPr/>
                <p:nvPr/>
              </p:nvSpPr>
              <p:spPr>
                <a:xfrm>
                  <a:off x="10103374" y="2424132"/>
                  <a:ext cx="65837" cy="10972"/>
                </a:xfrm>
                <a:custGeom>
                  <a:avLst/>
                  <a:gdLst>
                    <a:gd name="connsiteX0" fmla="*/ 53748 w 57932"/>
                    <a:gd name="connsiteY0" fmla="*/ 7402 h 9655"/>
                    <a:gd name="connsiteX1" fmla="*/ 29288 w 57932"/>
                    <a:gd name="connsiteY1" fmla="*/ 4828 h 9655"/>
                    <a:gd name="connsiteX2" fmla="*/ 4828 w 57932"/>
                    <a:gd name="connsiteY2" fmla="*/ 7402 h 9655"/>
                  </a:gdLst>
                  <a:ahLst/>
                  <a:cxnLst>
                    <a:cxn ang="0">
                      <a:pos x="connsiteX0" y="connsiteY0"/>
                    </a:cxn>
                    <a:cxn ang="0">
                      <a:pos x="connsiteX1" y="connsiteY1"/>
                    </a:cxn>
                    <a:cxn ang="0">
                      <a:pos x="connsiteX2" y="connsiteY2"/>
                    </a:cxn>
                  </a:cxnLst>
                  <a:rect l="l" t="t" r="r" b="b"/>
                  <a:pathLst>
                    <a:path w="57932" h="9655">
                      <a:moveTo>
                        <a:pt x="53748" y="7402"/>
                      </a:moveTo>
                      <a:cubicBezTo>
                        <a:pt x="45702" y="5793"/>
                        <a:pt x="37656" y="4828"/>
                        <a:pt x="29288" y="4828"/>
                      </a:cubicBezTo>
                      <a:cubicBezTo>
                        <a:pt x="20920" y="4828"/>
                        <a:pt x="12552" y="5793"/>
                        <a:pt x="4828" y="7402"/>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92" name="Freeform: Shape 91">
                  <a:extLst>
                    <a:ext uri="{FF2B5EF4-FFF2-40B4-BE49-F238E27FC236}">
                      <a16:creationId xmlns:a16="http://schemas.microsoft.com/office/drawing/2014/main" id="{BC54B3CB-FFFD-4135-A160-DAB5FA0720DA}"/>
                    </a:ext>
                  </a:extLst>
                </p:cNvPr>
                <p:cNvSpPr/>
                <p:nvPr/>
              </p:nvSpPr>
              <p:spPr>
                <a:xfrm>
                  <a:off x="10000229" y="2585799"/>
                  <a:ext cx="113386" cy="113386"/>
                </a:xfrm>
                <a:custGeom>
                  <a:avLst/>
                  <a:gdLst>
                    <a:gd name="connsiteX0" fmla="*/ 4828 w 99771"/>
                    <a:gd name="connsiteY0" fmla="*/ 4828 h 99771"/>
                    <a:gd name="connsiteX1" fmla="*/ 95266 w 99771"/>
                    <a:gd name="connsiteY1" fmla="*/ 95266 h 99771"/>
                  </a:gdLst>
                  <a:ahLst/>
                  <a:cxnLst>
                    <a:cxn ang="0">
                      <a:pos x="connsiteX0" y="connsiteY0"/>
                    </a:cxn>
                    <a:cxn ang="0">
                      <a:pos x="connsiteX1" y="connsiteY1"/>
                    </a:cxn>
                  </a:cxnLst>
                  <a:rect l="l" t="t" r="r" b="b"/>
                  <a:pathLst>
                    <a:path w="99771" h="99771">
                      <a:moveTo>
                        <a:pt x="4828" y="4828"/>
                      </a:moveTo>
                      <a:cubicBezTo>
                        <a:pt x="14483" y="50208"/>
                        <a:pt x="50208" y="85932"/>
                        <a:pt x="95266" y="95266"/>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93" name="Freeform: Shape 92">
                  <a:extLst>
                    <a:ext uri="{FF2B5EF4-FFF2-40B4-BE49-F238E27FC236}">
                      <a16:creationId xmlns:a16="http://schemas.microsoft.com/office/drawing/2014/main" id="{7D165EE3-3C7E-444B-9F59-CA3B27EC053D}"/>
                    </a:ext>
                  </a:extLst>
                </p:cNvPr>
                <p:cNvSpPr/>
                <p:nvPr/>
              </p:nvSpPr>
              <p:spPr>
                <a:xfrm>
                  <a:off x="10103008" y="2688577"/>
                  <a:ext cx="36575" cy="10972"/>
                </a:xfrm>
                <a:custGeom>
                  <a:avLst/>
                  <a:gdLst>
                    <a:gd name="connsiteX0" fmla="*/ 27679 w 32184"/>
                    <a:gd name="connsiteY0" fmla="*/ 7402 h 9655"/>
                    <a:gd name="connsiteX1" fmla="*/ 4828 w 32184"/>
                    <a:gd name="connsiteY1" fmla="*/ 4828 h 9655"/>
                  </a:gdLst>
                  <a:ahLst/>
                  <a:cxnLst>
                    <a:cxn ang="0">
                      <a:pos x="connsiteX0" y="connsiteY0"/>
                    </a:cxn>
                    <a:cxn ang="0">
                      <a:pos x="connsiteX1" y="connsiteY1"/>
                    </a:cxn>
                  </a:cxnLst>
                  <a:rect l="l" t="t" r="r" b="b"/>
                  <a:pathLst>
                    <a:path w="32184" h="9655">
                      <a:moveTo>
                        <a:pt x="27679" y="7402"/>
                      </a:moveTo>
                      <a:cubicBezTo>
                        <a:pt x="19954" y="7402"/>
                        <a:pt x="12230" y="6437"/>
                        <a:pt x="4828" y="4828"/>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94" name="Freeform: Shape 93">
                  <a:extLst>
                    <a:ext uri="{FF2B5EF4-FFF2-40B4-BE49-F238E27FC236}">
                      <a16:creationId xmlns:a16="http://schemas.microsoft.com/office/drawing/2014/main" id="{0A627124-B5EC-433B-97A9-6977226846D0}"/>
                    </a:ext>
                  </a:extLst>
                </p:cNvPr>
                <p:cNvSpPr/>
                <p:nvPr/>
              </p:nvSpPr>
              <p:spPr>
                <a:xfrm>
                  <a:off x="10128977" y="2688577"/>
                  <a:ext cx="40234" cy="10972"/>
                </a:xfrm>
                <a:custGeom>
                  <a:avLst/>
                  <a:gdLst>
                    <a:gd name="connsiteX0" fmla="*/ 4828 w 35402"/>
                    <a:gd name="connsiteY0" fmla="*/ 7402 h 9655"/>
                    <a:gd name="connsiteX1" fmla="*/ 6759 w 35402"/>
                    <a:gd name="connsiteY1" fmla="*/ 7402 h 9655"/>
                    <a:gd name="connsiteX2" fmla="*/ 31219 w 35402"/>
                    <a:gd name="connsiteY2" fmla="*/ 4828 h 9655"/>
                  </a:gdLst>
                  <a:ahLst/>
                  <a:cxnLst>
                    <a:cxn ang="0">
                      <a:pos x="connsiteX0" y="connsiteY0"/>
                    </a:cxn>
                    <a:cxn ang="0">
                      <a:pos x="connsiteX1" y="connsiteY1"/>
                    </a:cxn>
                    <a:cxn ang="0">
                      <a:pos x="connsiteX2" y="connsiteY2"/>
                    </a:cxn>
                  </a:cxnLst>
                  <a:rect l="l" t="t" r="r" b="b"/>
                  <a:pathLst>
                    <a:path w="35402" h="9655">
                      <a:moveTo>
                        <a:pt x="4828" y="7402"/>
                      </a:moveTo>
                      <a:cubicBezTo>
                        <a:pt x="5471" y="7402"/>
                        <a:pt x="6115" y="7402"/>
                        <a:pt x="6759" y="7402"/>
                      </a:cubicBezTo>
                      <a:cubicBezTo>
                        <a:pt x="15127" y="7402"/>
                        <a:pt x="23495" y="6437"/>
                        <a:pt x="31219" y="4828"/>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95" name="Freeform: Shape 94">
                  <a:extLst>
                    <a:ext uri="{FF2B5EF4-FFF2-40B4-BE49-F238E27FC236}">
                      <a16:creationId xmlns:a16="http://schemas.microsoft.com/office/drawing/2014/main" id="{9686058C-0F1D-4058-AD97-814F81FD9D0E}"/>
                    </a:ext>
                  </a:extLst>
                </p:cNvPr>
                <p:cNvSpPr/>
                <p:nvPr/>
              </p:nvSpPr>
              <p:spPr>
                <a:xfrm>
                  <a:off x="10261748" y="2530203"/>
                  <a:ext cx="10972" cy="65837"/>
                </a:xfrm>
                <a:custGeom>
                  <a:avLst/>
                  <a:gdLst>
                    <a:gd name="connsiteX0" fmla="*/ 4828 w 9655"/>
                    <a:gd name="connsiteY0" fmla="*/ 53748 h 57932"/>
                    <a:gd name="connsiteX1" fmla="*/ 7402 w 9655"/>
                    <a:gd name="connsiteY1" fmla="*/ 29288 h 57932"/>
                    <a:gd name="connsiteX2" fmla="*/ 4828 w 9655"/>
                    <a:gd name="connsiteY2" fmla="*/ 4828 h 57932"/>
                  </a:gdLst>
                  <a:ahLst/>
                  <a:cxnLst>
                    <a:cxn ang="0">
                      <a:pos x="connsiteX0" y="connsiteY0"/>
                    </a:cxn>
                    <a:cxn ang="0">
                      <a:pos x="connsiteX1" y="connsiteY1"/>
                    </a:cxn>
                    <a:cxn ang="0">
                      <a:pos x="connsiteX2" y="connsiteY2"/>
                    </a:cxn>
                  </a:cxnLst>
                  <a:rect l="l" t="t" r="r" b="b"/>
                  <a:pathLst>
                    <a:path w="9655" h="57932">
                      <a:moveTo>
                        <a:pt x="4828" y="53748"/>
                      </a:moveTo>
                      <a:cubicBezTo>
                        <a:pt x="6437" y="45702"/>
                        <a:pt x="7402" y="37656"/>
                        <a:pt x="7402" y="29288"/>
                      </a:cubicBezTo>
                      <a:cubicBezTo>
                        <a:pt x="7402" y="20920"/>
                        <a:pt x="6437" y="12552"/>
                        <a:pt x="4828" y="4828"/>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96" name="Freeform: Shape 95">
                  <a:extLst>
                    <a:ext uri="{FF2B5EF4-FFF2-40B4-BE49-F238E27FC236}">
                      <a16:creationId xmlns:a16="http://schemas.microsoft.com/office/drawing/2014/main" id="{624032D7-4979-4C82-936A-35A73EA511BE}"/>
                    </a:ext>
                  </a:extLst>
                </p:cNvPr>
                <p:cNvSpPr/>
                <p:nvPr/>
              </p:nvSpPr>
              <p:spPr>
                <a:xfrm>
                  <a:off x="10158969" y="2585799"/>
                  <a:ext cx="113386" cy="113386"/>
                </a:xfrm>
                <a:custGeom>
                  <a:avLst/>
                  <a:gdLst>
                    <a:gd name="connsiteX0" fmla="*/ 95266 w 99771"/>
                    <a:gd name="connsiteY0" fmla="*/ 4828 h 99771"/>
                    <a:gd name="connsiteX1" fmla="*/ 4828 w 99771"/>
                    <a:gd name="connsiteY1" fmla="*/ 95266 h 99771"/>
                  </a:gdLst>
                  <a:ahLst/>
                  <a:cxnLst>
                    <a:cxn ang="0">
                      <a:pos x="connsiteX0" y="connsiteY0"/>
                    </a:cxn>
                    <a:cxn ang="0">
                      <a:pos x="connsiteX1" y="connsiteY1"/>
                    </a:cxn>
                  </a:cxnLst>
                  <a:rect l="l" t="t" r="r" b="b"/>
                  <a:pathLst>
                    <a:path w="99771" h="99771">
                      <a:moveTo>
                        <a:pt x="95266" y="4828"/>
                      </a:moveTo>
                      <a:cubicBezTo>
                        <a:pt x="85611" y="50208"/>
                        <a:pt x="49886" y="85932"/>
                        <a:pt x="4828" y="95266"/>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97" name="Freeform: Shape 96">
                  <a:extLst>
                    <a:ext uri="{FF2B5EF4-FFF2-40B4-BE49-F238E27FC236}">
                      <a16:creationId xmlns:a16="http://schemas.microsoft.com/office/drawing/2014/main" id="{7B855A24-26BC-463F-AFD6-28686636AB1A}"/>
                    </a:ext>
                  </a:extLst>
                </p:cNvPr>
                <p:cNvSpPr/>
                <p:nvPr/>
              </p:nvSpPr>
              <p:spPr>
                <a:xfrm>
                  <a:off x="10158969" y="2427059"/>
                  <a:ext cx="113386" cy="113386"/>
                </a:xfrm>
                <a:custGeom>
                  <a:avLst/>
                  <a:gdLst>
                    <a:gd name="connsiteX0" fmla="*/ 4828 w 99771"/>
                    <a:gd name="connsiteY0" fmla="*/ 4828 h 99771"/>
                    <a:gd name="connsiteX1" fmla="*/ 95266 w 99771"/>
                    <a:gd name="connsiteY1" fmla="*/ 95266 h 99771"/>
                  </a:gdLst>
                  <a:ahLst/>
                  <a:cxnLst>
                    <a:cxn ang="0">
                      <a:pos x="connsiteX0" y="connsiteY0"/>
                    </a:cxn>
                    <a:cxn ang="0">
                      <a:pos x="connsiteX1" y="connsiteY1"/>
                    </a:cxn>
                  </a:cxnLst>
                  <a:rect l="l" t="t" r="r" b="b"/>
                  <a:pathLst>
                    <a:path w="99771" h="99771">
                      <a:moveTo>
                        <a:pt x="4828" y="4828"/>
                      </a:moveTo>
                      <a:cubicBezTo>
                        <a:pt x="50208" y="14483"/>
                        <a:pt x="85932" y="50208"/>
                        <a:pt x="95266" y="95266"/>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98" name="Freeform: Shape 97">
                  <a:extLst>
                    <a:ext uri="{FF2B5EF4-FFF2-40B4-BE49-F238E27FC236}">
                      <a16:creationId xmlns:a16="http://schemas.microsoft.com/office/drawing/2014/main" id="{4A272E6F-C56C-4D40-85B5-9F764EE6109E}"/>
                    </a:ext>
                  </a:extLst>
                </p:cNvPr>
                <p:cNvSpPr/>
                <p:nvPr/>
              </p:nvSpPr>
              <p:spPr>
                <a:xfrm>
                  <a:off x="10000229" y="2427059"/>
                  <a:ext cx="113386" cy="113386"/>
                </a:xfrm>
                <a:custGeom>
                  <a:avLst/>
                  <a:gdLst>
                    <a:gd name="connsiteX0" fmla="*/ 4828 w 99771"/>
                    <a:gd name="connsiteY0" fmla="*/ 95266 h 99771"/>
                    <a:gd name="connsiteX1" fmla="*/ 95266 w 99771"/>
                    <a:gd name="connsiteY1" fmla="*/ 4828 h 99771"/>
                  </a:gdLst>
                  <a:ahLst/>
                  <a:cxnLst>
                    <a:cxn ang="0">
                      <a:pos x="connsiteX0" y="connsiteY0"/>
                    </a:cxn>
                    <a:cxn ang="0">
                      <a:pos x="connsiteX1" y="connsiteY1"/>
                    </a:cxn>
                  </a:cxnLst>
                  <a:rect l="l" t="t" r="r" b="b"/>
                  <a:pathLst>
                    <a:path w="99771" h="99771">
                      <a:moveTo>
                        <a:pt x="4828" y="95266"/>
                      </a:moveTo>
                      <a:cubicBezTo>
                        <a:pt x="14483" y="49886"/>
                        <a:pt x="50208" y="14161"/>
                        <a:pt x="95266" y="4828"/>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99" name="Freeform: Shape 98">
                  <a:extLst>
                    <a:ext uri="{FF2B5EF4-FFF2-40B4-BE49-F238E27FC236}">
                      <a16:creationId xmlns:a16="http://schemas.microsoft.com/office/drawing/2014/main" id="{2F7EDB35-40A4-42B6-AD41-E0C0DFFED0C0}"/>
                    </a:ext>
                  </a:extLst>
                </p:cNvPr>
                <p:cNvSpPr/>
                <p:nvPr/>
              </p:nvSpPr>
              <p:spPr>
                <a:xfrm>
                  <a:off x="9997304" y="2529837"/>
                  <a:ext cx="10972" cy="65837"/>
                </a:xfrm>
                <a:custGeom>
                  <a:avLst/>
                  <a:gdLst>
                    <a:gd name="connsiteX0" fmla="*/ 7402 w 9655"/>
                    <a:gd name="connsiteY0" fmla="*/ 4828 h 57932"/>
                    <a:gd name="connsiteX1" fmla="*/ 4828 w 9655"/>
                    <a:gd name="connsiteY1" fmla="*/ 29288 h 57932"/>
                    <a:gd name="connsiteX2" fmla="*/ 7402 w 9655"/>
                    <a:gd name="connsiteY2" fmla="*/ 53748 h 57932"/>
                  </a:gdLst>
                  <a:ahLst/>
                  <a:cxnLst>
                    <a:cxn ang="0">
                      <a:pos x="connsiteX0" y="connsiteY0"/>
                    </a:cxn>
                    <a:cxn ang="0">
                      <a:pos x="connsiteX1" y="connsiteY1"/>
                    </a:cxn>
                    <a:cxn ang="0">
                      <a:pos x="connsiteX2" y="connsiteY2"/>
                    </a:cxn>
                  </a:cxnLst>
                  <a:rect l="l" t="t" r="r" b="b"/>
                  <a:pathLst>
                    <a:path w="9655" h="57932">
                      <a:moveTo>
                        <a:pt x="7402" y="4828"/>
                      </a:moveTo>
                      <a:cubicBezTo>
                        <a:pt x="5793" y="12874"/>
                        <a:pt x="4828" y="20920"/>
                        <a:pt x="4828" y="29288"/>
                      </a:cubicBezTo>
                      <a:cubicBezTo>
                        <a:pt x="4828" y="37656"/>
                        <a:pt x="5793" y="46024"/>
                        <a:pt x="7402" y="53748"/>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0" name="Freeform: Shape 99">
                  <a:extLst>
                    <a:ext uri="{FF2B5EF4-FFF2-40B4-BE49-F238E27FC236}">
                      <a16:creationId xmlns:a16="http://schemas.microsoft.com/office/drawing/2014/main" id="{0A9E16D5-0B83-46D8-A086-3BFD2F44AE49}"/>
                    </a:ext>
                  </a:extLst>
                </p:cNvPr>
                <p:cNvSpPr/>
                <p:nvPr/>
              </p:nvSpPr>
              <p:spPr>
                <a:xfrm>
                  <a:off x="10111054" y="2543737"/>
                  <a:ext cx="43891" cy="43891"/>
                </a:xfrm>
                <a:custGeom>
                  <a:avLst/>
                  <a:gdLst>
                    <a:gd name="connsiteX0" fmla="*/ 36368 w 38621"/>
                    <a:gd name="connsiteY0" fmla="*/ 20598 h 38621"/>
                    <a:gd name="connsiteX1" fmla="*/ 20598 w 38621"/>
                    <a:gd name="connsiteY1" fmla="*/ 4828 h 38621"/>
                    <a:gd name="connsiteX2" fmla="*/ 4828 w 38621"/>
                    <a:gd name="connsiteY2" fmla="*/ 20598 h 38621"/>
                    <a:gd name="connsiteX3" fmla="*/ 20598 w 38621"/>
                    <a:gd name="connsiteY3" fmla="*/ 36368 h 38621"/>
                    <a:gd name="connsiteX4" fmla="*/ 36368 w 38621"/>
                    <a:gd name="connsiteY4" fmla="*/ 20598 h 3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1" h="38621">
                      <a:moveTo>
                        <a:pt x="36368" y="20598"/>
                      </a:moveTo>
                      <a:cubicBezTo>
                        <a:pt x="36368" y="11908"/>
                        <a:pt x="29288" y="4828"/>
                        <a:pt x="20598" y="4828"/>
                      </a:cubicBezTo>
                      <a:cubicBezTo>
                        <a:pt x="11908" y="4828"/>
                        <a:pt x="4828" y="11908"/>
                        <a:pt x="4828" y="20598"/>
                      </a:cubicBezTo>
                      <a:cubicBezTo>
                        <a:pt x="4828" y="29288"/>
                        <a:pt x="11908" y="36368"/>
                        <a:pt x="20598" y="36368"/>
                      </a:cubicBezTo>
                      <a:cubicBezTo>
                        <a:pt x="29288" y="36047"/>
                        <a:pt x="36368" y="28966"/>
                        <a:pt x="36368" y="20598"/>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1" name="Freeform: Shape 100">
                  <a:extLst>
                    <a:ext uri="{FF2B5EF4-FFF2-40B4-BE49-F238E27FC236}">
                      <a16:creationId xmlns:a16="http://schemas.microsoft.com/office/drawing/2014/main" id="{921D82EC-1D14-4045-B5CF-52B34C899EEE}"/>
                    </a:ext>
                  </a:extLst>
                </p:cNvPr>
                <p:cNvSpPr/>
                <p:nvPr/>
              </p:nvSpPr>
              <p:spPr>
                <a:xfrm>
                  <a:off x="10229927" y="2561659"/>
                  <a:ext cx="43891" cy="10972"/>
                </a:xfrm>
                <a:custGeom>
                  <a:avLst/>
                  <a:gdLst>
                    <a:gd name="connsiteX0" fmla="*/ 34759 w 38621"/>
                    <a:gd name="connsiteY0" fmla="*/ 4828 h 9655"/>
                    <a:gd name="connsiteX1" fmla="*/ 4828 w 38621"/>
                    <a:gd name="connsiteY1" fmla="*/ 4828 h 9655"/>
                  </a:gdLst>
                  <a:ahLst/>
                  <a:cxnLst>
                    <a:cxn ang="0">
                      <a:pos x="connsiteX0" y="connsiteY0"/>
                    </a:cxn>
                    <a:cxn ang="0">
                      <a:pos x="connsiteX1" y="connsiteY1"/>
                    </a:cxn>
                  </a:cxnLst>
                  <a:rect l="l" t="t" r="r" b="b"/>
                  <a:pathLst>
                    <a:path w="38621" h="9655">
                      <a:moveTo>
                        <a:pt x="34759" y="4828"/>
                      </a:moveTo>
                      <a:lnTo>
                        <a:pt x="4828"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2" name="Freeform: Shape 101">
                  <a:extLst>
                    <a:ext uri="{FF2B5EF4-FFF2-40B4-BE49-F238E27FC236}">
                      <a16:creationId xmlns:a16="http://schemas.microsoft.com/office/drawing/2014/main" id="{C47A1101-5684-46FE-AD8B-C36EB8FA3100}"/>
                    </a:ext>
                  </a:extLst>
                </p:cNvPr>
                <p:cNvSpPr/>
                <p:nvPr/>
              </p:nvSpPr>
              <p:spPr>
                <a:xfrm>
                  <a:off x="10128977" y="2691504"/>
                  <a:ext cx="10972" cy="10972"/>
                </a:xfrm>
                <a:custGeom>
                  <a:avLst/>
                  <a:gdLst>
                    <a:gd name="connsiteX0" fmla="*/ 4828 w 9655"/>
                    <a:gd name="connsiteY0" fmla="*/ 4828 h 9655"/>
                    <a:gd name="connsiteX1" fmla="*/ 4828 w 9655"/>
                    <a:gd name="connsiteY1" fmla="*/ 4828 h 9655"/>
                  </a:gdLst>
                  <a:ahLst/>
                  <a:cxnLst>
                    <a:cxn ang="0">
                      <a:pos x="connsiteX0" y="connsiteY0"/>
                    </a:cxn>
                    <a:cxn ang="0">
                      <a:pos x="connsiteX1" y="connsiteY1"/>
                    </a:cxn>
                  </a:cxnLst>
                  <a:rect l="l" t="t" r="r" b="b"/>
                  <a:pathLst>
                    <a:path w="9655" h="9655">
                      <a:moveTo>
                        <a:pt x="4828" y="4828"/>
                      </a:moveTo>
                      <a:lnTo>
                        <a:pt x="4828"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3" name="Freeform: Shape 102">
                  <a:extLst>
                    <a:ext uri="{FF2B5EF4-FFF2-40B4-BE49-F238E27FC236}">
                      <a16:creationId xmlns:a16="http://schemas.microsoft.com/office/drawing/2014/main" id="{C38BB8DF-7F2E-4A37-B273-B9548651E91E}"/>
                    </a:ext>
                  </a:extLst>
                </p:cNvPr>
                <p:cNvSpPr/>
                <p:nvPr/>
              </p:nvSpPr>
              <p:spPr>
                <a:xfrm>
                  <a:off x="10128977" y="2657487"/>
                  <a:ext cx="10972" cy="43891"/>
                </a:xfrm>
                <a:custGeom>
                  <a:avLst/>
                  <a:gdLst>
                    <a:gd name="connsiteX0" fmla="*/ 4828 w 9655"/>
                    <a:gd name="connsiteY0" fmla="*/ 34759 h 38621"/>
                    <a:gd name="connsiteX1" fmla="*/ 4828 w 9655"/>
                    <a:gd name="connsiteY1" fmla="*/ 4828 h 38621"/>
                  </a:gdLst>
                  <a:ahLst/>
                  <a:cxnLst>
                    <a:cxn ang="0">
                      <a:pos x="connsiteX0" y="connsiteY0"/>
                    </a:cxn>
                    <a:cxn ang="0">
                      <a:pos x="connsiteX1" y="connsiteY1"/>
                    </a:cxn>
                  </a:cxnLst>
                  <a:rect l="l" t="t" r="r" b="b"/>
                  <a:pathLst>
                    <a:path w="9655" h="38621">
                      <a:moveTo>
                        <a:pt x="4828" y="34759"/>
                      </a:moveTo>
                      <a:lnTo>
                        <a:pt x="4828"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4" name="Freeform: Shape 103">
                  <a:extLst>
                    <a:ext uri="{FF2B5EF4-FFF2-40B4-BE49-F238E27FC236}">
                      <a16:creationId xmlns:a16="http://schemas.microsoft.com/office/drawing/2014/main" id="{9DD1EEE2-776D-4906-89EA-4A75C8FAED16}"/>
                    </a:ext>
                  </a:extLst>
                </p:cNvPr>
                <p:cNvSpPr/>
                <p:nvPr/>
              </p:nvSpPr>
              <p:spPr>
                <a:xfrm>
                  <a:off x="10130806" y="2426693"/>
                  <a:ext cx="10972" cy="43891"/>
                </a:xfrm>
                <a:custGeom>
                  <a:avLst/>
                  <a:gdLst>
                    <a:gd name="connsiteX0" fmla="*/ 4828 w 9655"/>
                    <a:gd name="connsiteY0" fmla="*/ 34759 h 38621"/>
                    <a:gd name="connsiteX1" fmla="*/ 4828 w 9655"/>
                    <a:gd name="connsiteY1" fmla="*/ 4828 h 38621"/>
                  </a:gdLst>
                  <a:ahLst/>
                  <a:cxnLst>
                    <a:cxn ang="0">
                      <a:pos x="connsiteX0" y="connsiteY0"/>
                    </a:cxn>
                    <a:cxn ang="0">
                      <a:pos x="connsiteX1" y="connsiteY1"/>
                    </a:cxn>
                  </a:cxnLst>
                  <a:rect l="l" t="t" r="r" b="b"/>
                  <a:pathLst>
                    <a:path w="9655" h="38621">
                      <a:moveTo>
                        <a:pt x="4828" y="34759"/>
                      </a:moveTo>
                      <a:lnTo>
                        <a:pt x="4828"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5" name="Freeform: Shape 104">
                  <a:extLst>
                    <a:ext uri="{FF2B5EF4-FFF2-40B4-BE49-F238E27FC236}">
                      <a16:creationId xmlns:a16="http://schemas.microsoft.com/office/drawing/2014/main" id="{B1FFBCDE-AD79-45C2-9071-59E8C0FC76E5}"/>
                    </a:ext>
                  </a:extLst>
                </p:cNvPr>
                <p:cNvSpPr/>
                <p:nvPr/>
              </p:nvSpPr>
              <p:spPr>
                <a:xfrm>
                  <a:off x="10060580" y="2489238"/>
                  <a:ext cx="51206" cy="51206"/>
                </a:xfrm>
                <a:custGeom>
                  <a:avLst/>
                  <a:gdLst>
                    <a:gd name="connsiteX0" fmla="*/ 4828 w 45058"/>
                    <a:gd name="connsiteY0" fmla="*/ 4828 h 45058"/>
                    <a:gd name="connsiteX1" fmla="*/ 40552 w 45058"/>
                    <a:gd name="connsiteY1" fmla="*/ 40552 h 45058"/>
                  </a:gdLst>
                  <a:ahLst/>
                  <a:cxnLst>
                    <a:cxn ang="0">
                      <a:pos x="connsiteX0" y="connsiteY0"/>
                    </a:cxn>
                    <a:cxn ang="0">
                      <a:pos x="connsiteX1" y="connsiteY1"/>
                    </a:cxn>
                  </a:cxnLst>
                  <a:rect l="l" t="t" r="r" b="b"/>
                  <a:pathLst>
                    <a:path w="45058" h="45058">
                      <a:moveTo>
                        <a:pt x="4828" y="4828"/>
                      </a:moveTo>
                      <a:lnTo>
                        <a:pt x="40552" y="40552"/>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6" name="Freeform: Shape 105">
                  <a:extLst>
                    <a:ext uri="{FF2B5EF4-FFF2-40B4-BE49-F238E27FC236}">
                      <a16:creationId xmlns:a16="http://schemas.microsoft.com/office/drawing/2014/main" id="{8237C1B6-3BBD-425C-90CB-6866103E4F58}"/>
                    </a:ext>
                  </a:extLst>
                </p:cNvPr>
                <p:cNvSpPr/>
                <p:nvPr/>
              </p:nvSpPr>
              <p:spPr>
                <a:xfrm>
                  <a:off x="10101179" y="2529837"/>
                  <a:ext cx="10972" cy="10972"/>
                </a:xfrm>
                <a:custGeom>
                  <a:avLst/>
                  <a:gdLst>
                    <a:gd name="connsiteX0" fmla="*/ 4828 w 9655"/>
                    <a:gd name="connsiteY0" fmla="*/ 4828 h 9655"/>
                    <a:gd name="connsiteX1" fmla="*/ 6437 w 9655"/>
                    <a:gd name="connsiteY1" fmla="*/ 6437 h 9655"/>
                  </a:gdLst>
                  <a:ahLst/>
                  <a:cxnLst>
                    <a:cxn ang="0">
                      <a:pos x="connsiteX0" y="connsiteY0"/>
                    </a:cxn>
                    <a:cxn ang="0">
                      <a:pos x="connsiteX1" y="connsiteY1"/>
                    </a:cxn>
                  </a:cxnLst>
                  <a:rect l="l" t="t" r="r" b="b"/>
                  <a:pathLst>
                    <a:path w="9655" h="9655">
                      <a:moveTo>
                        <a:pt x="4828" y="4828"/>
                      </a:moveTo>
                      <a:lnTo>
                        <a:pt x="6437" y="6437"/>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7" name="Freeform: Shape 106">
                  <a:extLst>
                    <a:ext uri="{FF2B5EF4-FFF2-40B4-BE49-F238E27FC236}">
                      <a16:creationId xmlns:a16="http://schemas.microsoft.com/office/drawing/2014/main" id="{02EEA33E-E28B-45FA-BDF3-8124D1FA6CDA}"/>
                    </a:ext>
                  </a:extLst>
                </p:cNvPr>
                <p:cNvSpPr/>
                <p:nvPr/>
              </p:nvSpPr>
              <p:spPr>
                <a:xfrm>
                  <a:off x="10103008" y="2531667"/>
                  <a:ext cx="25603" cy="25603"/>
                </a:xfrm>
                <a:custGeom>
                  <a:avLst/>
                  <a:gdLst>
                    <a:gd name="connsiteX0" fmla="*/ 18345 w 22529"/>
                    <a:gd name="connsiteY0" fmla="*/ 18345 h 22529"/>
                    <a:gd name="connsiteX1" fmla="*/ 4828 w 22529"/>
                    <a:gd name="connsiteY1" fmla="*/ 4828 h 22529"/>
                  </a:gdLst>
                  <a:ahLst/>
                  <a:cxnLst>
                    <a:cxn ang="0">
                      <a:pos x="connsiteX0" y="connsiteY0"/>
                    </a:cxn>
                    <a:cxn ang="0">
                      <a:pos x="connsiteX1" y="connsiteY1"/>
                    </a:cxn>
                  </a:cxnLst>
                  <a:rect l="l" t="t" r="r" b="b"/>
                  <a:pathLst>
                    <a:path w="22529" h="22529">
                      <a:moveTo>
                        <a:pt x="18345" y="18345"/>
                      </a:moveTo>
                      <a:lnTo>
                        <a:pt x="4828"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8" name="Freeform: Shape 107">
                  <a:extLst>
                    <a:ext uri="{FF2B5EF4-FFF2-40B4-BE49-F238E27FC236}">
                      <a16:creationId xmlns:a16="http://schemas.microsoft.com/office/drawing/2014/main" id="{2EE94100-47B3-48E7-B34E-5AFA2DC44940}"/>
                    </a:ext>
                  </a:extLst>
                </p:cNvPr>
                <p:cNvSpPr/>
                <p:nvPr/>
              </p:nvSpPr>
              <p:spPr>
                <a:xfrm>
                  <a:off x="10158969" y="2561659"/>
                  <a:ext cx="54864" cy="10972"/>
                </a:xfrm>
                <a:custGeom>
                  <a:avLst/>
                  <a:gdLst>
                    <a:gd name="connsiteX0" fmla="*/ 4828 w 48276"/>
                    <a:gd name="connsiteY0" fmla="*/ 4828 h 9655"/>
                    <a:gd name="connsiteX1" fmla="*/ 45380 w 48276"/>
                    <a:gd name="connsiteY1" fmla="*/ 4828 h 9655"/>
                  </a:gdLst>
                  <a:ahLst/>
                  <a:cxnLst>
                    <a:cxn ang="0">
                      <a:pos x="connsiteX0" y="connsiteY0"/>
                    </a:cxn>
                    <a:cxn ang="0">
                      <a:pos x="connsiteX1" y="connsiteY1"/>
                    </a:cxn>
                  </a:cxnLst>
                  <a:rect l="l" t="t" r="r" b="b"/>
                  <a:pathLst>
                    <a:path w="48276" h="9655">
                      <a:moveTo>
                        <a:pt x="4828" y="4828"/>
                      </a:moveTo>
                      <a:lnTo>
                        <a:pt x="45380"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09" name="Freeform: Shape 108">
                  <a:extLst>
                    <a:ext uri="{FF2B5EF4-FFF2-40B4-BE49-F238E27FC236}">
                      <a16:creationId xmlns:a16="http://schemas.microsoft.com/office/drawing/2014/main" id="{9C2B95E4-0ABE-4817-926E-BAA0127E188B}"/>
                    </a:ext>
                  </a:extLst>
                </p:cNvPr>
                <p:cNvSpPr/>
                <p:nvPr/>
              </p:nvSpPr>
              <p:spPr>
                <a:xfrm>
                  <a:off x="10146899" y="2561659"/>
                  <a:ext cx="21946" cy="10972"/>
                </a:xfrm>
                <a:custGeom>
                  <a:avLst/>
                  <a:gdLst>
                    <a:gd name="connsiteX0" fmla="*/ 4828 w 19310"/>
                    <a:gd name="connsiteY0" fmla="*/ 4828 h 9655"/>
                    <a:gd name="connsiteX1" fmla="*/ 15449 w 19310"/>
                    <a:gd name="connsiteY1" fmla="*/ 4828 h 9655"/>
                  </a:gdLst>
                  <a:ahLst/>
                  <a:cxnLst>
                    <a:cxn ang="0">
                      <a:pos x="connsiteX0" y="connsiteY0"/>
                    </a:cxn>
                    <a:cxn ang="0">
                      <a:pos x="connsiteX1" y="connsiteY1"/>
                    </a:cxn>
                  </a:cxnLst>
                  <a:rect l="l" t="t" r="r" b="b"/>
                  <a:pathLst>
                    <a:path w="19310" h="9655">
                      <a:moveTo>
                        <a:pt x="4828" y="4828"/>
                      </a:moveTo>
                      <a:lnTo>
                        <a:pt x="15449"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10" name="Freeform: Shape 109">
                  <a:extLst>
                    <a:ext uri="{FF2B5EF4-FFF2-40B4-BE49-F238E27FC236}">
                      <a16:creationId xmlns:a16="http://schemas.microsoft.com/office/drawing/2014/main" id="{E0A68B24-FC9D-486F-925B-4E790CF833FD}"/>
                    </a:ext>
                  </a:extLst>
                </p:cNvPr>
                <p:cNvSpPr/>
                <p:nvPr/>
              </p:nvSpPr>
              <p:spPr>
                <a:xfrm>
                  <a:off x="10101179" y="2529837"/>
                  <a:ext cx="10972" cy="10972"/>
                </a:xfrm>
                <a:custGeom>
                  <a:avLst/>
                  <a:gdLst>
                    <a:gd name="connsiteX0" fmla="*/ 4828 w 9655"/>
                    <a:gd name="connsiteY0" fmla="*/ 4828 h 9655"/>
                    <a:gd name="connsiteX1" fmla="*/ 6437 w 9655"/>
                    <a:gd name="connsiteY1" fmla="*/ 4828 h 9655"/>
                  </a:gdLst>
                  <a:ahLst/>
                  <a:cxnLst>
                    <a:cxn ang="0">
                      <a:pos x="connsiteX0" y="connsiteY0"/>
                    </a:cxn>
                    <a:cxn ang="0">
                      <a:pos x="connsiteX1" y="connsiteY1"/>
                    </a:cxn>
                  </a:cxnLst>
                  <a:rect l="l" t="t" r="r" b="b"/>
                  <a:pathLst>
                    <a:path w="9655" h="9655">
                      <a:moveTo>
                        <a:pt x="4828" y="4828"/>
                      </a:moveTo>
                      <a:lnTo>
                        <a:pt x="6437"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11" name="Freeform: Shape 110">
                  <a:extLst>
                    <a:ext uri="{FF2B5EF4-FFF2-40B4-BE49-F238E27FC236}">
                      <a16:creationId xmlns:a16="http://schemas.microsoft.com/office/drawing/2014/main" id="{069D6303-E1B8-41AE-A9EA-A569B4597C0F}"/>
                    </a:ext>
                  </a:extLst>
                </p:cNvPr>
                <p:cNvSpPr/>
                <p:nvPr/>
              </p:nvSpPr>
              <p:spPr>
                <a:xfrm>
                  <a:off x="10103008" y="2529837"/>
                  <a:ext cx="10972" cy="10972"/>
                </a:xfrm>
                <a:custGeom>
                  <a:avLst/>
                  <a:gdLst>
                    <a:gd name="connsiteX0" fmla="*/ 4828 w 9655"/>
                    <a:gd name="connsiteY0" fmla="*/ 6437 h 9655"/>
                    <a:gd name="connsiteX1" fmla="*/ 4828 w 9655"/>
                    <a:gd name="connsiteY1" fmla="*/ 4828 h 9655"/>
                  </a:gdLst>
                  <a:ahLst/>
                  <a:cxnLst>
                    <a:cxn ang="0">
                      <a:pos x="connsiteX0" y="connsiteY0"/>
                    </a:cxn>
                    <a:cxn ang="0">
                      <a:pos x="connsiteX1" y="connsiteY1"/>
                    </a:cxn>
                  </a:cxnLst>
                  <a:rect l="l" t="t" r="r" b="b"/>
                  <a:pathLst>
                    <a:path w="9655" h="9655">
                      <a:moveTo>
                        <a:pt x="4828" y="6437"/>
                      </a:moveTo>
                      <a:lnTo>
                        <a:pt x="4828" y="4828"/>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grpSp>
          <p:sp>
            <p:nvSpPr>
              <p:cNvPr id="77" name="Freeform: Shape 76">
                <a:extLst>
                  <a:ext uri="{FF2B5EF4-FFF2-40B4-BE49-F238E27FC236}">
                    <a16:creationId xmlns:a16="http://schemas.microsoft.com/office/drawing/2014/main" id="{03EB2AC2-5119-4345-ADD7-46D9031B61E2}"/>
                  </a:ext>
                </a:extLst>
              </p:cNvPr>
              <p:cNvSpPr/>
              <p:nvPr/>
            </p:nvSpPr>
            <p:spPr>
              <a:xfrm>
                <a:off x="8873735" y="2027350"/>
                <a:ext cx="810058" cy="593723"/>
              </a:xfrm>
              <a:custGeom>
                <a:avLst/>
                <a:gdLst>
                  <a:gd name="connsiteX0" fmla="*/ 279039 w 447363"/>
                  <a:gd name="connsiteY0" fmla="*/ 326350 h 328281"/>
                  <a:gd name="connsiteX1" fmla="*/ 13517 w 447363"/>
                  <a:gd name="connsiteY1" fmla="*/ 326350 h 328281"/>
                  <a:gd name="connsiteX2" fmla="*/ 4828 w 447363"/>
                  <a:gd name="connsiteY2" fmla="*/ 317661 h 328281"/>
                  <a:gd name="connsiteX3" fmla="*/ 4828 w 447363"/>
                  <a:gd name="connsiteY3" fmla="*/ 13517 h 328281"/>
                  <a:gd name="connsiteX4" fmla="*/ 13517 w 447363"/>
                  <a:gd name="connsiteY4" fmla="*/ 4828 h 328281"/>
                  <a:gd name="connsiteX5" fmla="*/ 434812 w 447363"/>
                  <a:gd name="connsiteY5" fmla="*/ 4828 h 328281"/>
                  <a:gd name="connsiteX6" fmla="*/ 443502 w 447363"/>
                  <a:gd name="connsiteY6" fmla="*/ 13517 h 328281"/>
                  <a:gd name="connsiteX7" fmla="*/ 443502 w 447363"/>
                  <a:gd name="connsiteY7" fmla="*/ 317339 h 328281"/>
                  <a:gd name="connsiteX8" fmla="*/ 434812 w 447363"/>
                  <a:gd name="connsiteY8" fmla="*/ 326028 h 328281"/>
                  <a:gd name="connsiteX9" fmla="*/ 383639 w 447363"/>
                  <a:gd name="connsiteY9" fmla="*/ 326028 h 328281"/>
                  <a:gd name="connsiteX0" fmla="*/ 274211 w 438674"/>
                  <a:gd name="connsiteY0" fmla="*/ 321522 h 321522"/>
                  <a:gd name="connsiteX1" fmla="*/ 8689 w 438674"/>
                  <a:gd name="connsiteY1" fmla="*/ 321522 h 321522"/>
                  <a:gd name="connsiteX2" fmla="*/ 0 w 438674"/>
                  <a:gd name="connsiteY2" fmla="*/ 312833 h 321522"/>
                  <a:gd name="connsiteX3" fmla="*/ 0 w 438674"/>
                  <a:gd name="connsiteY3" fmla="*/ 8689 h 321522"/>
                  <a:gd name="connsiteX4" fmla="*/ 8689 w 438674"/>
                  <a:gd name="connsiteY4" fmla="*/ 0 h 321522"/>
                  <a:gd name="connsiteX5" fmla="*/ 429984 w 438674"/>
                  <a:gd name="connsiteY5" fmla="*/ 0 h 321522"/>
                  <a:gd name="connsiteX6" fmla="*/ 438674 w 438674"/>
                  <a:gd name="connsiteY6" fmla="*/ 8689 h 321522"/>
                  <a:gd name="connsiteX7" fmla="*/ 438674 w 438674"/>
                  <a:gd name="connsiteY7" fmla="*/ 312511 h 321522"/>
                  <a:gd name="connsiteX8" fmla="*/ 429984 w 438674"/>
                  <a:gd name="connsiteY8" fmla="*/ 321200 h 321522"/>
                  <a:gd name="connsiteX0" fmla="*/ 274211 w 438674"/>
                  <a:gd name="connsiteY0" fmla="*/ 321522 h 321522"/>
                  <a:gd name="connsiteX1" fmla="*/ 8689 w 438674"/>
                  <a:gd name="connsiteY1" fmla="*/ 321522 h 321522"/>
                  <a:gd name="connsiteX2" fmla="*/ 0 w 438674"/>
                  <a:gd name="connsiteY2" fmla="*/ 312833 h 321522"/>
                  <a:gd name="connsiteX3" fmla="*/ 0 w 438674"/>
                  <a:gd name="connsiteY3" fmla="*/ 8689 h 321522"/>
                  <a:gd name="connsiteX4" fmla="*/ 8689 w 438674"/>
                  <a:gd name="connsiteY4" fmla="*/ 0 h 321522"/>
                  <a:gd name="connsiteX5" fmla="*/ 429984 w 438674"/>
                  <a:gd name="connsiteY5" fmla="*/ 0 h 321522"/>
                  <a:gd name="connsiteX6" fmla="*/ 438674 w 438674"/>
                  <a:gd name="connsiteY6" fmla="*/ 8689 h 321522"/>
                  <a:gd name="connsiteX7" fmla="*/ 438674 w 438674"/>
                  <a:gd name="connsiteY7" fmla="*/ 312511 h 321522"/>
                  <a:gd name="connsiteX0" fmla="*/ 274211 w 443832"/>
                  <a:gd name="connsiteY0" fmla="*/ 321522 h 321522"/>
                  <a:gd name="connsiteX1" fmla="*/ 8689 w 443832"/>
                  <a:gd name="connsiteY1" fmla="*/ 321522 h 321522"/>
                  <a:gd name="connsiteX2" fmla="*/ 0 w 443832"/>
                  <a:gd name="connsiteY2" fmla="*/ 312833 h 321522"/>
                  <a:gd name="connsiteX3" fmla="*/ 0 w 443832"/>
                  <a:gd name="connsiteY3" fmla="*/ 8689 h 321522"/>
                  <a:gd name="connsiteX4" fmla="*/ 8689 w 443832"/>
                  <a:gd name="connsiteY4" fmla="*/ 0 h 321522"/>
                  <a:gd name="connsiteX5" fmla="*/ 429984 w 443832"/>
                  <a:gd name="connsiteY5" fmla="*/ 0 h 321522"/>
                  <a:gd name="connsiteX6" fmla="*/ 438674 w 443832"/>
                  <a:gd name="connsiteY6" fmla="*/ 8689 h 321522"/>
                  <a:gd name="connsiteX7" fmla="*/ 443832 w 443832"/>
                  <a:gd name="connsiteY7" fmla="*/ 193874 h 321522"/>
                  <a:gd name="connsiteX0" fmla="*/ 274211 w 438674"/>
                  <a:gd name="connsiteY0" fmla="*/ 321522 h 321522"/>
                  <a:gd name="connsiteX1" fmla="*/ 8689 w 438674"/>
                  <a:gd name="connsiteY1" fmla="*/ 321522 h 321522"/>
                  <a:gd name="connsiteX2" fmla="*/ 0 w 438674"/>
                  <a:gd name="connsiteY2" fmla="*/ 312833 h 321522"/>
                  <a:gd name="connsiteX3" fmla="*/ 0 w 438674"/>
                  <a:gd name="connsiteY3" fmla="*/ 8689 h 321522"/>
                  <a:gd name="connsiteX4" fmla="*/ 8689 w 438674"/>
                  <a:gd name="connsiteY4" fmla="*/ 0 h 321522"/>
                  <a:gd name="connsiteX5" fmla="*/ 429984 w 438674"/>
                  <a:gd name="connsiteY5" fmla="*/ 0 h 321522"/>
                  <a:gd name="connsiteX6" fmla="*/ 438674 w 438674"/>
                  <a:gd name="connsiteY6" fmla="*/ 8689 h 321522"/>
                  <a:gd name="connsiteX7" fmla="*/ 438674 w 438674"/>
                  <a:gd name="connsiteY7" fmla="*/ 195593 h 321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8674" h="321522">
                    <a:moveTo>
                      <a:pt x="274211" y="321522"/>
                    </a:moveTo>
                    <a:lnTo>
                      <a:pt x="8689" y="321522"/>
                    </a:lnTo>
                    <a:cubicBezTo>
                      <a:pt x="3862" y="321522"/>
                      <a:pt x="0" y="317660"/>
                      <a:pt x="0" y="312833"/>
                    </a:cubicBezTo>
                    <a:lnTo>
                      <a:pt x="0" y="8689"/>
                    </a:lnTo>
                    <a:cubicBezTo>
                      <a:pt x="0" y="3862"/>
                      <a:pt x="3862" y="0"/>
                      <a:pt x="8689" y="0"/>
                    </a:cubicBezTo>
                    <a:lnTo>
                      <a:pt x="429984" y="0"/>
                    </a:lnTo>
                    <a:cubicBezTo>
                      <a:pt x="434812" y="0"/>
                      <a:pt x="438674" y="3862"/>
                      <a:pt x="438674" y="8689"/>
                    </a:cubicBezTo>
                    <a:lnTo>
                      <a:pt x="438674" y="195593"/>
                    </a:lnTo>
                  </a:path>
                </a:pathLst>
              </a:custGeom>
              <a:noFill/>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78" name="Freeform: Shape 77">
                <a:extLst>
                  <a:ext uri="{FF2B5EF4-FFF2-40B4-BE49-F238E27FC236}">
                    <a16:creationId xmlns:a16="http://schemas.microsoft.com/office/drawing/2014/main" id="{4C876883-B241-4154-8411-8121B7956B81}"/>
                  </a:ext>
                </a:extLst>
              </p:cNvPr>
              <p:cNvSpPr/>
              <p:nvPr/>
            </p:nvSpPr>
            <p:spPr>
              <a:xfrm>
                <a:off x="9027067" y="2311434"/>
                <a:ext cx="249615" cy="17828"/>
              </a:xfrm>
              <a:custGeom>
                <a:avLst/>
                <a:gdLst>
                  <a:gd name="connsiteX0" fmla="*/ 4828 w 135174"/>
                  <a:gd name="connsiteY0" fmla="*/ 4828 h 9655"/>
                  <a:gd name="connsiteX1" fmla="*/ 132922 w 135174"/>
                  <a:gd name="connsiteY1" fmla="*/ 4828 h 9655"/>
                </a:gdLst>
                <a:ahLst/>
                <a:cxnLst>
                  <a:cxn ang="0">
                    <a:pos x="connsiteX0" y="connsiteY0"/>
                  </a:cxn>
                  <a:cxn ang="0">
                    <a:pos x="connsiteX1" y="connsiteY1"/>
                  </a:cxn>
                </a:cxnLst>
                <a:rect l="l" t="t" r="r" b="b"/>
                <a:pathLst>
                  <a:path w="135174" h="9655">
                    <a:moveTo>
                      <a:pt x="4828" y="4828"/>
                    </a:moveTo>
                    <a:lnTo>
                      <a:pt x="132922" y="4828"/>
                    </a:lnTo>
                  </a:path>
                </a:pathLst>
              </a:custGeom>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79" name="Freeform: Shape 78">
                <a:extLst>
                  <a:ext uri="{FF2B5EF4-FFF2-40B4-BE49-F238E27FC236}">
                    <a16:creationId xmlns:a16="http://schemas.microsoft.com/office/drawing/2014/main" id="{B64E7803-1F58-453A-A6AB-6FD8993FF0CB}"/>
                  </a:ext>
                </a:extLst>
              </p:cNvPr>
              <p:cNvSpPr/>
              <p:nvPr/>
            </p:nvSpPr>
            <p:spPr>
              <a:xfrm>
                <a:off x="9263606" y="2263888"/>
                <a:ext cx="112920" cy="112920"/>
              </a:xfrm>
              <a:custGeom>
                <a:avLst/>
                <a:gdLst>
                  <a:gd name="connsiteX0" fmla="*/ 56323 w 61150"/>
                  <a:gd name="connsiteY0" fmla="*/ 30575 h 61150"/>
                  <a:gd name="connsiteX1" fmla="*/ 30575 w 61150"/>
                  <a:gd name="connsiteY1" fmla="*/ 56323 h 61150"/>
                  <a:gd name="connsiteX2" fmla="*/ 4828 w 61150"/>
                  <a:gd name="connsiteY2" fmla="*/ 30575 h 61150"/>
                  <a:gd name="connsiteX3" fmla="*/ 30575 w 61150"/>
                  <a:gd name="connsiteY3" fmla="*/ 4828 h 61150"/>
                  <a:gd name="connsiteX4" fmla="*/ 56323 w 61150"/>
                  <a:gd name="connsiteY4" fmla="*/ 30575 h 6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0" h="61150">
                    <a:moveTo>
                      <a:pt x="56323" y="30575"/>
                    </a:moveTo>
                    <a:cubicBezTo>
                      <a:pt x="56323" y="44795"/>
                      <a:pt x="44795" y="56323"/>
                      <a:pt x="30575" y="56323"/>
                    </a:cubicBezTo>
                    <a:cubicBezTo>
                      <a:pt x="16355" y="56323"/>
                      <a:pt x="4828" y="44795"/>
                      <a:pt x="4828" y="30575"/>
                    </a:cubicBezTo>
                    <a:cubicBezTo>
                      <a:pt x="4828" y="16355"/>
                      <a:pt x="16355" y="4828"/>
                      <a:pt x="30575" y="4828"/>
                    </a:cubicBezTo>
                    <a:cubicBezTo>
                      <a:pt x="44795" y="4828"/>
                      <a:pt x="56323" y="16355"/>
                      <a:pt x="56323" y="30575"/>
                    </a:cubicBezTo>
                    <a:close/>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80" name="Freeform: Shape 79">
                <a:extLst>
                  <a:ext uri="{FF2B5EF4-FFF2-40B4-BE49-F238E27FC236}">
                    <a16:creationId xmlns:a16="http://schemas.microsoft.com/office/drawing/2014/main" id="{AB7E1FAB-A40B-419E-825D-0274690B851E}"/>
                  </a:ext>
                </a:extLst>
              </p:cNvPr>
              <p:cNvSpPr/>
              <p:nvPr/>
            </p:nvSpPr>
            <p:spPr>
              <a:xfrm>
                <a:off x="9358698" y="2311434"/>
                <a:ext cx="219897" cy="17828"/>
              </a:xfrm>
              <a:custGeom>
                <a:avLst/>
                <a:gdLst>
                  <a:gd name="connsiteX0" fmla="*/ 4828 w 119082"/>
                  <a:gd name="connsiteY0" fmla="*/ 4828 h 9655"/>
                  <a:gd name="connsiteX1" fmla="*/ 115864 w 119082"/>
                  <a:gd name="connsiteY1" fmla="*/ 4828 h 9655"/>
                </a:gdLst>
                <a:ahLst/>
                <a:cxnLst>
                  <a:cxn ang="0">
                    <a:pos x="connsiteX0" y="connsiteY0"/>
                  </a:cxn>
                  <a:cxn ang="0">
                    <a:pos x="connsiteX1" y="connsiteY1"/>
                  </a:cxn>
                </a:cxnLst>
                <a:rect l="l" t="t" r="r" b="b"/>
                <a:pathLst>
                  <a:path w="119082" h="9655">
                    <a:moveTo>
                      <a:pt x="4828" y="4828"/>
                    </a:moveTo>
                    <a:lnTo>
                      <a:pt x="115864" y="4828"/>
                    </a:lnTo>
                  </a:path>
                </a:pathLst>
              </a:custGeom>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81" name="Freeform: Shape 80">
                <a:extLst>
                  <a:ext uri="{FF2B5EF4-FFF2-40B4-BE49-F238E27FC236}">
                    <a16:creationId xmlns:a16="http://schemas.microsoft.com/office/drawing/2014/main" id="{4A70FE15-659D-447B-B31C-A066C4A7B3C0}"/>
                  </a:ext>
                </a:extLst>
              </p:cNvPr>
              <p:cNvSpPr/>
              <p:nvPr/>
            </p:nvSpPr>
            <p:spPr>
              <a:xfrm>
                <a:off x="9027067" y="2131356"/>
                <a:ext cx="148580" cy="17828"/>
              </a:xfrm>
              <a:custGeom>
                <a:avLst/>
                <a:gdLst>
                  <a:gd name="connsiteX0" fmla="*/ 4828 w 80461"/>
                  <a:gd name="connsiteY0" fmla="*/ 4828 h 9655"/>
                  <a:gd name="connsiteX1" fmla="*/ 76921 w 80461"/>
                  <a:gd name="connsiteY1" fmla="*/ 4828 h 9655"/>
                </a:gdLst>
                <a:ahLst/>
                <a:cxnLst>
                  <a:cxn ang="0">
                    <a:pos x="connsiteX0" y="connsiteY0"/>
                  </a:cxn>
                  <a:cxn ang="0">
                    <a:pos x="connsiteX1" y="connsiteY1"/>
                  </a:cxn>
                </a:cxnLst>
                <a:rect l="l" t="t" r="r" b="b"/>
                <a:pathLst>
                  <a:path w="80461" h="9655">
                    <a:moveTo>
                      <a:pt x="4828" y="4828"/>
                    </a:moveTo>
                    <a:lnTo>
                      <a:pt x="76921" y="4828"/>
                    </a:lnTo>
                  </a:path>
                </a:pathLst>
              </a:custGeom>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82" name="Freeform: Shape 81">
                <a:extLst>
                  <a:ext uri="{FF2B5EF4-FFF2-40B4-BE49-F238E27FC236}">
                    <a16:creationId xmlns:a16="http://schemas.microsoft.com/office/drawing/2014/main" id="{06A7BAA5-63D3-40A5-89AB-8ED5167DC746}"/>
                  </a:ext>
                </a:extLst>
              </p:cNvPr>
              <p:cNvSpPr/>
              <p:nvPr/>
            </p:nvSpPr>
            <p:spPr>
              <a:xfrm>
                <a:off x="9160195" y="2083811"/>
                <a:ext cx="112920" cy="112920"/>
              </a:xfrm>
              <a:custGeom>
                <a:avLst/>
                <a:gdLst>
                  <a:gd name="connsiteX0" fmla="*/ 56323 w 61150"/>
                  <a:gd name="connsiteY0" fmla="*/ 30575 h 61150"/>
                  <a:gd name="connsiteX1" fmla="*/ 30575 w 61150"/>
                  <a:gd name="connsiteY1" fmla="*/ 56323 h 61150"/>
                  <a:gd name="connsiteX2" fmla="*/ 4828 w 61150"/>
                  <a:gd name="connsiteY2" fmla="*/ 30575 h 61150"/>
                  <a:gd name="connsiteX3" fmla="*/ 30575 w 61150"/>
                  <a:gd name="connsiteY3" fmla="*/ 4828 h 61150"/>
                  <a:gd name="connsiteX4" fmla="*/ 56323 w 61150"/>
                  <a:gd name="connsiteY4" fmla="*/ 30575 h 6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0" h="61150">
                    <a:moveTo>
                      <a:pt x="56323" y="30575"/>
                    </a:moveTo>
                    <a:cubicBezTo>
                      <a:pt x="56323" y="44795"/>
                      <a:pt x="44795" y="56323"/>
                      <a:pt x="30575" y="56323"/>
                    </a:cubicBezTo>
                    <a:cubicBezTo>
                      <a:pt x="16355" y="56323"/>
                      <a:pt x="4828" y="44795"/>
                      <a:pt x="4828" y="30575"/>
                    </a:cubicBezTo>
                    <a:cubicBezTo>
                      <a:pt x="4828" y="16355"/>
                      <a:pt x="16355" y="4828"/>
                      <a:pt x="30575" y="4828"/>
                    </a:cubicBezTo>
                    <a:cubicBezTo>
                      <a:pt x="44795" y="4828"/>
                      <a:pt x="56323" y="16355"/>
                      <a:pt x="56323" y="30575"/>
                    </a:cubicBezTo>
                    <a:close/>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83" name="Freeform: Shape 82">
                <a:extLst>
                  <a:ext uri="{FF2B5EF4-FFF2-40B4-BE49-F238E27FC236}">
                    <a16:creationId xmlns:a16="http://schemas.microsoft.com/office/drawing/2014/main" id="{4FE6EF6A-FD7F-4890-82A9-4047C728973F}"/>
                  </a:ext>
                </a:extLst>
              </p:cNvPr>
              <p:cNvSpPr/>
              <p:nvPr/>
            </p:nvSpPr>
            <p:spPr>
              <a:xfrm>
                <a:off x="9255287" y="2131356"/>
                <a:ext cx="320931" cy="17828"/>
              </a:xfrm>
              <a:custGeom>
                <a:avLst/>
                <a:gdLst>
                  <a:gd name="connsiteX0" fmla="*/ 4828 w 173796"/>
                  <a:gd name="connsiteY0" fmla="*/ 4828 h 9655"/>
                  <a:gd name="connsiteX1" fmla="*/ 171865 w 173796"/>
                  <a:gd name="connsiteY1" fmla="*/ 4828 h 9655"/>
                </a:gdLst>
                <a:ahLst/>
                <a:cxnLst>
                  <a:cxn ang="0">
                    <a:pos x="connsiteX0" y="connsiteY0"/>
                  </a:cxn>
                  <a:cxn ang="0">
                    <a:pos x="connsiteX1" y="connsiteY1"/>
                  </a:cxn>
                </a:cxnLst>
                <a:rect l="l" t="t" r="r" b="b"/>
                <a:pathLst>
                  <a:path w="173796" h="9655">
                    <a:moveTo>
                      <a:pt x="4828" y="4828"/>
                    </a:moveTo>
                    <a:lnTo>
                      <a:pt x="171865" y="4828"/>
                    </a:lnTo>
                  </a:path>
                </a:pathLst>
              </a:custGeom>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84" name="Freeform: Shape 83">
                <a:extLst>
                  <a:ext uri="{FF2B5EF4-FFF2-40B4-BE49-F238E27FC236}">
                    <a16:creationId xmlns:a16="http://schemas.microsoft.com/office/drawing/2014/main" id="{C1DDCB5B-0E2A-4619-A625-052F3968758E}"/>
                  </a:ext>
                </a:extLst>
              </p:cNvPr>
              <p:cNvSpPr/>
              <p:nvPr/>
            </p:nvSpPr>
            <p:spPr>
              <a:xfrm>
                <a:off x="9027067" y="2491514"/>
                <a:ext cx="83204" cy="17828"/>
              </a:xfrm>
              <a:custGeom>
                <a:avLst/>
                <a:gdLst>
                  <a:gd name="connsiteX0" fmla="*/ 4828 w 45058"/>
                  <a:gd name="connsiteY0" fmla="*/ 4828 h 9655"/>
                  <a:gd name="connsiteX1" fmla="*/ 42162 w 45058"/>
                  <a:gd name="connsiteY1" fmla="*/ 4828 h 9655"/>
                </a:gdLst>
                <a:ahLst/>
                <a:cxnLst>
                  <a:cxn ang="0">
                    <a:pos x="connsiteX0" y="connsiteY0"/>
                  </a:cxn>
                  <a:cxn ang="0">
                    <a:pos x="connsiteX1" y="connsiteY1"/>
                  </a:cxn>
                </a:cxnLst>
                <a:rect l="l" t="t" r="r" b="b"/>
                <a:pathLst>
                  <a:path w="45058" h="9655">
                    <a:moveTo>
                      <a:pt x="4828" y="4828"/>
                    </a:moveTo>
                    <a:lnTo>
                      <a:pt x="42162" y="4828"/>
                    </a:lnTo>
                  </a:path>
                </a:pathLst>
              </a:custGeom>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85" name="Freeform: Shape 84">
                <a:extLst>
                  <a:ext uri="{FF2B5EF4-FFF2-40B4-BE49-F238E27FC236}">
                    <a16:creationId xmlns:a16="http://schemas.microsoft.com/office/drawing/2014/main" id="{F0B29362-BBFD-4F1F-AC66-F94E211DAE78}"/>
                  </a:ext>
                </a:extLst>
              </p:cNvPr>
              <p:cNvSpPr/>
              <p:nvPr/>
            </p:nvSpPr>
            <p:spPr>
              <a:xfrm>
                <a:off x="9096008" y="2443966"/>
                <a:ext cx="112920" cy="112920"/>
              </a:xfrm>
              <a:custGeom>
                <a:avLst/>
                <a:gdLst>
                  <a:gd name="connsiteX0" fmla="*/ 56323 w 61150"/>
                  <a:gd name="connsiteY0" fmla="*/ 30575 h 61150"/>
                  <a:gd name="connsiteX1" fmla="*/ 30575 w 61150"/>
                  <a:gd name="connsiteY1" fmla="*/ 56323 h 61150"/>
                  <a:gd name="connsiteX2" fmla="*/ 4828 w 61150"/>
                  <a:gd name="connsiteY2" fmla="*/ 30575 h 61150"/>
                  <a:gd name="connsiteX3" fmla="*/ 30575 w 61150"/>
                  <a:gd name="connsiteY3" fmla="*/ 4828 h 61150"/>
                  <a:gd name="connsiteX4" fmla="*/ 56323 w 61150"/>
                  <a:gd name="connsiteY4" fmla="*/ 30575 h 61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50" h="61150">
                    <a:moveTo>
                      <a:pt x="56323" y="30575"/>
                    </a:moveTo>
                    <a:cubicBezTo>
                      <a:pt x="56323" y="44795"/>
                      <a:pt x="44795" y="56323"/>
                      <a:pt x="30575" y="56323"/>
                    </a:cubicBezTo>
                    <a:cubicBezTo>
                      <a:pt x="16355" y="56323"/>
                      <a:pt x="4828" y="44795"/>
                      <a:pt x="4828" y="30575"/>
                    </a:cubicBezTo>
                    <a:cubicBezTo>
                      <a:pt x="4828" y="16355"/>
                      <a:pt x="16355" y="4828"/>
                      <a:pt x="30575" y="4828"/>
                    </a:cubicBezTo>
                    <a:cubicBezTo>
                      <a:pt x="44795" y="4828"/>
                      <a:pt x="56323" y="16355"/>
                      <a:pt x="56323" y="30575"/>
                    </a:cubicBezTo>
                    <a:close/>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86" name="Freeform: Shape 85">
                <a:extLst>
                  <a:ext uri="{FF2B5EF4-FFF2-40B4-BE49-F238E27FC236}">
                    <a16:creationId xmlns:a16="http://schemas.microsoft.com/office/drawing/2014/main" id="{A661AE01-3C01-464C-B3AB-5B41DFAF669B}"/>
                  </a:ext>
                </a:extLst>
              </p:cNvPr>
              <p:cNvSpPr/>
              <p:nvPr/>
            </p:nvSpPr>
            <p:spPr>
              <a:xfrm>
                <a:off x="9191099" y="2491514"/>
                <a:ext cx="182880" cy="17828"/>
              </a:xfrm>
              <a:custGeom>
                <a:avLst/>
                <a:gdLst>
                  <a:gd name="connsiteX0" fmla="*/ 4828 w 209198"/>
                  <a:gd name="connsiteY0" fmla="*/ 4828 h 9655"/>
                  <a:gd name="connsiteX1" fmla="*/ 206624 w 209198"/>
                  <a:gd name="connsiteY1" fmla="*/ 4828 h 9655"/>
                </a:gdLst>
                <a:ahLst/>
                <a:cxnLst>
                  <a:cxn ang="0">
                    <a:pos x="connsiteX0" y="connsiteY0"/>
                  </a:cxn>
                  <a:cxn ang="0">
                    <a:pos x="connsiteX1" y="connsiteY1"/>
                  </a:cxn>
                </a:cxnLst>
                <a:rect l="l" t="t" r="r" b="b"/>
                <a:pathLst>
                  <a:path w="209198" h="9655">
                    <a:moveTo>
                      <a:pt x="4828" y="4828"/>
                    </a:moveTo>
                    <a:lnTo>
                      <a:pt x="206624" y="4828"/>
                    </a:lnTo>
                  </a:path>
                </a:pathLst>
              </a:custGeom>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87" name="Freeform: Shape 86">
                <a:extLst>
                  <a:ext uri="{FF2B5EF4-FFF2-40B4-BE49-F238E27FC236}">
                    <a16:creationId xmlns:a16="http://schemas.microsoft.com/office/drawing/2014/main" id="{3DCA615C-3CA9-47B6-A51F-03BD42A391FF}"/>
                  </a:ext>
                </a:extLst>
              </p:cNvPr>
              <p:cNvSpPr/>
              <p:nvPr/>
            </p:nvSpPr>
            <p:spPr>
              <a:xfrm>
                <a:off x="8961100" y="2131356"/>
                <a:ext cx="41602" cy="17828"/>
              </a:xfrm>
              <a:custGeom>
                <a:avLst/>
                <a:gdLst>
                  <a:gd name="connsiteX0" fmla="*/ 4828 w 22529"/>
                  <a:gd name="connsiteY0" fmla="*/ 4828 h 9655"/>
                  <a:gd name="connsiteX1" fmla="*/ 19311 w 22529"/>
                  <a:gd name="connsiteY1" fmla="*/ 4828 h 9655"/>
                </a:gdLst>
                <a:ahLst/>
                <a:cxnLst>
                  <a:cxn ang="0">
                    <a:pos x="connsiteX0" y="connsiteY0"/>
                  </a:cxn>
                  <a:cxn ang="0">
                    <a:pos x="connsiteX1" y="connsiteY1"/>
                  </a:cxn>
                </a:cxnLst>
                <a:rect l="l" t="t" r="r" b="b"/>
                <a:pathLst>
                  <a:path w="22529" h="9655">
                    <a:moveTo>
                      <a:pt x="4828" y="4828"/>
                    </a:moveTo>
                    <a:lnTo>
                      <a:pt x="19311" y="4828"/>
                    </a:lnTo>
                  </a:path>
                </a:pathLst>
              </a:custGeom>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88" name="Freeform: Shape 87">
                <a:extLst>
                  <a:ext uri="{FF2B5EF4-FFF2-40B4-BE49-F238E27FC236}">
                    <a16:creationId xmlns:a16="http://schemas.microsoft.com/office/drawing/2014/main" id="{B25FC006-E678-4B19-9B8F-A5650ECF52AB}"/>
                  </a:ext>
                </a:extLst>
              </p:cNvPr>
              <p:cNvSpPr/>
              <p:nvPr/>
            </p:nvSpPr>
            <p:spPr>
              <a:xfrm>
                <a:off x="8961100" y="2311434"/>
                <a:ext cx="41602" cy="17828"/>
              </a:xfrm>
              <a:custGeom>
                <a:avLst/>
                <a:gdLst>
                  <a:gd name="connsiteX0" fmla="*/ 4828 w 22529"/>
                  <a:gd name="connsiteY0" fmla="*/ 4828 h 9655"/>
                  <a:gd name="connsiteX1" fmla="*/ 19311 w 22529"/>
                  <a:gd name="connsiteY1" fmla="*/ 4828 h 9655"/>
                </a:gdLst>
                <a:ahLst/>
                <a:cxnLst>
                  <a:cxn ang="0">
                    <a:pos x="connsiteX0" y="connsiteY0"/>
                  </a:cxn>
                  <a:cxn ang="0">
                    <a:pos x="connsiteX1" y="connsiteY1"/>
                  </a:cxn>
                </a:cxnLst>
                <a:rect l="l" t="t" r="r" b="b"/>
                <a:pathLst>
                  <a:path w="22529" h="9655">
                    <a:moveTo>
                      <a:pt x="4828" y="4828"/>
                    </a:moveTo>
                    <a:lnTo>
                      <a:pt x="19311" y="4828"/>
                    </a:lnTo>
                  </a:path>
                </a:pathLst>
              </a:custGeom>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89" name="Freeform: Shape 88">
                <a:extLst>
                  <a:ext uri="{FF2B5EF4-FFF2-40B4-BE49-F238E27FC236}">
                    <a16:creationId xmlns:a16="http://schemas.microsoft.com/office/drawing/2014/main" id="{669F1468-2FBD-464A-8350-2EE0BF5ED49F}"/>
                  </a:ext>
                </a:extLst>
              </p:cNvPr>
              <p:cNvSpPr/>
              <p:nvPr/>
            </p:nvSpPr>
            <p:spPr>
              <a:xfrm>
                <a:off x="8961100" y="2491514"/>
                <a:ext cx="41602" cy="17828"/>
              </a:xfrm>
              <a:custGeom>
                <a:avLst/>
                <a:gdLst>
                  <a:gd name="connsiteX0" fmla="*/ 4828 w 22529"/>
                  <a:gd name="connsiteY0" fmla="*/ 4828 h 9655"/>
                  <a:gd name="connsiteX1" fmla="*/ 19311 w 22529"/>
                  <a:gd name="connsiteY1" fmla="*/ 4828 h 9655"/>
                </a:gdLst>
                <a:ahLst/>
                <a:cxnLst>
                  <a:cxn ang="0">
                    <a:pos x="connsiteX0" y="connsiteY0"/>
                  </a:cxn>
                  <a:cxn ang="0">
                    <a:pos x="connsiteX1" y="connsiteY1"/>
                  </a:cxn>
                </a:cxnLst>
                <a:rect l="l" t="t" r="r" b="b"/>
                <a:pathLst>
                  <a:path w="22529" h="9655">
                    <a:moveTo>
                      <a:pt x="4828" y="4828"/>
                    </a:moveTo>
                    <a:lnTo>
                      <a:pt x="19311" y="4828"/>
                    </a:lnTo>
                  </a:path>
                </a:pathLst>
              </a:custGeom>
              <a:ln w="19050" cap="flat">
                <a:solidFill>
                  <a:srgbClr val="FFFFFF"/>
                </a:solidFill>
                <a:prstDash val="solid"/>
                <a:round/>
              </a:ln>
            </p:spPr>
            <p:txBody>
              <a:bodyPr rtlCol="0" anchor="ctr"/>
              <a:lstStyle/>
              <a:p>
                <a:pPr defTabSz="914363">
                  <a:defRPr/>
                </a:pPr>
                <a:endParaRPr lang="en-US" sz="3200" dirty="0">
                  <a:latin typeface="Amazon Ember Display"/>
                </a:endParaRPr>
              </a:p>
            </p:txBody>
          </p:sp>
        </p:grpSp>
        <p:cxnSp>
          <p:nvCxnSpPr>
            <p:cNvPr id="202" name="Straight Connector 201">
              <a:extLst>
                <a:ext uri="{FF2B5EF4-FFF2-40B4-BE49-F238E27FC236}">
                  <a16:creationId xmlns:a16="http://schemas.microsoft.com/office/drawing/2014/main" id="{75DB72DA-019C-4E4E-A4C3-13740CFFE66E}"/>
                </a:ext>
              </a:extLst>
            </p:cNvPr>
            <p:cNvCxnSpPr>
              <a:cxnSpLocks/>
            </p:cNvCxnSpPr>
            <p:nvPr/>
          </p:nvCxnSpPr>
          <p:spPr>
            <a:xfrm>
              <a:off x="8781438" y="2729753"/>
              <a:ext cx="1638300" cy="0"/>
            </a:xfrm>
            <a:prstGeom prst="line">
              <a:avLst/>
            </a:prstGeom>
            <a:ln w="19050" cap="rnd">
              <a:gradFill>
                <a:gsLst>
                  <a:gs pos="0">
                    <a:schemeClr val="accent4"/>
                  </a:gs>
                  <a:gs pos="100000">
                    <a:schemeClr val="accent1"/>
                  </a:gs>
                </a:gsLst>
                <a:lin ang="0" scaled="0"/>
              </a:gradFill>
              <a:round/>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3433EE5D-C8A0-48CA-A98E-2A70E56609B7}"/>
              </a:ext>
            </a:extLst>
          </p:cNvPr>
          <p:cNvGrpSpPr/>
          <p:nvPr/>
        </p:nvGrpSpPr>
        <p:grpSpPr>
          <a:xfrm>
            <a:off x="1122319" y="2139635"/>
            <a:ext cx="2552126" cy="1428474"/>
            <a:chOff x="709363" y="2000231"/>
            <a:chExt cx="2552126" cy="1428474"/>
          </a:xfrm>
        </p:grpSpPr>
        <p:grpSp>
          <p:nvGrpSpPr>
            <p:cNvPr id="4" name="Group 112">
              <a:extLst>
                <a:ext uri="{FF2B5EF4-FFF2-40B4-BE49-F238E27FC236}">
                  <a16:creationId xmlns:a16="http://schemas.microsoft.com/office/drawing/2014/main" id="{00BBA4CB-4412-7B48-A258-E2A0120F3B7D}"/>
                </a:ext>
              </a:extLst>
            </p:cNvPr>
            <p:cNvGrpSpPr>
              <a:grpSpLocks noChangeAspect="1"/>
            </p:cNvGrpSpPr>
            <p:nvPr/>
          </p:nvGrpSpPr>
          <p:grpSpPr>
            <a:xfrm>
              <a:off x="1771016" y="2000231"/>
              <a:ext cx="640129" cy="802078"/>
              <a:chOff x="7961777" y="2352141"/>
              <a:chExt cx="2189316" cy="2743200"/>
            </a:xfrm>
          </p:grpSpPr>
          <p:grpSp>
            <p:nvGrpSpPr>
              <p:cNvPr id="5" name="Graphic 2">
                <a:extLst>
                  <a:ext uri="{FF2B5EF4-FFF2-40B4-BE49-F238E27FC236}">
                    <a16:creationId xmlns:a16="http://schemas.microsoft.com/office/drawing/2014/main" id="{43E0C4C0-39E2-3C48-A3EF-7D969396F63C}"/>
                  </a:ext>
                </a:extLst>
              </p:cNvPr>
              <p:cNvGrpSpPr/>
              <p:nvPr/>
            </p:nvGrpSpPr>
            <p:grpSpPr>
              <a:xfrm>
                <a:off x="7961777" y="2352141"/>
                <a:ext cx="2189316" cy="2743200"/>
                <a:chOff x="4013739" y="1875377"/>
                <a:chExt cx="1114710" cy="1391465"/>
              </a:xfrm>
            </p:grpSpPr>
            <p:sp>
              <p:nvSpPr>
                <p:cNvPr id="7" name="Freeform: Shape 36">
                  <a:extLst>
                    <a:ext uri="{FF2B5EF4-FFF2-40B4-BE49-F238E27FC236}">
                      <a16:creationId xmlns:a16="http://schemas.microsoft.com/office/drawing/2014/main" id="{B3B02EC7-3E1F-1F4C-A62F-13F5945A57E9}"/>
                    </a:ext>
                  </a:extLst>
                </p:cNvPr>
                <p:cNvSpPr/>
                <p:nvPr/>
              </p:nvSpPr>
              <p:spPr>
                <a:xfrm>
                  <a:off x="4013739" y="2152650"/>
                  <a:ext cx="730472" cy="241744"/>
                </a:xfrm>
                <a:custGeom>
                  <a:avLst/>
                  <a:gdLst>
                    <a:gd name="connsiteX0" fmla="*/ 730472 w 730472"/>
                    <a:gd name="connsiteY0" fmla="*/ 128016 h 241744"/>
                    <a:gd name="connsiteX1" fmla="*/ 365189 w 730472"/>
                    <a:gd name="connsiteY1" fmla="*/ 241744 h 241744"/>
                    <a:gd name="connsiteX2" fmla="*/ 0 w 730472"/>
                    <a:gd name="connsiteY2" fmla="*/ 128016 h 241744"/>
                    <a:gd name="connsiteX3" fmla="*/ 365189 w 730472"/>
                    <a:gd name="connsiteY3" fmla="*/ 0 h 241744"/>
                    <a:gd name="connsiteX4" fmla="*/ 730472 w 730472"/>
                    <a:gd name="connsiteY4" fmla="*/ 128016 h 241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472" h="241744">
                      <a:moveTo>
                        <a:pt x="730472" y="128016"/>
                      </a:moveTo>
                      <a:cubicBezTo>
                        <a:pt x="730472" y="190786"/>
                        <a:pt x="576644" y="241744"/>
                        <a:pt x="365189" y="241744"/>
                      </a:cubicBezTo>
                      <a:cubicBezTo>
                        <a:pt x="153734" y="241744"/>
                        <a:pt x="0" y="190500"/>
                        <a:pt x="0" y="128016"/>
                      </a:cubicBezTo>
                      <a:cubicBezTo>
                        <a:pt x="0" y="65532"/>
                        <a:pt x="153734" y="0"/>
                        <a:pt x="365189" y="0"/>
                      </a:cubicBezTo>
                      <a:cubicBezTo>
                        <a:pt x="576644" y="0"/>
                        <a:pt x="730472" y="65151"/>
                        <a:pt x="730472" y="128016"/>
                      </a:cubicBezTo>
                      <a:close/>
                    </a:path>
                  </a:pathLst>
                </a:custGeom>
                <a:noFill/>
                <a:ln w="19050" cap="flat">
                  <a:solidFill>
                    <a:schemeClr val="tx1"/>
                  </a:solidFill>
                  <a:prstDash val="solid"/>
                  <a:round/>
                </a:ln>
              </p:spPr>
              <p:txBody>
                <a:bodyPr rtlCol="0" anchor="ctr"/>
                <a:lstStyle/>
                <a:p>
                  <a:pPr defTabSz="914363">
                    <a:defRPr/>
                  </a:pPr>
                  <a:endParaRPr lang="en-US" sz="3200" dirty="0">
                    <a:latin typeface="Amazon Ember Display" panose="020F0603020204020204" pitchFamily="34" charset="0"/>
                  </a:endParaRPr>
                </a:p>
              </p:txBody>
            </p:sp>
            <p:sp>
              <p:nvSpPr>
                <p:cNvPr id="8" name="Freeform: Shape 37">
                  <a:extLst>
                    <a:ext uri="{FF2B5EF4-FFF2-40B4-BE49-F238E27FC236}">
                      <a16:creationId xmlns:a16="http://schemas.microsoft.com/office/drawing/2014/main" id="{42F05FA2-C905-B64D-80CD-1360E04DFAD9}"/>
                    </a:ext>
                  </a:extLst>
                </p:cNvPr>
                <p:cNvSpPr/>
                <p:nvPr/>
              </p:nvSpPr>
              <p:spPr>
                <a:xfrm>
                  <a:off x="4013739" y="2507075"/>
                  <a:ext cx="470630" cy="113728"/>
                </a:xfrm>
                <a:custGeom>
                  <a:avLst/>
                  <a:gdLst>
                    <a:gd name="connsiteX0" fmla="*/ 470630 w 470630"/>
                    <a:gd name="connsiteY0" fmla="*/ 109252 h 113728"/>
                    <a:gd name="connsiteX1" fmla="*/ 365189 w 470630"/>
                    <a:gd name="connsiteY1" fmla="*/ 113729 h 113728"/>
                    <a:gd name="connsiteX2" fmla="*/ 0 w 470630"/>
                    <a:gd name="connsiteY2" fmla="*/ 0 h 113728"/>
                  </a:gdLst>
                  <a:ahLst/>
                  <a:cxnLst>
                    <a:cxn ang="0">
                      <a:pos x="connsiteX0" y="connsiteY0"/>
                    </a:cxn>
                    <a:cxn ang="0">
                      <a:pos x="connsiteX1" y="connsiteY1"/>
                    </a:cxn>
                    <a:cxn ang="0">
                      <a:pos x="connsiteX2" y="connsiteY2"/>
                    </a:cxn>
                  </a:cxnLst>
                  <a:rect l="l" t="t" r="r" b="b"/>
                  <a:pathLst>
                    <a:path w="470630" h="113728">
                      <a:moveTo>
                        <a:pt x="470630" y="109252"/>
                      </a:moveTo>
                      <a:cubicBezTo>
                        <a:pt x="437579" y="112204"/>
                        <a:pt x="402241" y="113729"/>
                        <a:pt x="365189" y="113729"/>
                      </a:cubicBezTo>
                      <a:cubicBezTo>
                        <a:pt x="153734" y="113729"/>
                        <a:pt x="0" y="62770"/>
                        <a:pt x="0" y="0"/>
                      </a:cubicBezTo>
                    </a:path>
                  </a:pathLst>
                </a:custGeom>
                <a:noFill/>
                <a:ln w="19050" cap="flat">
                  <a:solidFill>
                    <a:schemeClr val="tx1"/>
                  </a:solidFill>
                  <a:prstDash val="solid"/>
                  <a:round/>
                </a:ln>
              </p:spPr>
              <p:txBody>
                <a:bodyPr rtlCol="0" anchor="ctr"/>
                <a:lstStyle/>
                <a:p>
                  <a:pPr defTabSz="914363">
                    <a:defRPr/>
                  </a:pPr>
                  <a:endParaRPr lang="en-US" sz="3200" dirty="0">
                    <a:latin typeface="Amazon Ember Display" panose="020F0603020204020204" pitchFamily="34" charset="0"/>
                  </a:endParaRPr>
                </a:p>
              </p:txBody>
            </p:sp>
            <p:sp>
              <p:nvSpPr>
                <p:cNvPr id="9" name="Freeform: Shape 38">
                  <a:extLst>
                    <a:ext uri="{FF2B5EF4-FFF2-40B4-BE49-F238E27FC236}">
                      <a16:creationId xmlns:a16="http://schemas.microsoft.com/office/drawing/2014/main" id="{0C5A79B1-946A-DA42-BC7A-5EC26F9CF7A1}"/>
                    </a:ext>
                  </a:extLst>
                </p:cNvPr>
                <p:cNvSpPr/>
                <p:nvPr/>
              </p:nvSpPr>
              <p:spPr>
                <a:xfrm>
                  <a:off x="4013739" y="2731008"/>
                  <a:ext cx="423195" cy="113728"/>
                </a:xfrm>
                <a:custGeom>
                  <a:avLst/>
                  <a:gdLst>
                    <a:gd name="connsiteX0" fmla="*/ 423196 w 423195"/>
                    <a:gd name="connsiteY0" fmla="*/ 112681 h 113728"/>
                    <a:gd name="connsiteX1" fmla="*/ 416814 w 423195"/>
                    <a:gd name="connsiteY1" fmla="*/ 112681 h 113728"/>
                    <a:gd name="connsiteX2" fmla="*/ 365189 w 423195"/>
                    <a:gd name="connsiteY2" fmla="*/ 113729 h 113728"/>
                    <a:gd name="connsiteX3" fmla="*/ 0 w 423195"/>
                    <a:gd name="connsiteY3" fmla="*/ 0 h 113728"/>
                  </a:gdLst>
                  <a:ahLst/>
                  <a:cxnLst>
                    <a:cxn ang="0">
                      <a:pos x="connsiteX0" y="connsiteY0"/>
                    </a:cxn>
                    <a:cxn ang="0">
                      <a:pos x="connsiteX1" y="connsiteY1"/>
                    </a:cxn>
                    <a:cxn ang="0">
                      <a:pos x="connsiteX2" y="connsiteY2"/>
                    </a:cxn>
                    <a:cxn ang="0">
                      <a:pos x="connsiteX3" y="connsiteY3"/>
                    </a:cxn>
                  </a:cxnLst>
                  <a:rect l="l" t="t" r="r" b="b"/>
                  <a:pathLst>
                    <a:path w="423195" h="113728">
                      <a:moveTo>
                        <a:pt x="423196" y="112681"/>
                      </a:moveTo>
                      <a:lnTo>
                        <a:pt x="416814" y="112681"/>
                      </a:lnTo>
                      <a:cubicBezTo>
                        <a:pt x="400050" y="113443"/>
                        <a:pt x="382810" y="113729"/>
                        <a:pt x="365189" y="113729"/>
                      </a:cubicBezTo>
                      <a:cubicBezTo>
                        <a:pt x="153734" y="113729"/>
                        <a:pt x="0" y="62865"/>
                        <a:pt x="0" y="0"/>
                      </a:cubicBezTo>
                    </a:path>
                  </a:pathLst>
                </a:custGeom>
                <a:noFill/>
                <a:ln w="19050" cap="flat">
                  <a:solidFill>
                    <a:schemeClr val="tx1"/>
                  </a:solidFill>
                  <a:prstDash val="solid"/>
                  <a:round/>
                </a:ln>
              </p:spPr>
              <p:txBody>
                <a:bodyPr rtlCol="0" anchor="ctr"/>
                <a:lstStyle/>
                <a:p>
                  <a:pPr defTabSz="914363">
                    <a:defRPr/>
                  </a:pPr>
                  <a:endParaRPr lang="en-US" sz="3200" dirty="0">
                    <a:latin typeface="Amazon Ember Display" panose="020F0603020204020204" pitchFamily="34" charset="0"/>
                  </a:endParaRPr>
                </a:p>
              </p:txBody>
            </p:sp>
            <p:sp>
              <p:nvSpPr>
                <p:cNvPr id="10" name="Freeform: Shape 39">
                  <a:extLst>
                    <a:ext uri="{FF2B5EF4-FFF2-40B4-BE49-F238E27FC236}">
                      <a16:creationId xmlns:a16="http://schemas.microsoft.com/office/drawing/2014/main" id="{A2BD43EE-4A4B-7440-A6C1-07737DCD2F5C}"/>
                    </a:ext>
                  </a:extLst>
                </p:cNvPr>
                <p:cNvSpPr/>
                <p:nvPr/>
              </p:nvSpPr>
              <p:spPr>
                <a:xfrm>
                  <a:off x="4013739" y="2152650"/>
                  <a:ext cx="730472" cy="908589"/>
                </a:xfrm>
                <a:custGeom>
                  <a:avLst/>
                  <a:gdLst>
                    <a:gd name="connsiteX0" fmla="*/ 730472 w 730472"/>
                    <a:gd name="connsiteY0" fmla="*/ 323850 h 908589"/>
                    <a:gd name="connsiteX1" fmla="*/ 730472 w 730472"/>
                    <a:gd name="connsiteY1" fmla="*/ 133350 h 908589"/>
                    <a:gd name="connsiteX2" fmla="*/ 365189 w 730472"/>
                    <a:gd name="connsiteY2" fmla="*/ 0 h 908589"/>
                    <a:gd name="connsiteX3" fmla="*/ 0 w 730472"/>
                    <a:gd name="connsiteY3" fmla="*/ 133350 h 908589"/>
                    <a:gd name="connsiteX4" fmla="*/ 0 w 730472"/>
                    <a:gd name="connsiteY4" fmla="*/ 775335 h 908589"/>
                    <a:gd name="connsiteX5" fmla="*/ 199263 w 730472"/>
                    <a:gd name="connsiteY5" fmla="*/ 895445 h 908589"/>
                    <a:gd name="connsiteX6" fmla="*/ 288036 w 730472"/>
                    <a:gd name="connsiteY6" fmla="*/ 905828 h 908589"/>
                    <a:gd name="connsiteX7" fmla="*/ 326136 w 730472"/>
                    <a:gd name="connsiteY7" fmla="*/ 907828 h 908589"/>
                    <a:gd name="connsiteX8" fmla="*/ 365284 w 730472"/>
                    <a:gd name="connsiteY8" fmla="*/ 908590 h 908589"/>
                    <a:gd name="connsiteX9" fmla="*/ 365284 w 730472"/>
                    <a:gd name="connsiteY9" fmla="*/ 908590 h 908589"/>
                    <a:gd name="connsiteX10" fmla="*/ 404432 w 730472"/>
                    <a:gd name="connsiteY10" fmla="*/ 907828 h 908589"/>
                    <a:gd name="connsiteX11" fmla="*/ 421862 w 730472"/>
                    <a:gd name="connsiteY11" fmla="*/ 907161 h 908589"/>
                    <a:gd name="connsiteX12" fmla="*/ 426339 w 730472"/>
                    <a:gd name="connsiteY12" fmla="*/ 907161 h 908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0472" h="908589">
                      <a:moveTo>
                        <a:pt x="730472" y="323850"/>
                      </a:moveTo>
                      <a:lnTo>
                        <a:pt x="730472" y="133350"/>
                      </a:lnTo>
                      <a:cubicBezTo>
                        <a:pt x="730472" y="59817"/>
                        <a:pt x="576644" y="0"/>
                        <a:pt x="365189" y="0"/>
                      </a:cubicBezTo>
                      <a:cubicBezTo>
                        <a:pt x="153734" y="0"/>
                        <a:pt x="0" y="59912"/>
                        <a:pt x="0" y="133350"/>
                      </a:cubicBezTo>
                      <a:lnTo>
                        <a:pt x="0" y="775335"/>
                      </a:lnTo>
                      <a:cubicBezTo>
                        <a:pt x="0" y="828199"/>
                        <a:pt x="70961" y="873919"/>
                        <a:pt x="199263" y="895445"/>
                      </a:cubicBezTo>
                      <a:cubicBezTo>
                        <a:pt x="227171" y="900113"/>
                        <a:pt x="256413" y="903637"/>
                        <a:pt x="288036" y="905828"/>
                      </a:cubicBezTo>
                      <a:cubicBezTo>
                        <a:pt x="300736" y="906780"/>
                        <a:pt x="313436" y="907447"/>
                        <a:pt x="326136" y="907828"/>
                      </a:cubicBezTo>
                      <a:cubicBezTo>
                        <a:pt x="338995" y="908304"/>
                        <a:pt x="352044" y="908590"/>
                        <a:pt x="365284" y="908590"/>
                      </a:cubicBezTo>
                      <a:lnTo>
                        <a:pt x="365284" y="908590"/>
                      </a:lnTo>
                      <a:cubicBezTo>
                        <a:pt x="378523" y="908590"/>
                        <a:pt x="391573" y="908590"/>
                        <a:pt x="404432" y="907828"/>
                      </a:cubicBezTo>
                      <a:lnTo>
                        <a:pt x="421862" y="907161"/>
                      </a:lnTo>
                      <a:lnTo>
                        <a:pt x="426339" y="907161"/>
                      </a:lnTo>
                    </a:path>
                  </a:pathLst>
                </a:custGeom>
                <a:noFill/>
                <a:ln w="19050" cap="flat">
                  <a:solidFill>
                    <a:schemeClr val="tx1"/>
                  </a:solidFill>
                  <a:prstDash val="solid"/>
                  <a:round/>
                </a:ln>
              </p:spPr>
              <p:txBody>
                <a:bodyPr rtlCol="0" anchor="ctr"/>
                <a:lstStyle/>
                <a:p>
                  <a:pPr defTabSz="914363">
                    <a:defRPr/>
                  </a:pPr>
                  <a:endParaRPr lang="en-US" sz="3200" dirty="0">
                    <a:latin typeface="Amazon Ember Display" panose="020F0603020204020204" pitchFamily="34" charset="0"/>
                  </a:endParaRPr>
                </a:p>
              </p:txBody>
            </p:sp>
            <p:sp>
              <p:nvSpPr>
                <p:cNvPr id="11" name="Freeform: Shape 40">
                  <a:extLst>
                    <a:ext uri="{FF2B5EF4-FFF2-40B4-BE49-F238E27FC236}">
                      <a16:creationId xmlns:a16="http://schemas.microsoft.com/office/drawing/2014/main" id="{E41631DC-DF8E-5D48-9FAC-4893115D872E}"/>
                    </a:ext>
                  </a:extLst>
                </p:cNvPr>
                <p:cNvSpPr/>
                <p:nvPr/>
              </p:nvSpPr>
              <p:spPr>
                <a:xfrm>
                  <a:off x="4379214" y="1875377"/>
                  <a:ext cx="9525" cy="142208"/>
                </a:xfrm>
                <a:custGeom>
                  <a:avLst/>
                  <a:gdLst>
                    <a:gd name="connsiteX0" fmla="*/ 0 w 9525"/>
                    <a:gd name="connsiteY0" fmla="*/ 142208 h 142208"/>
                    <a:gd name="connsiteX1" fmla="*/ 0 w 9525"/>
                    <a:gd name="connsiteY1" fmla="*/ 0 h 142208"/>
                  </a:gdLst>
                  <a:ahLst/>
                  <a:cxnLst>
                    <a:cxn ang="0">
                      <a:pos x="connsiteX0" y="connsiteY0"/>
                    </a:cxn>
                    <a:cxn ang="0">
                      <a:pos x="connsiteX1" y="connsiteY1"/>
                    </a:cxn>
                  </a:cxnLst>
                  <a:rect l="l" t="t" r="r" b="b"/>
                  <a:pathLst>
                    <a:path w="9525" h="142208">
                      <a:moveTo>
                        <a:pt x="0" y="142208"/>
                      </a:moveTo>
                      <a:lnTo>
                        <a:pt x="0" y="0"/>
                      </a:ln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pPr defTabSz="914363">
                    <a:defRPr/>
                  </a:pPr>
                  <a:endParaRPr lang="en-US" sz="3200" dirty="0">
                    <a:ln>
                      <a:solidFill>
                        <a:srgbClr val="77AD41"/>
                      </a:solidFill>
                    </a:ln>
                    <a:latin typeface="Amazon Ember Display" panose="020F0603020204020204" pitchFamily="34" charset="0"/>
                  </a:endParaRPr>
                </a:p>
              </p:txBody>
            </p:sp>
            <p:sp>
              <p:nvSpPr>
                <p:cNvPr id="12" name="Freeform: Shape 42">
                  <a:extLst>
                    <a:ext uri="{FF2B5EF4-FFF2-40B4-BE49-F238E27FC236}">
                      <a16:creationId xmlns:a16="http://schemas.microsoft.com/office/drawing/2014/main" id="{933B5287-DD46-4040-950B-5E7BD71809CF}"/>
                    </a:ext>
                  </a:extLst>
                </p:cNvPr>
                <p:cNvSpPr/>
                <p:nvPr/>
              </p:nvSpPr>
              <p:spPr>
                <a:xfrm>
                  <a:off x="4252817" y="1938623"/>
                  <a:ext cx="9525" cy="94773"/>
                </a:xfrm>
                <a:custGeom>
                  <a:avLst/>
                  <a:gdLst>
                    <a:gd name="connsiteX0" fmla="*/ 0 w 9525"/>
                    <a:gd name="connsiteY0" fmla="*/ 94774 h 94773"/>
                    <a:gd name="connsiteX1" fmla="*/ 0 w 9525"/>
                    <a:gd name="connsiteY1" fmla="*/ 0 h 94773"/>
                  </a:gdLst>
                  <a:ahLst/>
                  <a:cxnLst>
                    <a:cxn ang="0">
                      <a:pos x="connsiteX0" y="connsiteY0"/>
                    </a:cxn>
                    <a:cxn ang="0">
                      <a:pos x="connsiteX1" y="connsiteY1"/>
                    </a:cxn>
                  </a:cxnLst>
                  <a:rect l="l" t="t" r="r" b="b"/>
                  <a:pathLst>
                    <a:path w="9525" h="94773">
                      <a:moveTo>
                        <a:pt x="0" y="94774"/>
                      </a:moveTo>
                      <a:lnTo>
                        <a:pt x="0" y="0"/>
                      </a:ln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pPr defTabSz="914363">
                    <a:defRPr/>
                  </a:pPr>
                  <a:endParaRPr lang="en-US" sz="3200" dirty="0">
                    <a:latin typeface="Amazon Ember Display" panose="020F0603020204020204" pitchFamily="34" charset="0"/>
                  </a:endParaRPr>
                </a:p>
              </p:txBody>
            </p:sp>
            <p:sp>
              <p:nvSpPr>
                <p:cNvPr id="13" name="Freeform: Shape 47">
                  <a:extLst>
                    <a:ext uri="{FF2B5EF4-FFF2-40B4-BE49-F238E27FC236}">
                      <a16:creationId xmlns:a16="http://schemas.microsoft.com/office/drawing/2014/main" id="{3D87B006-5771-EE41-A9BB-A670372700A7}"/>
                    </a:ext>
                  </a:extLst>
                </p:cNvPr>
                <p:cNvSpPr/>
                <p:nvPr/>
              </p:nvSpPr>
              <p:spPr>
                <a:xfrm>
                  <a:off x="4505515" y="1938623"/>
                  <a:ext cx="9525" cy="94773"/>
                </a:xfrm>
                <a:custGeom>
                  <a:avLst/>
                  <a:gdLst>
                    <a:gd name="connsiteX0" fmla="*/ 0 w 9525"/>
                    <a:gd name="connsiteY0" fmla="*/ 94774 h 94773"/>
                    <a:gd name="connsiteX1" fmla="*/ 0 w 9525"/>
                    <a:gd name="connsiteY1" fmla="*/ 0 h 94773"/>
                  </a:gdLst>
                  <a:ahLst/>
                  <a:cxnLst>
                    <a:cxn ang="0">
                      <a:pos x="connsiteX0" y="connsiteY0"/>
                    </a:cxn>
                    <a:cxn ang="0">
                      <a:pos x="connsiteX1" y="connsiteY1"/>
                    </a:cxn>
                  </a:cxnLst>
                  <a:rect l="l" t="t" r="r" b="b"/>
                  <a:pathLst>
                    <a:path w="9525" h="94773">
                      <a:moveTo>
                        <a:pt x="0" y="94774"/>
                      </a:moveTo>
                      <a:lnTo>
                        <a:pt x="0" y="0"/>
                      </a:ln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pPr defTabSz="914363">
                    <a:defRPr/>
                  </a:pPr>
                  <a:endParaRPr lang="en-US" sz="3200" dirty="0">
                    <a:latin typeface="Amazon Ember Display" panose="020F0603020204020204" pitchFamily="34" charset="0"/>
                  </a:endParaRPr>
                </a:p>
              </p:txBody>
            </p:sp>
            <p:sp>
              <p:nvSpPr>
                <p:cNvPr id="14" name="Freeform: Shape 48">
                  <a:extLst>
                    <a:ext uri="{FF2B5EF4-FFF2-40B4-BE49-F238E27FC236}">
                      <a16:creationId xmlns:a16="http://schemas.microsoft.com/office/drawing/2014/main" id="{C65C6500-EEA6-224E-A995-805415FE5E7D}"/>
                    </a:ext>
                  </a:extLst>
                </p:cNvPr>
                <p:cNvSpPr/>
                <p:nvPr/>
              </p:nvSpPr>
              <p:spPr>
                <a:xfrm>
                  <a:off x="4126420" y="2017585"/>
                  <a:ext cx="9525" cy="47339"/>
                </a:xfrm>
                <a:custGeom>
                  <a:avLst/>
                  <a:gdLst>
                    <a:gd name="connsiteX0" fmla="*/ 0 w 9525"/>
                    <a:gd name="connsiteY0" fmla="*/ 47339 h 47339"/>
                    <a:gd name="connsiteX1" fmla="*/ 0 w 9525"/>
                    <a:gd name="connsiteY1" fmla="*/ 0 h 47339"/>
                  </a:gdLst>
                  <a:ahLst/>
                  <a:cxnLst>
                    <a:cxn ang="0">
                      <a:pos x="connsiteX0" y="connsiteY0"/>
                    </a:cxn>
                    <a:cxn ang="0">
                      <a:pos x="connsiteX1" y="connsiteY1"/>
                    </a:cxn>
                  </a:cxnLst>
                  <a:rect l="l" t="t" r="r" b="b"/>
                  <a:pathLst>
                    <a:path w="9525" h="47339">
                      <a:moveTo>
                        <a:pt x="0" y="47339"/>
                      </a:moveTo>
                      <a:lnTo>
                        <a:pt x="0" y="0"/>
                      </a:ln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pPr defTabSz="914363">
                    <a:defRPr/>
                  </a:pPr>
                  <a:endParaRPr lang="en-US" sz="3200" dirty="0">
                    <a:latin typeface="Amazon Ember Display" panose="020F0603020204020204" pitchFamily="34" charset="0"/>
                  </a:endParaRPr>
                </a:p>
              </p:txBody>
            </p:sp>
            <p:sp>
              <p:nvSpPr>
                <p:cNvPr id="15" name="Freeform: Shape 49">
                  <a:extLst>
                    <a:ext uri="{FF2B5EF4-FFF2-40B4-BE49-F238E27FC236}">
                      <a16:creationId xmlns:a16="http://schemas.microsoft.com/office/drawing/2014/main" id="{86E7BCD0-3A08-C84F-B07D-DFDE02D397D2}"/>
                    </a:ext>
                  </a:extLst>
                </p:cNvPr>
                <p:cNvSpPr/>
                <p:nvPr/>
              </p:nvSpPr>
              <p:spPr>
                <a:xfrm>
                  <a:off x="4631912" y="2017585"/>
                  <a:ext cx="9525" cy="47339"/>
                </a:xfrm>
                <a:custGeom>
                  <a:avLst/>
                  <a:gdLst>
                    <a:gd name="connsiteX0" fmla="*/ 0 w 9525"/>
                    <a:gd name="connsiteY0" fmla="*/ 47339 h 47339"/>
                    <a:gd name="connsiteX1" fmla="*/ 0 w 9525"/>
                    <a:gd name="connsiteY1" fmla="*/ 0 h 47339"/>
                  </a:gdLst>
                  <a:ahLst/>
                  <a:cxnLst>
                    <a:cxn ang="0">
                      <a:pos x="connsiteX0" y="connsiteY0"/>
                    </a:cxn>
                    <a:cxn ang="0">
                      <a:pos x="connsiteX1" y="connsiteY1"/>
                    </a:cxn>
                  </a:cxnLst>
                  <a:rect l="l" t="t" r="r" b="b"/>
                  <a:pathLst>
                    <a:path w="9525" h="47339">
                      <a:moveTo>
                        <a:pt x="0" y="47339"/>
                      </a:moveTo>
                      <a:lnTo>
                        <a:pt x="0" y="0"/>
                      </a:lnTo>
                    </a:path>
                  </a:pathLst>
                </a:custGeom>
                <a:ln/>
              </p:spPr>
              <p:style>
                <a:lnRef idx="1">
                  <a:schemeClr val="accent4"/>
                </a:lnRef>
                <a:fillRef idx="0">
                  <a:schemeClr val="accent4"/>
                </a:fillRef>
                <a:effectRef idx="0">
                  <a:schemeClr val="accent4"/>
                </a:effectRef>
                <a:fontRef idx="minor">
                  <a:schemeClr val="tx1"/>
                </a:fontRef>
              </p:style>
              <p:txBody>
                <a:bodyPr rtlCol="0" anchor="ctr"/>
                <a:lstStyle/>
                <a:p>
                  <a:pPr defTabSz="914363">
                    <a:defRPr/>
                  </a:pPr>
                  <a:endParaRPr lang="en-US" sz="3200" dirty="0">
                    <a:latin typeface="Amazon Ember Display" panose="020F0603020204020204" pitchFamily="34" charset="0"/>
                  </a:endParaRPr>
                </a:p>
              </p:txBody>
            </p:sp>
            <p:sp>
              <p:nvSpPr>
                <p:cNvPr id="16" name="Freeform: Shape 50">
                  <a:extLst>
                    <a:ext uri="{FF2B5EF4-FFF2-40B4-BE49-F238E27FC236}">
                      <a16:creationId xmlns:a16="http://schemas.microsoft.com/office/drawing/2014/main" id="{9635F75B-B917-AB4C-AE39-346A497A942F}"/>
                    </a:ext>
                  </a:extLst>
                </p:cNvPr>
                <p:cNvSpPr/>
                <p:nvPr/>
              </p:nvSpPr>
              <p:spPr>
                <a:xfrm>
                  <a:off x="4482634" y="2621038"/>
                  <a:ext cx="645815" cy="645804"/>
                </a:xfrm>
                <a:custGeom>
                  <a:avLst/>
                  <a:gdLst>
                    <a:gd name="connsiteX0" fmla="*/ 79840 w 645815"/>
                    <a:gd name="connsiteY0" fmla="*/ 110351 h 645804"/>
                    <a:gd name="connsiteX1" fmla="*/ 535469 w 645815"/>
                    <a:gd name="connsiteY1" fmla="*/ 79833 h 645804"/>
                    <a:gd name="connsiteX2" fmla="*/ 565987 w 645815"/>
                    <a:gd name="connsiteY2" fmla="*/ 535452 h 645804"/>
                    <a:gd name="connsiteX3" fmla="*/ 110358 w 645815"/>
                    <a:gd name="connsiteY3" fmla="*/ 565979 h 645804"/>
                    <a:gd name="connsiteX4" fmla="*/ 29643 w 645815"/>
                    <a:gd name="connsiteY4" fmla="*/ 187789 h 64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815" h="645804">
                      <a:moveTo>
                        <a:pt x="79840" y="110351"/>
                      </a:moveTo>
                      <a:cubicBezTo>
                        <a:pt x="197226" y="-23894"/>
                        <a:pt x="401223" y="-37563"/>
                        <a:pt x="535469" y="79833"/>
                      </a:cubicBezTo>
                      <a:cubicBezTo>
                        <a:pt x="669714" y="197219"/>
                        <a:pt x="683373" y="401206"/>
                        <a:pt x="565987" y="535452"/>
                      </a:cubicBezTo>
                      <a:cubicBezTo>
                        <a:pt x="448601" y="669697"/>
                        <a:pt x="244604" y="683365"/>
                        <a:pt x="110358" y="565979"/>
                      </a:cubicBezTo>
                      <a:cubicBezTo>
                        <a:pt x="2597" y="471739"/>
                        <a:pt x="-30257" y="317805"/>
                        <a:pt x="29643" y="187789"/>
                      </a:cubicBezTo>
                    </a:path>
                  </a:pathLst>
                </a:custGeom>
                <a:noFill/>
                <a:ln w="19050" cap="flat">
                  <a:solidFill>
                    <a:schemeClr val="tx1"/>
                  </a:solidFill>
                  <a:prstDash val="solid"/>
                  <a:round/>
                </a:ln>
              </p:spPr>
              <p:txBody>
                <a:bodyPr rtlCol="0" anchor="ctr"/>
                <a:lstStyle/>
                <a:p>
                  <a:pPr defTabSz="914363">
                    <a:defRPr/>
                  </a:pPr>
                  <a:endParaRPr lang="en-US" sz="3200" dirty="0">
                    <a:latin typeface="Amazon Ember Display" panose="020F0603020204020204" pitchFamily="34" charset="0"/>
                  </a:endParaRPr>
                </a:p>
              </p:txBody>
            </p:sp>
            <p:sp>
              <p:nvSpPr>
                <p:cNvPr id="17" name="Freeform: Shape 60">
                  <a:extLst>
                    <a:ext uri="{FF2B5EF4-FFF2-40B4-BE49-F238E27FC236}">
                      <a16:creationId xmlns:a16="http://schemas.microsoft.com/office/drawing/2014/main" id="{1530F6F8-F77C-BD49-83BD-56BE21D48DE3}"/>
                    </a:ext>
                  </a:extLst>
                </p:cNvPr>
                <p:cNvSpPr/>
                <p:nvPr/>
              </p:nvSpPr>
              <p:spPr>
                <a:xfrm>
                  <a:off x="4739735" y="2525172"/>
                  <a:ext cx="133445" cy="104775"/>
                </a:xfrm>
                <a:custGeom>
                  <a:avLst/>
                  <a:gdLst>
                    <a:gd name="connsiteX0" fmla="*/ 133445 w 133445"/>
                    <a:gd name="connsiteY0" fmla="*/ 104775 h 104775"/>
                    <a:gd name="connsiteX1" fmla="*/ 133445 w 133445"/>
                    <a:gd name="connsiteY1" fmla="*/ 0 h 104775"/>
                    <a:gd name="connsiteX2" fmla="*/ 0 w 133445"/>
                    <a:gd name="connsiteY2" fmla="*/ 0 h 104775"/>
                    <a:gd name="connsiteX3" fmla="*/ 0 w 133445"/>
                    <a:gd name="connsiteY3" fmla="*/ 104775 h 104775"/>
                  </a:gdLst>
                  <a:ahLst/>
                  <a:cxnLst>
                    <a:cxn ang="0">
                      <a:pos x="connsiteX0" y="connsiteY0"/>
                    </a:cxn>
                    <a:cxn ang="0">
                      <a:pos x="connsiteX1" y="connsiteY1"/>
                    </a:cxn>
                    <a:cxn ang="0">
                      <a:pos x="connsiteX2" y="connsiteY2"/>
                    </a:cxn>
                    <a:cxn ang="0">
                      <a:pos x="connsiteX3" y="connsiteY3"/>
                    </a:cxn>
                  </a:cxnLst>
                  <a:rect l="l" t="t" r="r" b="b"/>
                  <a:pathLst>
                    <a:path w="133445" h="104775">
                      <a:moveTo>
                        <a:pt x="133445" y="104775"/>
                      </a:moveTo>
                      <a:lnTo>
                        <a:pt x="133445" y="0"/>
                      </a:lnTo>
                      <a:lnTo>
                        <a:pt x="0" y="0"/>
                      </a:lnTo>
                      <a:lnTo>
                        <a:pt x="0" y="104775"/>
                      </a:lnTo>
                    </a:path>
                  </a:pathLst>
                </a:custGeom>
                <a:noFill/>
                <a:ln w="19050" cap="flat">
                  <a:solidFill>
                    <a:schemeClr val="tx1"/>
                  </a:solidFill>
                  <a:prstDash val="solid"/>
                  <a:round/>
                </a:ln>
              </p:spPr>
              <p:txBody>
                <a:bodyPr rtlCol="0" anchor="ctr"/>
                <a:lstStyle/>
                <a:p>
                  <a:pPr defTabSz="914363">
                    <a:defRPr/>
                  </a:pPr>
                  <a:endParaRPr lang="en-US" sz="3200" dirty="0">
                    <a:latin typeface="Amazon Ember Display" panose="020F0603020204020204" pitchFamily="34" charset="0"/>
                  </a:endParaRPr>
                </a:p>
              </p:txBody>
            </p:sp>
            <p:sp>
              <p:nvSpPr>
                <p:cNvPr id="18" name="Freeform: Shape 61">
                  <a:extLst>
                    <a:ext uri="{FF2B5EF4-FFF2-40B4-BE49-F238E27FC236}">
                      <a16:creationId xmlns:a16="http://schemas.microsoft.com/office/drawing/2014/main" id="{B8579D8F-09B9-FB4B-8CD6-7080B58528E3}"/>
                    </a:ext>
                  </a:extLst>
                </p:cNvPr>
                <p:cNvSpPr/>
                <p:nvPr/>
              </p:nvSpPr>
              <p:spPr>
                <a:xfrm>
                  <a:off x="4987480" y="2605563"/>
                  <a:ext cx="121634" cy="119633"/>
                </a:xfrm>
                <a:custGeom>
                  <a:avLst/>
                  <a:gdLst>
                    <a:gd name="connsiteX0" fmla="*/ 55912 w 121634"/>
                    <a:gd name="connsiteY0" fmla="*/ 119634 h 119633"/>
                    <a:gd name="connsiteX1" fmla="*/ 121634 w 121634"/>
                    <a:gd name="connsiteY1" fmla="*/ 53911 h 119633"/>
                    <a:gd name="connsiteX2" fmla="*/ 67818 w 121634"/>
                    <a:gd name="connsiteY2" fmla="*/ 0 h 119633"/>
                    <a:gd name="connsiteX3" fmla="*/ 0 w 121634"/>
                    <a:gd name="connsiteY3" fmla="*/ 67818 h 119633"/>
                  </a:gdLst>
                  <a:ahLst/>
                  <a:cxnLst>
                    <a:cxn ang="0">
                      <a:pos x="connsiteX0" y="connsiteY0"/>
                    </a:cxn>
                    <a:cxn ang="0">
                      <a:pos x="connsiteX1" y="connsiteY1"/>
                    </a:cxn>
                    <a:cxn ang="0">
                      <a:pos x="connsiteX2" y="connsiteY2"/>
                    </a:cxn>
                    <a:cxn ang="0">
                      <a:pos x="connsiteX3" y="connsiteY3"/>
                    </a:cxn>
                  </a:cxnLst>
                  <a:rect l="l" t="t" r="r" b="b"/>
                  <a:pathLst>
                    <a:path w="121634" h="119633">
                      <a:moveTo>
                        <a:pt x="55912" y="119634"/>
                      </a:moveTo>
                      <a:lnTo>
                        <a:pt x="121634" y="53911"/>
                      </a:lnTo>
                      <a:lnTo>
                        <a:pt x="67818" y="0"/>
                      </a:lnTo>
                      <a:lnTo>
                        <a:pt x="0" y="67818"/>
                      </a:lnTo>
                    </a:path>
                  </a:pathLst>
                </a:custGeom>
                <a:noFill/>
                <a:ln w="19050" cap="flat">
                  <a:solidFill>
                    <a:schemeClr val="tx1"/>
                  </a:solidFill>
                  <a:prstDash val="solid"/>
                  <a:round/>
                </a:ln>
              </p:spPr>
              <p:txBody>
                <a:bodyPr rtlCol="0" anchor="ctr"/>
                <a:lstStyle/>
                <a:p>
                  <a:pPr defTabSz="914363">
                    <a:defRPr/>
                  </a:pPr>
                  <a:endParaRPr lang="en-US" sz="3200" dirty="0">
                    <a:latin typeface="Amazon Ember Display" panose="020F0603020204020204" pitchFamily="34" charset="0"/>
                  </a:endParaRPr>
                </a:p>
              </p:txBody>
            </p:sp>
            <p:sp>
              <p:nvSpPr>
                <p:cNvPr id="19" name="Freeform: Shape 62">
                  <a:extLst>
                    <a:ext uri="{FF2B5EF4-FFF2-40B4-BE49-F238E27FC236}">
                      <a16:creationId xmlns:a16="http://schemas.microsoft.com/office/drawing/2014/main" id="{10782978-412D-A143-96CA-B503FCFF6111}"/>
                    </a:ext>
                  </a:extLst>
                </p:cNvPr>
                <p:cNvSpPr/>
                <p:nvPr/>
              </p:nvSpPr>
              <p:spPr>
                <a:xfrm>
                  <a:off x="4503800" y="2605563"/>
                  <a:ext cx="121634" cy="119633"/>
                </a:xfrm>
                <a:custGeom>
                  <a:avLst/>
                  <a:gdLst>
                    <a:gd name="connsiteX0" fmla="*/ 65723 w 121634"/>
                    <a:gd name="connsiteY0" fmla="*/ 119634 h 119633"/>
                    <a:gd name="connsiteX1" fmla="*/ 0 w 121634"/>
                    <a:gd name="connsiteY1" fmla="*/ 53911 h 119633"/>
                    <a:gd name="connsiteX2" fmla="*/ 53816 w 121634"/>
                    <a:gd name="connsiteY2" fmla="*/ 0 h 119633"/>
                    <a:gd name="connsiteX3" fmla="*/ 121634 w 121634"/>
                    <a:gd name="connsiteY3" fmla="*/ 67818 h 119633"/>
                  </a:gdLst>
                  <a:ahLst/>
                  <a:cxnLst>
                    <a:cxn ang="0">
                      <a:pos x="connsiteX0" y="connsiteY0"/>
                    </a:cxn>
                    <a:cxn ang="0">
                      <a:pos x="connsiteX1" y="connsiteY1"/>
                    </a:cxn>
                    <a:cxn ang="0">
                      <a:pos x="connsiteX2" y="connsiteY2"/>
                    </a:cxn>
                    <a:cxn ang="0">
                      <a:pos x="connsiteX3" y="connsiteY3"/>
                    </a:cxn>
                  </a:cxnLst>
                  <a:rect l="l" t="t" r="r" b="b"/>
                  <a:pathLst>
                    <a:path w="121634" h="119633">
                      <a:moveTo>
                        <a:pt x="65723" y="119634"/>
                      </a:moveTo>
                      <a:lnTo>
                        <a:pt x="0" y="53911"/>
                      </a:lnTo>
                      <a:lnTo>
                        <a:pt x="53816" y="0"/>
                      </a:lnTo>
                      <a:lnTo>
                        <a:pt x="121634" y="67818"/>
                      </a:lnTo>
                    </a:path>
                  </a:pathLst>
                </a:custGeom>
                <a:noFill/>
                <a:ln w="19050" cap="flat">
                  <a:solidFill>
                    <a:schemeClr val="tx1"/>
                  </a:solidFill>
                  <a:prstDash val="solid"/>
                  <a:round/>
                </a:ln>
              </p:spPr>
              <p:txBody>
                <a:bodyPr rtlCol="0" anchor="ctr"/>
                <a:lstStyle/>
                <a:p>
                  <a:pPr defTabSz="914363">
                    <a:defRPr/>
                  </a:pPr>
                  <a:endParaRPr lang="en-US" sz="3200" dirty="0">
                    <a:latin typeface="Amazon Ember Display" panose="020F0603020204020204" pitchFamily="34" charset="0"/>
                  </a:endParaRPr>
                </a:p>
              </p:txBody>
            </p:sp>
            <p:sp>
              <p:nvSpPr>
                <p:cNvPr id="20" name="Freeform: Shape 63">
                  <a:extLst>
                    <a:ext uri="{FF2B5EF4-FFF2-40B4-BE49-F238E27FC236}">
                      <a16:creationId xmlns:a16="http://schemas.microsoft.com/office/drawing/2014/main" id="{3ED9C613-DB1D-F242-8B01-8BE0BF8CDB3F}"/>
                    </a:ext>
                  </a:extLst>
                </p:cNvPr>
                <p:cNvSpPr/>
                <p:nvPr/>
              </p:nvSpPr>
              <p:spPr>
                <a:xfrm>
                  <a:off x="4624673" y="2687097"/>
                  <a:ext cx="439137" cy="514350"/>
                </a:xfrm>
                <a:custGeom>
                  <a:avLst/>
                  <a:gdLst>
                    <a:gd name="connsiteX0" fmla="*/ 0 w 439137"/>
                    <a:gd name="connsiteY0" fmla="*/ 438912 h 514350"/>
                    <a:gd name="connsiteX1" fmla="*/ 363703 w 439137"/>
                    <a:gd name="connsiteY1" fmla="*/ 439141 h 514350"/>
                    <a:gd name="connsiteX2" fmla="*/ 363931 w 439137"/>
                    <a:gd name="connsiteY2" fmla="*/ 75438 h 514350"/>
                    <a:gd name="connsiteX3" fmla="*/ 181737 w 439137"/>
                    <a:gd name="connsiteY3" fmla="*/ 0 h 514350"/>
                    <a:gd name="connsiteX4" fmla="*/ 172212 w 439137"/>
                    <a:gd name="connsiteY4" fmla="*/ 0 h 514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137" h="514350">
                      <a:moveTo>
                        <a:pt x="0" y="438912"/>
                      </a:moveTo>
                      <a:cubicBezTo>
                        <a:pt x="100374" y="539410"/>
                        <a:pt x="263204" y="539506"/>
                        <a:pt x="363703" y="439141"/>
                      </a:cubicBezTo>
                      <a:cubicBezTo>
                        <a:pt x="464191" y="338766"/>
                        <a:pt x="464296" y="175936"/>
                        <a:pt x="363931" y="75438"/>
                      </a:cubicBezTo>
                      <a:cubicBezTo>
                        <a:pt x="315630" y="27080"/>
                        <a:pt x="250079" y="-57"/>
                        <a:pt x="181737" y="0"/>
                      </a:cubicBezTo>
                      <a:lnTo>
                        <a:pt x="172212" y="0"/>
                      </a:lnTo>
                    </a:path>
                  </a:pathLst>
                </a:custGeom>
                <a:noFill/>
                <a:ln w="19050" cap="flat">
                  <a:solidFill>
                    <a:schemeClr val="accent4"/>
                  </a:solidFill>
                  <a:prstDash val="solid"/>
                  <a:round/>
                </a:ln>
              </p:spPr>
              <p:txBody>
                <a:bodyPr rtlCol="0" anchor="ctr"/>
                <a:lstStyle/>
                <a:p>
                  <a:pPr defTabSz="914363">
                    <a:defRPr/>
                  </a:pPr>
                  <a:endParaRPr lang="en-US" sz="3200" dirty="0">
                    <a:ln>
                      <a:solidFill>
                        <a:srgbClr val="77AD41"/>
                      </a:solidFill>
                    </a:ln>
                    <a:latin typeface="Amazon Ember Display" panose="020F0603020204020204" pitchFamily="34" charset="0"/>
                  </a:endParaRPr>
                </a:p>
              </p:txBody>
            </p:sp>
            <p:sp>
              <p:nvSpPr>
                <p:cNvPr id="21" name="Freeform: Shape 64">
                  <a:extLst>
                    <a:ext uri="{FF2B5EF4-FFF2-40B4-BE49-F238E27FC236}">
                      <a16:creationId xmlns:a16="http://schemas.microsoft.com/office/drawing/2014/main" id="{61E6CFE5-94D4-6A48-BC63-AD824A82970C}"/>
                    </a:ext>
                  </a:extLst>
                </p:cNvPr>
                <p:cNvSpPr/>
                <p:nvPr/>
              </p:nvSpPr>
              <p:spPr>
                <a:xfrm>
                  <a:off x="4806410" y="2744247"/>
                  <a:ext cx="142970" cy="199929"/>
                </a:xfrm>
                <a:custGeom>
                  <a:avLst/>
                  <a:gdLst>
                    <a:gd name="connsiteX0" fmla="*/ 0 w 142970"/>
                    <a:gd name="connsiteY0" fmla="*/ 0 h 199929"/>
                    <a:gd name="connsiteX1" fmla="*/ 0 w 142970"/>
                    <a:gd name="connsiteY1" fmla="*/ 199930 h 199929"/>
                    <a:gd name="connsiteX2" fmla="*/ 142970 w 142970"/>
                    <a:gd name="connsiteY2" fmla="*/ 199930 h 199929"/>
                  </a:gdLst>
                  <a:ahLst/>
                  <a:cxnLst>
                    <a:cxn ang="0">
                      <a:pos x="connsiteX0" y="connsiteY0"/>
                    </a:cxn>
                    <a:cxn ang="0">
                      <a:pos x="connsiteX1" y="connsiteY1"/>
                    </a:cxn>
                    <a:cxn ang="0">
                      <a:pos x="connsiteX2" y="connsiteY2"/>
                    </a:cxn>
                  </a:cxnLst>
                  <a:rect l="l" t="t" r="r" b="b"/>
                  <a:pathLst>
                    <a:path w="142970" h="199929">
                      <a:moveTo>
                        <a:pt x="0" y="0"/>
                      </a:moveTo>
                      <a:lnTo>
                        <a:pt x="0" y="199930"/>
                      </a:lnTo>
                      <a:lnTo>
                        <a:pt x="142970" y="199930"/>
                      </a:lnTo>
                    </a:path>
                  </a:pathLst>
                </a:custGeom>
                <a:noFill/>
                <a:ln w="19050" cap="flat">
                  <a:solidFill>
                    <a:schemeClr val="tx1"/>
                  </a:solidFill>
                  <a:prstDash val="solid"/>
                  <a:round/>
                </a:ln>
              </p:spPr>
              <p:txBody>
                <a:bodyPr rtlCol="0" anchor="ctr"/>
                <a:lstStyle/>
                <a:p>
                  <a:pPr defTabSz="914363">
                    <a:defRPr/>
                  </a:pPr>
                  <a:endParaRPr lang="en-US" sz="3200" dirty="0">
                    <a:latin typeface="Amazon Ember Display" panose="020F0603020204020204" pitchFamily="34" charset="0"/>
                  </a:endParaRPr>
                </a:p>
              </p:txBody>
            </p:sp>
            <p:sp>
              <p:nvSpPr>
                <p:cNvPr id="22" name="Freeform: Shape 65">
                  <a:extLst>
                    <a:ext uri="{FF2B5EF4-FFF2-40B4-BE49-F238E27FC236}">
                      <a16:creationId xmlns:a16="http://schemas.microsoft.com/office/drawing/2014/main" id="{8EF42E1A-02D7-3B48-B58E-DF661E19CD8D}"/>
                    </a:ext>
                  </a:extLst>
                </p:cNvPr>
                <p:cNvSpPr/>
                <p:nvPr/>
              </p:nvSpPr>
              <p:spPr>
                <a:xfrm>
                  <a:off x="4553116" y="2762821"/>
                  <a:ext cx="69080" cy="315087"/>
                </a:xfrm>
                <a:custGeom>
                  <a:avLst/>
                  <a:gdLst>
                    <a:gd name="connsiteX0" fmla="*/ 69080 w 69080"/>
                    <a:gd name="connsiteY0" fmla="*/ 0 h 315087"/>
                    <a:gd name="connsiteX1" fmla="*/ 37648 w 69080"/>
                    <a:gd name="connsiteY1" fmla="*/ 315087 h 315087"/>
                  </a:gdLst>
                  <a:ahLst/>
                  <a:cxnLst>
                    <a:cxn ang="0">
                      <a:pos x="connsiteX0" y="connsiteY0"/>
                    </a:cxn>
                    <a:cxn ang="0">
                      <a:pos x="connsiteX1" y="connsiteY1"/>
                    </a:cxn>
                  </a:cxnLst>
                  <a:rect l="l" t="t" r="r" b="b"/>
                  <a:pathLst>
                    <a:path w="69080" h="315087">
                      <a:moveTo>
                        <a:pt x="69080" y="0"/>
                      </a:moveTo>
                      <a:cubicBezTo>
                        <a:pt x="10883" y="62675"/>
                        <a:pt x="-35695" y="193738"/>
                        <a:pt x="37648" y="315087"/>
                      </a:cubicBezTo>
                    </a:path>
                  </a:pathLst>
                </a:custGeom>
                <a:noFill/>
                <a:ln w="19050" cap="flat">
                  <a:solidFill>
                    <a:schemeClr val="accent4"/>
                  </a:solidFill>
                  <a:prstDash val="solid"/>
                  <a:round/>
                </a:ln>
              </p:spPr>
              <p:txBody>
                <a:bodyPr rtlCol="0" anchor="ctr"/>
                <a:lstStyle/>
                <a:p>
                  <a:pPr defTabSz="914363">
                    <a:defRPr/>
                  </a:pPr>
                  <a:endParaRPr lang="en-US" sz="3200" dirty="0">
                    <a:latin typeface="Amazon Ember Display" panose="020F0603020204020204" pitchFamily="34" charset="0"/>
                  </a:endParaRPr>
                </a:p>
              </p:txBody>
            </p:sp>
          </p:grpSp>
          <p:sp>
            <p:nvSpPr>
              <p:cNvPr id="6" name="Freeform: Shape 39">
                <a:extLst>
                  <a:ext uri="{FF2B5EF4-FFF2-40B4-BE49-F238E27FC236}">
                    <a16:creationId xmlns:a16="http://schemas.microsoft.com/office/drawing/2014/main" id="{4A7B8524-204F-1D44-AB6E-EF8A4C104886}"/>
                  </a:ext>
                </a:extLst>
              </p:cNvPr>
              <p:cNvSpPr/>
              <p:nvPr/>
            </p:nvSpPr>
            <p:spPr>
              <a:xfrm>
                <a:off x="8965427" y="4091235"/>
                <a:ext cx="212876" cy="197152"/>
              </a:xfrm>
              <a:custGeom>
                <a:avLst/>
                <a:gdLst>
                  <a:gd name="connsiteX0" fmla="*/ 0 w 212876"/>
                  <a:gd name="connsiteY0" fmla="*/ 29028 h 197152"/>
                  <a:gd name="connsiteX1" fmla="*/ 200780 w 212876"/>
                  <a:gd name="connsiteY1" fmla="*/ 0 h 197152"/>
                  <a:gd name="connsiteX2" fmla="*/ 212876 w 212876"/>
                  <a:gd name="connsiteY2" fmla="*/ 197152 h 197152"/>
                </a:gdLst>
                <a:ahLst/>
                <a:cxnLst>
                  <a:cxn ang="0">
                    <a:pos x="connsiteX0" y="connsiteY0"/>
                  </a:cxn>
                  <a:cxn ang="0">
                    <a:pos x="connsiteX1" y="connsiteY1"/>
                  </a:cxn>
                  <a:cxn ang="0">
                    <a:pos x="connsiteX2" y="connsiteY2"/>
                  </a:cxn>
                </a:cxnLst>
                <a:rect l="l" t="t" r="r" b="b"/>
                <a:pathLst>
                  <a:path w="212876" h="197152">
                    <a:moveTo>
                      <a:pt x="0" y="29028"/>
                    </a:moveTo>
                    <a:lnTo>
                      <a:pt x="200780" y="0"/>
                    </a:lnTo>
                    <a:lnTo>
                      <a:pt x="212876" y="197152"/>
                    </a:lnTo>
                  </a:path>
                </a:pathLst>
              </a:custGeom>
              <a:noFill/>
              <a:ln w="19050" cap="flat">
                <a:solidFill>
                  <a:schemeClr val="accent4"/>
                </a:solidFill>
                <a:prstDash val="solid"/>
                <a:miter lim="800000"/>
              </a:ln>
            </p:spPr>
            <p:txBody>
              <a:bodyPr rtlCol="0" anchor="ctr"/>
              <a:lstStyle/>
              <a:p>
                <a:pPr defTabSz="914363">
                  <a:defRPr/>
                </a:pPr>
                <a:endParaRPr lang="en-US" sz="3200" dirty="0">
                  <a:latin typeface="Amazon Ember Display" panose="020F0603020204020204" pitchFamily="34" charset="0"/>
                </a:endParaRPr>
              </a:p>
            </p:txBody>
          </p:sp>
        </p:grpSp>
        <p:sp>
          <p:nvSpPr>
            <p:cNvPr id="41" name="TextBox 40">
              <a:extLst>
                <a:ext uri="{FF2B5EF4-FFF2-40B4-BE49-F238E27FC236}">
                  <a16:creationId xmlns:a16="http://schemas.microsoft.com/office/drawing/2014/main" id="{2162C2F0-8655-AF4D-BA46-0456D934D3B4}"/>
                </a:ext>
              </a:extLst>
            </p:cNvPr>
            <p:cNvSpPr txBox="1"/>
            <p:nvPr/>
          </p:nvSpPr>
          <p:spPr>
            <a:xfrm>
              <a:off x="709363" y="3067003"/>
              <a:ext cx="2552126" cy="361702"/>
            </a:xfrm>
            <a:prstGeom prst="rect">
              <a:avLst/>
            </a:prstGeom>
            <a:noFill/>
          </p:spPr>
          <p:txBody>
            <a:bodyPr wrap="square" lIns="0" tIns="0" rIns="0" bIns="0" rtlCol="0">
              <a:spAutoFit/>
            </a:bodyPr>
            <a:lstStyle/>
            <a:p>
              <a:pPr algn="ctr" defTabSz="914363">
                <a:lnSpc>
                  <a:spcPts val="2880"/>
                </a:lnSpc>
                <a:defRPr/>
              </a:pPr>
              <a:r>
                <a:rPr lang="en-US" sz="2400" dirty="0">
                  <a:latin typeface="Amazon Ember Display"/>
                </a:rPr>
                <a:t>Large Datasets</a:t>
              </a:r>
            </a:p>
          </p:txBody>
        </p:sp>
        <p:cxnSp>
          <p:nvCxnSpPr>
            <p:cNvPr id="203" name="Straight Connector 202">
              <a:extLst>
                <a:ext uri="{FF2B5EF4-FFF2-40B4-BE49-F238E27FC236}">
                  <a16:creationId xmlns:a16="http://schemas.microsoft.com/office/drawing/2014/main" id="{063D71AE-8F42-4AD6-8B22-BCCE44E4F179}"/>
                </a:ext>
              </a:extLst>
            </p:cNvPr>
            <p:cNvCxnSpPr>
              <a:cxnSpLocks/>
            </p:cNvCxnSpPr>
            <p:nvPr/>
          </p:nvCxnSpPr>
          <p:spPr>
            <a:xfrm>
              <a:off x="1271931" y="2977038"/>
              <a:ext cx="1638300" cy="0"/>
            </a:xfrm>
            <a:prstGeom prst="line">
              <a:avLst/>
            </a:prstGeom>
            <a:ln w="19050" cap="rnd">
              <a:gradFill>
                <a:gsLst>
                  <a:gs pos="0">
                    <a:schemeClr val="accent4"/>
                  </a:gs>
                  <a:gs pos="100000">
                    <a:schemeClr val="accent1"/>
                  </a:gs>
                </a:gsLst>
                <a:lin ang="0" scaled="0"/>
              </a:gradFill>
              <a:round/>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9566155A-E958-40B5-9C69-C43863DF29A4}"/>
              </a:ext>
            </a:extLst>
          </p:cNvPr>
          <p:cNvGrpSpPr/>
          <p:nvPr/>
        </p:nvGrpSpPr>
        <p:grpSpPr>
          <a:xfrm>
            <a:off x="4813922" y="3967896"/>
            <a:ext cx="3095865" cy="1331949"/>
            <a:chOff x="4368340" y="4415530"/>
            <a:chExt cx="3095865" cy="1331949"/>
          </a:xfrm>
        </p:grpSpPr>
        <p:sp>
          <p:nvSpPr>
            <p:cNvPr id="40" name="TextBox 39">
              <a:extLst>
                <a:ext uri="{FF2B5EF4-FFF2-40B4-BE49-F238E27FC236}">
                  <a16:creationId xmlns:a16="http://schemas.microsoft.com/office/drawing/2014/main" id="{DA61A7F1-35BD-3F48-BDF6-0BDC3B999074}"/>
                </a:ext>
              </a:extLst>
            </p:cNvPr>
            <p:cNvSpPr txBox="1"/>
            <p:nvPr/>
          </p:nvSpPr>
          <p:spPr>
            <a:xfrm>
              <a:off x="4368340" y="5385777"/>
              <a:ext cx="3095865" cy="361702"/>
            </a:xfrm>
            <a:prstGeom prst="rect">
              <a:avLst/>
            </a:prstGeom>
            <a:noFill/>
          </p:spPr>
          <p:txBody>
            <a:bodyPr wrap="square" lIns="0" tIns="0" rIns="0" bIns="0" rtlCol="0">
              <a:spAutoFit/>
            </a:bodyPr>
            <a:lstStyle/>
            <a:p>
              <a:pPr algn="ctr" defTabSz="914363">
                <a:lnSpc>
                  <a:spcPts val="2880"/>
                </a:lnSpc>
                <a:defRPr/>
              </a:pPr>
              <a:r>
                <a:rPr lang="en-US" sz="2400" dirty="0">
                  <a:latin typeface="Amazon Ember Display"/>
                </a:rPr>
                <a:t>Hardware Scalability</a:t>
              </a:r>
            </a:p>
          </p:txBody>
        </p:sp>
        <p:grpSp>
          <p:nvGrpSpPr>
            <p:cNvPr id="112" name="Group 111">
              <a:extLst>
                <a:ext uri="{FF2B5EF4-FFF2-40B4-BE49-F238E27FC236}">
                  <a16:creationId xmlns:a16="http://schemas.microsoft.com/office/drawing/2014/main" id="{83CF4910-1CE4-4F4A-921D-0541F0E79A0C}"/>
                </a:ext>
              </a:extLst>
            </p:cNvPr>
            <p:cNvGrpSpPr/>
            <p:nvPr/>
          </p:nvGrpSpPr>
          <p:grpSpPr>
            <a:xfrm>
              <a:off x="5584368" y="4415530"/>
              <a:ext cx="663809" cy="629495"/>
              <a:chOff x="9769241" y="2270575"/>
              <a:chExt cx="767903" cy="765994"/>
            </a:xfrm>
          </p:grpSpPr>
          <p:sp>
            <p:nvSpPr>
              <p:cNvPr id="113" name="Freeform: Shape 112">
                <a:extLst>
                  <a:ext uri="{FF2B5EF4-FFF2-40B4-BE49-F238E27FC236}">
                    <a16:creationId xmlns:a16="http://schemas.microsoft.com/office/drawing/2014/main" id="{CBB8D442-B3F5-4BDC-9CCC-7B1B097515E7}"/>
                  </a:ext>
                </a:extLst>
              </p:cNvPr>
              <p:cNvSpPr/>
              <p:nvPr/>
            </p:nvSpPr>
            <p:spPr>
              <a:xfrm>
                <a:off x="9938111" y="2270575"/>
                <a:ext cx="599033" cy="599033"/>
              </a:xfrm>
              <a:custGeom>
                <a:avLst/>
                <a:gdLst>
                  <a:gd name="connsiteX0" fmla="*/ 101059 w 337936"/>
                  <a:gd name="connsiteY0" fmla="*/ 334286 h 337936"/>
                  <a:gd name="connsiteX1" fmla="*/ 226257 w 337936"/>
                  <a:gd name="connsiteY1" fmla="*/ 254790 h 337936"/>
                  <a:gd name="connsiteX2" fmla="*/ 333753 w 337936"/>
                  <a:gd name="connsiteY2" fmla="*/ 5361 h 337936"/>
                  <a:gd name="connsiteX3" fmla="*/ 84323 w 337936"/>
                  <a:gd name="connsiteY3" fmla="*/ 112857 h 337936"/>
                  <a:gd name="connsiteX4" fmla="*/ 4828 w 337936"/>
                  <a:gd name="connsiteY4" fmla="*/ 238055 h 337936"/>
                  <a:gd name="connsiteX5" fmla="*/ 101059 w 337936"/>
                  <a:gd name="connsiteY5" fmla="*/ 334286 h 337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936" h="337936">
                    <a:moveTo>
                      <a:pt x="101059" y="334286"/>
                    </a:moveTo>
                    <a:cubicBezTo>
                      <a:pt x="162210" y="313044"/>
                      <a:pt x="226257" y="254790"/>
                      <a:pt x="226257" y="254790"/>
                    </a:cubicBezTo>
                    <a:cubicBezTo>
                      <a:pt x="348236" y="132811"/>
                      <a:pt x="333753" y="5361"/>
                      <a:pt x="333753" y="5361"/>
                    </a:cubicBezTo>
                    <a:cubicBezTo>
                      <a:pt x="333753" y="5361"/>
                      <a:pt x="206302" y="-9122"/>
                      <a:pt x="84323" y="112857"/>
                    </a:cubicBezTo>
                    <a:cubicBezTo>
                      <a:pt x="84323" y="112857"/>
                      <a:pt x="26391" y="176904"/>
                      <a:pt x="4828" y="238055"/>
                    </a:cubicBezTo>
                    <a:lnTo>
                      <a:pt x="101059" y="334286"/>
                    </a:lnTo>
                    <a:close/>
                  </a:path>
                </a:pathLst>
              </a:custGeom>
              <a:noFill/>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114" name="Freeform: Shape 113">
                <a:extLst>
                  <a:ext uri="{FF2B5EF4-FFF2-40B4-BE49-F238E27FC236}">
                    <a16:creationId xmlns:a16="http://schemas.microsoft.com/office/drawing/2014/main" id="{2CAECF06-3490-41AD-BBCE-7F2738A37C49}"/>
                  </a:ext>
                </a:extLst>
              </p:cNvPr>
              <p:cNvSpPr/>
              <p:nvPr/>
            </p:nvSpPr>
            <p:spPr>
              <a:xfrm>
                <a:off x="9894753" y="2723362"/>
                <a:ext cx="188268" cy="188268"/>
              </a:xfrm>
              <a:custGeom>
                <a:avLst/>
                <a:gdLst>
                  <a:gd name="connsiteX0" fmla="*/ 51495 w 106208"/>
                  <a:gd name="connsiteY0" fmla="*/ 4828 h 106208"/>
                  <a:gd name="connsiteX1" fmla="*/ 4828 w 106208"/>
                  <a:gd name="connsiteY1" fmla="*/ 5471 h 106208"/>
                  <a:gd name="connsiteX2" fmla="*/ 102668 w 106208"/>
                  <a:gd name="connsiteY2" fmla="*/ 103312 h 106208"/>
                  <a:gd name="connsiteX3" fmla="*/ 102668 w 106208"/>
                  <a:gd name="connsiteY3" fmla="*/ 56001 h 106208"/>
                </a:gdLst>
                <a:ahLst/>
                <a:cxnLst>
                  <a:cxn ang="0">
                    <a:pos x="connsiteX0" y="connsiteY0"/>
                  </a:cxn>
                  <a:cxn ang="0">
                    <a:pos x="connsiteX1" y="connsiteY1"/>
                  </a:cxn>
                  <a:cxn ang="0">
                    <a:pos x="connsiteX2" y="connsiteY2"/>
                  </a:cxn>
                  <a:cxn ang="0">
                    <a:pos x="connsiteX3" y="connsiteY3"/>
                  </a:cxn>
                </a:cxnLst>
                <a:rect l="l" t="t" r="r" b="b"/>
                <a:pathLst>
                  <a:path w="106208" h="106208">
                    <a:moveTo>
                      <a:pt x="51495" y="4828"/>
                    </a:moveTo>
                    <a:lnTo>
                      <a:pt x="4828" y="5471"/>
                    </a:lnTo>
                    <a:lnTo>
                      <a:pt x="102668" y="103312"/>
                    </a:lnTo>
                    <a:lnTo>
                      <a:pt x="102668" y="56001"/>
                    </a:lnTo>
                    <a:close/>
                  </a:path>
                </a:pathLst>
              </a:custGeom>
              <a:noFill/>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115" name="Freeform: Shape 114">
                <a:extLst>
                  <a:ext uri="{FF2B5EF4-FFF2-40B4-BE49-F238E27FC236}">
                    <a16:creationId xmlns:a16="http://schemas.microsoft.com/office/drawing/2014/main" id="{31E03552-2721-411E-A833-16FD26E18997}"/>
                  </a:ext>
                </a:extLst>
              </p:cNvPr>
              <p:cNvSpPr/>
              <p:nvPr/>
            </p:nvSpPr>
            <p:spPr>
              <a:xfrm>
                <a:off x="9769241" y="2469431"/>
                <a:ext cx="313778" cy="188268"/>
              </a:xfrm>
              <a:custGeom>
                <a:avLst/>
                <a:gdLst>
                  <a:gd name="connsiteX0" fmla="*/ 174762 w 177014"/>
                  <a:gd name="connsiteY0" fmla="*/ 5503 h 106208"/>
                  <a:gd name="connsiteX1" fmla="*/ 94944 w 177014"/>
                  <a:gd name="connsiteY1" fmla="*/ 11618 h 106208"/>
                  <a:gd name="connsiteX2" fmla="*/ 4828 w 177014"/>
                  <a:gd name="connsiteY2" fmla="*/ 101734 h 106208"/>
                  <a:gd name="connsiteX3" fmla="*/ 110071 w 177014"/>
                  <a:gd name="connsiteY3" fmla="*/ 101734 h 106208"/>
                </a:gdLst>
                <a:ahLst/>
                <a:cxnLst>
                  <a:cxn ang="0">
                    <a:pos x="connsiteX0" y="connsiteY0"/>
                  </a:cxn>
                  <a:cxn ang="0">
                    <a:pos x="connsiteX1" y="connsiteY1"/>
                  </a:cxn>
                  <a:cxn ang="0">
                    <a:pos x="connsiteX2" y="connsiteY2"/>
                  </a:cxn>
                  <a:cxn ang="0">
                    <a:pos x="connsiteX3" y="connsiteY3"/>
                  </a:cxn>
                </a:cxnLst>
                <a:rect l="l" t="t" r="r" b="b"/>
                <a:pathLst>
                  <a:path w="177014" h="106208">
                    <a:moveTo>
                      <a:pt x="174762" y="5503"/>
                    </a:moveTo>
                    <a:cubicBezTo>
                      <a:pt x="171543" y="2284"/>
                      <a:pt x="94944" y="11618"/>
                      <a:pt x="94944" y="11618"/>
                    </a:cubicBezTo>
                    <a:lnTo>
                      <a:pt x="4828" y="101734"/>
                    </a:lnTo>
                    <a:lnTo>
                      <a:pt x="110071" y="101734"/>
                    </a:lnTo>
                  </a:path>
                </a:pathLst>
              </a:custGeom>
              <a:noFill/>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116" name="Freeform: Shape 115">
                <a:extLst>
                  <a:ext uri="{FF2B5EF4-FFF2-40B4-BE49-F238E27FC236}">
                    <a16:creationId xmlns:a16="http://schemas.microsoft.com/office/drawing/2014/main" id="{ACACB43F-3DC4-4FF0-9C70-C13C24FA4AEE}"/>
                  </a:ext>
                </a:extLst>
              </p:cNvPr>
              <p:cNvSpPr/>
              <p:nvPr/>
            </p:nvSpPr>
            <p:spPr>
              <a:xfrm>
                <a:off x="10152052" y="2722791"/>
                <a:ext cx="188268" cy="313778"/>
              </a:xfrm>
              <a:custGeom>
                <a:avLst/>
                <a:gdLst>
                  <a:gd name="connsiteX0" fmla="*/ 101381 w 106208"/>
                  <a:gd name="connsiteY0" fmla="*/ 4828 h 177014"/>
                  <a:gd name="connsiteX1" fmla="*/ 95266 w 106208"/>
                  <a:gd name="connsiteY1" fmla="*/ 84645 h 177014"/>
                  <a:gd name="connsiteX2" fmla="*/ 4828 w 106208"/>
                  <a:gd name="connsiteY2" fmla="*/ 175083 h 177014"/>
                  <a:gd name="connsiteX3" fmla="*/ 4828 w 106208"/>
                  <a:gd name="connsiteY3" fmla="*/ 69840 h 177014"/>
                </a:gdLst>
                <a:ahLst/>
                <a:cxnLst>
                  <a:cxn ang="0">
                    <a:pos x="connsiteX0" y="connsiteY0"/>
                  </a:cxn>
                  <a:cxn ang="0">
                    <a:pos x="connsiteX1" y="connsiteY1"/>
                  </a:cxn>
                  <a:cxn ang="0">
                    <a:pos x="connsiteX2" y="connsiteY2"/>
                  </a:cxn>
                  <a:cxn ang="0">
                    <a:pos x="connsiteX3" y="connsiteY3"/>
                  </a:cxn>
                </a:cxnLst>
                <a:rect l="l" t="t" r="r" b="b"/>
                <a:pathLst>
                  <a:path w="106208" h="177014">
                    <a:moveTo>
                      <a:pt x="101381" y="4828"/>
                    </a:moveTo>
                    <a:cubicBezTo>
                      <a:pt x="104599" y="8046"/>
                      <a:pt x="95266" y="84645"/>
                      <a:pt x="95266" y="84645"/>
                    </a:cubicBezTo>
                    <a:lnTo>
                      <a:pt x="4828" y="175083"/>
                    </a:lnTo>
                    <a:lnTo>
                      <a:pt x="4828" y="69840"/>
                    </a:lnTo>
                  </a:path>
                </a:pathLst>
              </a:custGeom>
              <a:noFill/>
              <a:ln w="19050" cap="flat">
                <a:solidFill>
                  <a:srgbClr val="FFFFFF"/>
                </a:solidFill>
                <a:prstDash val="solid"/>
                <a:round/>
              </a:ln>
            </p:spPr>
            <p:txBody>
              <a:bodyPr rtlCol="0" anchor="ctr"/>
              <a:lstStyle/>
              <a:p>
                <a:pPr defTabSz="914363">
                  <a:defRPr/>
                </a:pPr>
                <a:endParaRPr lang="en-US" sz="3200" dirty="0">
                  <a:latin typeface="Amazon Ember Display"/>
                </a:endParaRPr>
              </a:p>
            </p:txBody>
          </p:sp>
          <p:sp>
            <p:nvSpPr>
              <p:cNvPr id="117" name="Freeform: Shape 116">
                <a:extLst>
                  <a:ext uri="{FF2B5EF4-FFF2-40B4-BE49-F238E27FC236}">
                    <a16:creationId xmlns:a16="http://schemas.microsoft.com/office/drawing/2014/main" id="{C766B5B3-B523-4753-9C01-0D5CD1AF8978}"/>
                  </a:ext>
                </a:extLst>
              </p:cNvPr>
              <p:cNvSpPr/>
              <p:nvPr/>
            </p:nvSpPr>
            <p:spPr>
              <a:xfrm>
                <a:off x="9778941" y="2803804"/>
                <a:ext cx="131216" cy="131216"/>
              </a:xfrm>
              <a:custGeom>
                <a:avLst/>
                <a:gdLst>
                  <a:gd name="connsiteX0" fmla="*/ 69197 w 74024"/>
                  <a:gd name="connsiteY0" fmla="*/ 4828 h 74024"/>
                  <a:gd name="connsiteX1" fmla="*/ 4828 w 74024"/>
                  <a:gd name="connsiteY1" fmla="*/ 69197 h 74024"/>
                </a:gdLst>
                <a:ahLst/>
                <a:cxnLst>
                  <a:cxn ang="0">
                    <a:pos x="connsiteX0" y="connsiteY0"/>
                  </a:cxn>
                  <a:cxn ang="0">
                    <a:pos x="connsiteX1" y="connsiteY1"/>
                  </a:cxn>
                </a:cxnLst>
                <a:rect l="l" t="t" r="r" b="b"/>
                <a:pathLst>
                  <a:path w="74024" h="74024">
                    <a:moveTo>
                      <a:pt x="69197" y="4828"/>
                    </a:moveTo>
                    <a:lnTo>
                      <a:pt x="4828" y="69197"/>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18" name="Freeform: Shape 117">
                <a:extLst>
                  <a:ext uri="{FF2B5EF4-FFF2-40B4-BE49-F238E27FC236}">
                    <a16:creationId xmlns:a16="http://schemas.microsoft.com/office/drawing/2014/main" id="{48A696D0-C56F-44BF-A86C-60180713B36A}"/>
                  </a:ext>
                </a:extLst>
              </p:cNvPr>
              <p:cNvSpPr/>
              <p:nvPr/>
            </p:nvSpPr>
            <p:spPr>
              <a:xfrm>
                <a:off x="9879349" y="2904214"/>
                <a:ext cx="131216" cy="131216"/>
              </a:xfrm>
              <a:custGeom>
                <a:avLst/>
                <a:gdLst>
                  <a:gd name="connsiteX0" fmla="*/ 69197 w 74024"/>
                  <a:gd name="connsiteY0" fmla="*/ 4828 h 74024"/>
                  <a:gd name="connsiteX1" fmla="*/ 4828 w 74024"/>
                  <a:gd name="connsiteY1" fmla="*/ 69197 h 74024"/>
                </a:gdLst>
                <a:ahLst/>
                <a:cxnLst>
                  <a:cxn ang="0">
                    <a:pos x="connsiteX0" y="connsiteY0"/>
                  </a:cxn>
                  <a:cxn ang="0">
                    <a:pos x="connsiteX1" y="connsiteY1"/>
                  </a:cxn>
                </a:cxnLst>
                <a:rect l="l" t="t" r="r" b="b"/>
                <a:pathLst>
                  <a:path w="74024" h="74024">
                    <a:moveTo>
                      <a:pt x="69197" y="4828"/>
                    </a:moveTo>
                    <a:lnTo>
                      <a:pt x="4828" y="69197"/>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19" name="Freeform: Shape 118">
                <a:extLst>
                  <a:ext uri="{FF2B5EF4-FFF2-40B4-BE49-F238E27FC236}">
                    <a16:creationId xmlns:a16="http://schemas.microsoft.com/office/drawing/2014/main" id="{9597E2E9-6E15-49A6-81C5-C9C64CDF6E1A}"/>
                  </a:ext>
                </a:extLst>
              </p:cNvPr>
              <p:cNvSpPr/>
              <p:nvPr/>
            </p:nvSpPr>
            <p:spPr>
              <a:xfrm>
                <a:off x="9778941" y="2873405"/>
                <a:ext cx="159741" cy="159741"/>
              </a:xfrm>
              <a:custGeom>
                <a:avLst/>
                <a:gdLst>
                  <a:gd name="connsiteX0" fmla="*/ 86576 w 90116"/>
                  <a:gd name="connsiteY0" fmla="*/ 4828 h 90116"/>
                  <a:gd name="connsiteX1" fmla="*/ 4828 w 90116"/>
                  <a:gd name="connsiteY1" fmla="*/ 86576 h 90116"/>
                </a:gdLst>
                <a:ahLst/>
                <a:cxnLst>
                  <a:cxn ang="0">
                    <a:pos x="connsiteX0" y="connsiteY0"/>
                  </a:cxn>
                  <a:cxn ang="0">
                    <a:pos x="connsiteX1" y="connsiteY1"/>
                  </a:cxn>
                </a:cxnLst>
                <a:rect l="l" t="t" r="r" b="b"/>
                <a:pathLst>
                  <a:path w="90116" h="90116">
                    <a:moveTo>
                      <a:pt x="86576" y="4828"/>
                    </a:moveTo>
                    <a:lnTo>
                      <a:pt x="4828" y="86576"/>
                    </a:lnTo>
                  </a:path>
                </a:pathLst>
              </a:custGeom>
              <a:ln w="19050" cap="flat">
                <a:solidFill>
                  <a:schemeClr val="accent4"/>
                </a:solidFill>
                <a:prstDash val="solid"/>
                <a:round/>
              </a:ln>
            </p:spPr>
            <p:txBody>
              <a:bodyPr rtlCol="0" anchor="ctr"/>
              <a:lstStyle/>
              <a:p>
                <a:pPr defTabSz="914363">
                  <a:defRPr/>
                </a:pPr>
                <a:endParaRPr lang="en-US" sz="3200" dirty="0">
                  <a:latin typeface="Amazon Ember Display"/>
                </a:endParaRPr>
              </a:p>
            </p:txBody>
          </p:sp>
          <p:sp>
            <p:nvSpPr>
              <p:cNvPr id="120" name="Freeform: Shape 119">
                <a:extLst>
                  <a:ext uri="{FF2B5EF4-FFF2-40B4-BE49-F238E27FC236}">
                    <a16:creationId xmlns:a16="http://schemas.microsoft.com/office/drawing/2014/main" id="{6F9D0331-0ABF-4FD2-ADAF-B48A7AA45D93}"/>
                  </a:ext>
                </a:extLst>
              </p:cNvPr>
              <p:cNvSpPr/>
              <p:nvPr/>
            </p:nvSpPr>
            <p:spPr>
              <a:xfrm>
                <a:off x="10221512" y="2359236"/>
                <a:ext cx="228203" cy="228203"/>
              </a:xfrm>
              <a:custGeom>
                <a:avLst/>
                <a:gdLst>
                  <a:gd name="connsiteX0" fmla="*/ 66702 w 128737"/>
                  <a:gd name="connsiteY0" fmla="*/ 118841 h 128737"/>
                  <a:gd name="connsiteX1" fmla="*/ 10379 w 128737"/>
                  <a:gd name="connsiteY1" fmla="*/ 62518 h 128737"/>
                  <a:gd name="connsiteX2" fmla="*/ 10379 w 128737"/>
                  <a:gd name="connsiteY2" fmla="*/ 36127 h 128737"/>
                  <a:gd name="connsiteX3" fmla="*/ 36127 w 128737"/>
                  <a:gd name="connsiteY3" fmla="*/ 10379 h 128737"/>
                  <a:gd name="connsiteX4" fmla="*/ 62518 w 128737"/>
                  <a:gd name="connsiteY4" fmla="*/ 10379 h 128737"/>
                  <a:gd name="connsiteX5" fmla="*/ 119163 w 128737"/>
                  <a:gd name="connsiteY5" fmla="*/ 67024 h 128737"/>
                  <a:gd name="connsiteX6" fmla="*/ 119163 w 128737"/>
                  <a:gd name="connsiteY6" fmla="*/ 93415 h 128737"/>
                  <a:gd name="connsiteX7" fmla="*/ 93415 w 128737"/>
                  <a:gd name="connsiteY7" fmla="*/ 119163 h 128737"/>
                  <a:gd name="connsiteX8" fmla="*/ 66702 w 128737"/>
                  <a:gd name="connsiteY8" fmla="*/ 118841 h 12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737" h="128737">
                    <a:moveTo>
                      <a:pt x="66702" y="118841"/>
                    </a:moveTo>
                    <a:lnTo>
                      <a:pt x="10379" y="62518"/>
                    </a:lnTo>
                    <a:cubicBezTo>
                      <a:pt x="2977" y="55116"/>
                      <a:pt x="2977" y="43529"/>
                      <a:pt x="10379" y="36127"/>
                    </a:cubicBezTo>
                    <a:lnTo>
                      <a:pt x="36127" y="10379"/>
                    </a:lnTo>
                    <a:cubicBezTo>
                      <a:pt x="43529" y="2977"/>
                      <a:pt x="55116" y="2977"/>
                      <a:pt x="62518" y="10379"/>
                    </a:cubicBezTo>
                    <a:lnTo>
                      <a:pt x="119163" y="67024"/>
                    </a:lnTo>
                    <a:cubicBezTo>
                      <a:pt x="126565" y="74427"/>
                      <a:pt x="126565" y="86013"/>
                      <a:pt x="119163" y="93415"/>
                    </a:cubicBezTo>
                    <a:lnTo>
                      <a:pt x="93415" y="119163"/>
                    </a:lnTo>
                    <a:cubicBezTo>
                      <a:pt x="86013" y="126243"/>
                      <a:pt x="74105" y="126243"/>
                      <a:pt x="66702" y="118841"/>
                    </a:cubicBezTo>
                    <a:close/>
                  </a:path>
                </a:pathLst>
              </a:custGeom>
              <a:noFill/>
              <a:ln w="19050" cap="flat">
                <a:solidFill>
                  <a:srgbClr val="FFFFFF"/>
                </a:solidFill>
                <a:prstDash val="solid"/>
                <a:round/>
              </a:ln>
            </p:spPr>
            <p:txBody>
              <a:bodyPr rtlCol="0" anchor="ctr"/>
              <a:lstStyle/>
              <a:p>
                <a:pPr defTabSz="914363">
                  <a:defRPr/>
                </a:pPr>
                <a:endParaRPr lang="en-US" sz="3200" dirty="0">
                  <a:latin typeface="Amazon Ember Display"/>
                </a:endParaRPr>
              </a:p>
            </p:txBody>
          </p:sp>
        </p:grpSp>
        <p:cxnSp>
          <p:nvCxnSpPr>
            <p:cNvPr id="204" name="Straight Connector 203">
              <a:extLst>
                <a:ext uri="{FF2B5EF4-FFF2-40B4-BE49-F238E27FC236}">
                  <a16:creationId xmlns:a16="http://schemas.microsoft.com/office/drawing/2014/main" id="{060C3671-2ACD-4D5D-84C9-0A82B9A9F3E2}"/>
                </a:ext>
              </a:extLst>
            </p:cNvPr>
            <p:cNvCxnSpPr>
              <a:cxnSpLocks/>
            </p:cNvCxnSpPr>
            <p:nvPr/>
          </p:nvCxnSpPr>
          <p:spPr>
            <a:xfrm>
              <a:off x="5142994" y="5194278"/>
              <a:ext cx="1638300" cy="0"/>
            </a:xfrm>
            <a:prstGeom prst="line">
              <a:avLst/>
            </a:prstGeom>
            <a:ln w="19050" cap="rnd">
              <a:gradFill>
                <a:gsLst>
                  <a:gs pos="0">
                    <a:schemeClr val="accent4"/>
                  </a:gs>
                  <a:gs pos="100000">
                    <a:schemeClr val="accent1"/>
                  </a:gs>
                </a:gsLst>
                <a:lin ang="0" scaled="0"/>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0D696C8A-FA24-45EF-9A88-EF3AEB474C57}"/>
              </a:ext>
            </a:extLst>
          </p:cNvPr>
          <p:cNvGrpSpPr/>
          <p:nvPr/>
        </p:nvGrpSpPr>
        <p:grpSpPr>
          <a:xfrm>
            <a:off x="8126595" y="2268357"/>
            <a:ext cx="3081734" cy="1171029"/>
            <a:chOff x="8102518" y="4488392"/>
            <a:chExt cx="3081734" cy="1171029"/>
          </a:xfrm>
        </p:grpSpPr>
        <p:sp>
          <p:nvSpPr>
            <p:cNvPr id="36" name="TextBox 35">
              <a:extLst>
                <a:ext uri="{FF2B5EF4-FFF2-40B4-BE49-F238E27FC236}">
                  <a16:creationId xmlns:a16="http://schemas.microsoft.com/office/drawing/2014/main" id="{CFE79279-FA0B-E84F-AA5F-B0B603B03D18}"/>
                </a:ext>
              </a:extLst>
            </p:cNvPr>
            <p:cNvSpPr txBox="1"/>
            <p:nvPr/>
          </p:nvSpPr>
          <p:spPr>
            <a:xfrm>
              <a:off x="8102518" y="5297719"/>
              <a:ext cx="3081734" cy="361702"/>
            </a:xfrm>
            <a:prstGeom prst="rect">
              <a:avLst/>
            </a:prstGeom>
            <a:noFill/>
          </p:spPr>
          <p:txBody>
            <a:bodyPr wrap="square" lIns="0" tIns="0" rIns="0" bIns="0" rtlCol="0">
              <a:spAutoFit/>
            </a:bodyPr>
            <a:lstStyle/>
            <a:p>
              <a:pPr algn="ctr" defTabSz="914363">
                <a:lnSpc>
                  <a:spcPts val="2880"/>
                </a:lnSpc>
                <a:defRPr/>
              </a:pPr>
              <a:r>
                <a:rPr lang="en-US" sz="2400" dirty="0">
                  <a:latin typeface="Amazon Ember Display"/>
                </a:rPr>
                <a:t>High Cost</a:t>
              </a:r>
            </a:p>
          </p:txBody>
        </p:sp>
        <p:grpSp>
          <p:nvGrpSpPr>
            <p:cNvPr id="57" name="Group 56">
              <a:extLst>
                <a:ext uri="{FF2B5EF4-FFF2-40B4-BE49-F238E27FC236}">
                  <a16:creationId xmlns:a16="http://schemas.microsoft.com/office/drawing/2014/main" id="{08945F6B-B39B-47ED-9B43-62FC8F27377B}"/>
                </a:ext>
              </a:extLst>
            </p:cNvPr>
            <p:cNvGrpSpPr/>
            <p:nvPr/>
          </p:nvGrpSpPr>
          <p:grpSpPr>
            <a:xfrm>
              <a:off x="9463825" y="4488392"/>
              <a:ext cx="389119" cy="576036"/>
              <a:chOff x="8805289" y="1771918"/>
              <a:chExt cx="422299" cy="574261"/>
            </a:xfrm>
          </p:grpSpPr>
          <p:sp>
            <p:nvSpPr>
              <p:cNvPr id="58" name="Freeform: Shape 57">
                <a:extLst>
                  <a:ext uri="{FF2B5EF4-FFF2-40B4-BE49-F238E27FC236}">
                    <a16:creationId xmlns:a16="http://schemas.microsoft.com/office/drawing/2014/main" id="{E834CE90-4670-4572-A9D6-5FAD6655D6BF}"/>
                  </a:ext>
                </a:extLst>
              </p:cNvPr>
              <p:cNvSpPr/>
              <p:nvPr/>
            </p:nvSpPr>
            <p:spPr>
              <a:xfrm>
                <a:off x="8805289" y="1771918"/>
                <a:ext cx="422299" cy="574261"/>
              </a:xfrm>
              <a:custGeom>
                <a:avLst/>
                <a:gdLst>
                  <a:gd name="connsiteX0" fmla="*/ 155814 w 221582"/>
                  <a:gd name="connsiteY0" fmla="*/ 63276 h 301317"/>
                  <a:gd name="connsiteX1" fmla="*/ 188001 w 221582"/>
                  <a:gd name="connsiteY1" fmla="*/ 1554 h 301317"/>
                  <a:gd name="connsiteX2" fmla="*/ 134440 w 221582"/>
                  <a:gd name="connsiteY2" fmla="*/ 10698 h 301317"/>
                  <a:gd name="connsiteX3" fmla="*/ 113637 w 221582"/>
                  <a:gd name="connsiteY3" fmla="*/ 0 h 301317"/>
                  <a:gd name="connsiteX4" fmla="*/ 92263 w 221582"/>
                  <a:gd name="connsiteY4" fmla="*/ 10698 h 301317"/>
                  <a:gd name="connsiteX5" fmla="*/ 92263 w 221582"/>
                  <a:gd name="connsiteY5" fmla="*/ 10401 h 301317"/>
                  <a:gd name="connsiteX6" fmla="*/ 37810 w 221582"/>
                  <a:gd name="connsiteY6" fmla="*/ 1052 h 301317"/>
                  <a:gd name="connsiteX7" fmla="*/ 68489 w 221582"/>
                  <a:gd name="connsiteY7" fmla="*/ 63574 h 301317"/>
                  <a:gd name="connsiteX8" fmla="*/ 220005 w 221582"/>
                  <a:gd name="connsiteY8" fmla="*/ 189006 h 301317"/>
                  <a:gd name="connsiteX9" fmla="*/ 153871 w 221582"/>
                  <a:gd name="connsiteY9" fmla="*/ 89245 h 301317"/>
                  <a:gd name="connsiteX10" fmla="*/ 66545 w 221582"/>
                  <a:gd name="connsiteY10" fmla="*/ 89543 h 301317"/>
                  <a:gd name="connsiteX11" fmla="*/ 41857 w 221582"/>
                  <a:gd name="connsiteY11" fmla="*/ 112928 h 301317"/>
                  <a:gd name="connsiteX12" fmla="*/ 220553 w 221582"/>
                  <a:gd name="connsiteY12" fmla="*/ 220370 h 301317"/>
                  <a:gd name="connsiteX13" fmla="*/ 221582 w 221582"/>
                  <a:gd name="connsiteY13" fmla="*/ 205077 h 301317"/>
                  <a:gd name="connsiteX14" fmla="*/ 221125 w 221582"/>
                  <a:gd name="connsiteY14" fmla="*/ 196847 h 301317"/>
                  <a:gd name="connsiteX15" fmla="*/ 14790 w 221582"/>
                  <a:gd name="connsiteY15" fmla="*/ 151699 h 301317"/>
                  <a:gd name="connsiteX16" fmla="*/ 0 w 221582"/>
                  <a:gd name="connsiteY16" fmla="*/ 205077 h 301317"/>
                  <a:gd name="connsiteX17" fmla="*/ 110780 w 221582"/>
                  <a:gd name="connsiteY17" fmla="*/ 301318 h 301317"/>
                  <a:gd name="connsiteX18" fmla="*/ 218222 w 221582"/>
                  <a:gd name="connsiteY18" fmla="*/ 231778 h 301317"/>
                  <a:gd name="connsiteX19" fmla="*/ 32004 w 221582"/>
                  <a:gd name="connsiteY19" fmla="*/ 124884 h 301317"/>
                  <a:gd name="connsiteX20" fmla="*/ 19180 w 221582"/>
                  <a:gd name="connsiteY20" fmla="*/ 143881 h 301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1582" h="301317">
                    <a:moveTo>
                      <a:pt x="155814" y="63276"/>
                    </a:moveTo>
                    <a:cubicBezTo>
                      <a:pt x="171267" y="30610"/>
                      <a:pt x="188001" y="1554"/>
                      <a:pt x="188001" y="1554"/>
                    </a:cubicBezTo>
                    <a:lnTo>
                      <a:pt x="134440" y="10698"/>
                    </a:lnTo>
                    <a:lnTo>
                      <a:pt x="113637" y="0"/>
                    </a:lnTo>
                    <a:cubicBezTo>
                      <a:pt x="113637" y="0"/>
                      <a:pt x="93063" y="10104"/>
                      <a:pt x="92263" y="10698"/>
                    </a:cubicBezTo>
                    <a:lnTo>
                      <a:pt x="92263" y="10401"/>
                    </a:lnTo>
                    <a:lnTo>
                      <a:pt x="37810" y="1052"/>
                    </a:lnTo>
                    <a:cubicBezTo>
                      <a:pt x="37810" y="1052"/>
                      <a:pt x="57219" y="40714"/>
                      <a:pt x="68489" y="63574"/>
                    </a:cubicBezTo>
                    <a:close/>
                    <a:moveTo>
                      <a:pt x="220005" y="189006"/>
                    </a:moveTo>
                    <a:cubicBezTo>
                      <a:pt x="213010" y="151447"/>
                      <a:pt x="183954" y="112608"/>
                      <a:pt x="153871" y="89245"/>
                    </a:cubicBezTo>
                    <a:lnTo>
                      <a:pt x="66545" y="89543"/>
                    </a:lnTo>
                    <a:cubicBezTo>
                      <a:pt x="57660" y="96615"/>
                      <a:pt x="49400" y="104439"/>
                      <a:pt x="41857" y="112928"/>
                    </a:cubicBezTo>
                    <a:moveTo>
                      <a:pt x="220553" y="220370"/>
                    </a:moveTo>
                    <a:cubicBezTo>
                      <a:pt x="221248" y="215302"/>
                      <a:pt x="221593" y="210193"/>
                      <a:pt x="221582" y="205077"/>
                    </a:cubicBezTo>
                    <a:cubicBezTo>
                      <a:pt x="221577" y="202327"/>
                      <a:pt x="221424" y="199582"/>
                      <a:pt x="221125" y="196847"/>
                    </a:cubicBezTo>
                    <a:moveTo>
                      <a:pt x="14790" y="151699"/>
                    </a:moveTo>
                    <a:cubicBezTo>
                      <a:pt x="5646" y="169073"/>
                      <a:pt x="0" y="187475"/>
                      <a:pt x="0" y="205077"/>
                    </a:cubicBezTo>
                    <a:cubicBezTo>
                      <a:pt x="0" y="263576"/>
                      <a:pt x="43434" y="301318"/>
                      <a:pt x="110780" y="301318"/>
                    </a:cubicBezTo>
                    <a:cubicBezTo>
                      <a:pt x="167289" y="301318"/>
                      <a:pt x="206906" y="274800"/>
                      <a:pt x="218222" y="231778"/>
                    </a:cubicBezTo>
                    <a:moveTo>
                      <a:pt x="32004" y="124884"/>
                    </a:moveTo>
                    <a:cubicBezTo>
                      <a:pt x="27359" y="130959"/>
                      <a:pt x="23077" y="137302"/>
                      <a:pt x="19180" y="143881"/>
                    </a:cubicBezTo>
                  </a:path>
                </a:pathLst>
              </a:custGeom>
              <a:noFill/>
              <a:ln w="19050" cap="flat">
                <a:solidFill>
                  <a:srgbClr val="FFFFFF"/>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59" name="Freeform: Shape 58">
                <a:extLst>
                  <a:ext uri="{FF2B5EF4-FFF2-40B4-BE49-F238E27FC236}">
                    <a16:creationId xmlns:a16="http://schemas.microsoft.com/office/drawing/2014/main" id="{DEE06F3E-30B4-4364-AA58-248F389C0327}"/>
                  </a:ext>
                </a:extLst>
              </p:cNvPr>
              <p:cNvSpPr/>
              <p:nvPr/>
            </p:nvSpPr>
            <p:spPr>
              <a:xfrm>
                <a:off x="8962654" y="2024217"/>
                <a:ext cx="117632" cy="235264"/>
              </a:xfrm>
              <a:custGeom>
                <a:avLst/>
                <a:gdLst>
                  <a:gd name="connsiteX0" fmla="*/ 0 w 61722"/>
                  <a:gd name="connsiteY0" fmla="*/ 92583 h 123444"/>
                  <a:gd name="connsiteX1" fmla="*/ 30861 w 61722"/>
                  <a:gd name="connsiteY1" fmla="*/ 123444 h 123444"/>
                  <a:gd name="connsiteX2" fmla="*/ 61722 w 61722"/>
                  <a:gd name="connsiteY2" fmla="*/ 92583 h 123444"/>
                  <a:gd name="connsiteX3" fmla="*/ 30861 w 61722"/>
                  <a:gd name="connsiteY3" fmla="*/ 61722 h 123444"/>
                  <a:gd name="connsiteX4" fmla="*/ 0 w 61722"/>
                  <a:gd name="connsiteY4" fmla="*/ 30861 h 123444"/>
                  <a:gd name="connsiteX5" fmla="*/ 30861 w 61722"/>
                  <a:gd name="connsiteY5" fmla="*/ 0 h 123444"/>
                  <a:gd name="connsiteX6" fmla="*/ 61722 w 61722"/>
                  <a:gd name="connsiteY6" fmla="*/ 30861 h 123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2" h="123444">
                    <a:moveTo>
                      <a:pt x="0" y="92583"/>
                    </a:moveTo>
                    <a:cubicBezTo>
                      <a:pt x="0" y="109627"/>
                      <a:pt x="13817" y="123444"/>
                      <a:pt x="30861" y="123444"/>
                    </a:cubicBezTo>
                    <a:cubicBezTo>
                      <a:pt x="47905" y="123444"/>
                      <a:pt x="61722" y="109627"/>
                      <a:pt x="61722" y="92583"/>
                    </a:cubicBezTo>
                    <a:cubicBezTo>
                      <a:pt x="61722" y="75529"/>
                      <a:pt x="47686" y="64534"/>
                      <a:pt x="30861" y="61722"/>
                    </a:cubicBezTo>
                    <a:cubicBezTo>
                      <a:pt x="14036" y="58910"/>
                      <a:pt x="0" y="48006"/>
                      <a:pt x="0" y="30861"/>
                    </a:cubicBezTo>
                    <a:cubicBezTo>
                      <a:pt x="0" y="13817"/>
                      <a:pt x="13817" y="0"/>
                      <a:pt x="30861" y="0"/>
                    </a:cubicBezTo>
                    <a:cubicBezTo>
                      <a:pt x="47905" y="0"/>
                      <a:pt x="61722" y="13817"/>
                      <a:pt x="61722" y="30861"/>
                    </a:cubicBezTo>
                  </a:path>
                </a:pathLst>
              </a:custGeom>
              <a:noFill/>
              <a:ln w="19050" cap="flat">
                <a:solidFill>
                  <a:schemeClr val="accent4"/>
                </a:solidFill>
                <a:prstDash val="solid"/>
                <a:round/>
              </a:ln>
            </p:spPr>
            <p:txBody>
              <a:bodyPr rtlCol="0" anchor="ctr"/>
              <a:lstStyle/>
              <a:p>
                <a:pPr defTabSz="609561">
                  <a:defRPr/>
                </a:pPr>
                <a:endParaRPr lang="en-US" sz="4800" dirty="0">
                  <a:latin typeface="Amazon Ember Display" panose="020F0603020204020204" pitchFamily="34" charset="0"/>
                </a:endParaRPr>
              </a:p>
            </p:txBody>
          </p:sp>
          <p:sp>
            <p:nvSpPr>
              <p:cNvPr id="60" name="Freeform: Shape 59">
                <a:extLst>
                  <a:ext uri="{FF2B5EF4-FFF2-40B4-BE49-F238E27FC236}">
                    <a16:creationId xmlns:a16="http://schemas.microsoft.com/office/drawing/2014/main" id="{4C238920-1A4D-4071-8228-8ABFF53CF87D}"/>
                  </a:ext>
                </a:extLst>
              </p:cNvPr>
              <p:cNvSpPr/>
              <p:nvPr/>
            </p:nvSpPr>
            <p:spPr>
              <a:xfrm>
                <a:off x="9026829" y="1985779"/>
                <a:ext cx="4357" cy="299438"/>
              </a:xfrm>
              <a:custGeom>
                <a:avLst/>
                <a:gdLst>
                  <a:gd name="connsiteX0" fmla="*/ 0 w 2286"/>
                  <a:gd name="connsiteY0" fmla="*/ 0 h 157116"/>
                  <a:gd name="connsiteX1" fmla="*/ 0 w 2286"/>
                  <a:gd name="connsiteY1" fmla="*/ 157117 h 157116"/>
                </a:gdLst>
                <a:ahLst/>
                <a:cxnLst>
                  <a:cxn ang="0">
                    <a:pos x="connsiteX0" y="connsiteY0"/>
                  </a:cxn>
                  <a:cxn ang="0">
                    <a:pos x="connsiteX1" y="connsiteY1"/>
                  </a:cxn>
                </a:cxnLst>
                <a:rect l="l" t="t" r="r" b="b"/>
                <a:pathLst>
                  <a:path w="2286" h="157116">
                    <a:moveTo>
                      <a:pt x="0" y="0"/>
                    </a:moveTo>
                    <a:lnTo>
                      <a:pt x="0" y="157117"/>
                    </a:lnTo>
                  </a:path>
                </a:pathLst>
              </a:custGeom>
              <a:ln w="19050" cap="flat">
                <a:solidFill>
                  <a:schemeClr val="accent4"/>
                </a:solidFill>
                <a:prstDash val="solid"/>
                <a:round/>
              </a:ln>
            </p:spPr>
            <p:txBody>
              <a:bodyPr rtlCol="0" anchor="ctr"/>
              <a:lstStyle/>
              <a:p>
                <a:pPr defTabSz="609561">
                  <a:defRPr/>
                </a:pPr>
                <a:endParaRPr lang="en-US" sz="4800" dirty="0">
                  <a:latin typeface="Amazon Ember Display" panose="020F0603020204020204" pitchFamily="34" charset="0"/>
                </a:endParaRPr>
              </a:p>
            </p:txBody>
          </p:sp>
          <p:sp>
            <p:nvSpPr>
              <p:cNvPr id="61" name="Freeform: Shape 60">
                <a:extLst>
                  <a:ext uri="{FF2B5EF4-FFF2-40B4-BE49-F238E27FC236}">
                    <a16:creationId xmlns:a16="http://schemas.microsoft.com/office/drawing/2014/main" id="{A24E981D-A979-45B4-9284-1ACCC208BC71}"/>
                  </a:ext>
                </a:extLst>
              </p:cNvPr>
              <p:cNvSpPr/>
              <p:nvPr/>
            </p:nvSpPr>
            <p:spPr>
              <a:xfrm>
                <a:off x="8923792" y="1881228"/>
                <a:ext cx="301791" cy="35329"/>
              </a:xfrm>
              <a:custGeom>
                <a:avLst/>
                <a:gdLst>
                  <a:gd name="connsiteX0" fmla="*/ 0 w 158351"/>
                  <a:gd name="connsiteY0" fmla="*/ 18517 h 18537"/>
                  <a:gd name="connsiteX1" fmla="*/ 99441 w 158351"/>
                  <a:gd name="connsiteY1" fmla="*/ 18517 h 18537"/>
                  <a:gd name="connsiteX2" fmla="*/ 130302 w 158351"/>
                  <a:gd name="connsiteY2" fmla="*/ 8092 h 18537"/>
                  <a:gd name="connsiteX3" fmla="*/ 158351 w 158351"/>
                  <a:gd name="connsiteY3" fmla="*/ 0 h 18537"/>
                </a:gdLst>
                <a:ahLst/>
                <a:cxnLst>
                  <a:cxn ang="0">
                    <a:pos x="connsiteX0" y="connsiteY0"/>
                  </a:cxn>
                  <a:cxn ang="0">
                    <a:pos x="connsiteX1" y="connsiteY1"/>
                  </a:cxn>
                  <a:cxn ang="0">
                    <a:pos x="connsiteX2" y="connsiteY2"/>
                  </a:cxn>
                  <a:cxn ang="0">
                    <a:pos x="connsiteX3" y="connsiteY3"/>
                  </a:cxn>
                </a:cxnLst>
                <a:rect l="l" t="t" r="r" b="b"/>
                <a:pathLst>
                  <a:path w="158351" h="18537">
                    <a:moveTo>
                      <a:pt x="0" y="18517"/>
                    </a:moveTo>
                    <a:lnTo>
                      <a:pt x="99441" y="18517"/>
                    </a:lnTo>
                    <a:cubicBezTo>
                      <a:pt x="99441" y="18517"/>
                      <a:pt x="117569" y="-12962"/>
                      <a:pt x="130302" y="8092"/>
                    </a:cubicBezTo>
                    <a:cubicBezTo>
                      <a:pt x="141435" y="26518"/>
                      <a:pt x="158351" y="18517"/>
                      <a:pt x="158351" y="0"/>
                    </a:cubicBezTo>
                  </a:path>
                </a:pathLst>
              </a:custGeom>
              <a:noFill/>
              <a:ln w="19050" cap="flat">
                <a:solidFill>
                  <a:srgbClr val="FFFFFF"/>
                </a:solidFill>
                <a:prstDash val="solid"/>
                <a:round/>
              </a:ln>
            </p:spPr>
            <p:txBody>
              <a:bodyPr rtlCol="0" anchor="ctr"/>
              <a:lstStyle/>
              <a:p>
                <a:pPr defTabSz="609561">
                  <a:defRPr/>
                </a:pPr>
                <a:endParaRPr lang="en-US" sz="2400" dirty="0">
                  <a:latin typeface="Amazon Ember Display" panose="020F0603020204020204" pitchFamily="34" charset="0"/>
                </a:endParaRPr>
              </a:p>
            </p:txBody>
          </p:sp>
          <p:sp>
            <p:nvSpPr>
              <p:cNvPr id="62" name="Freeform: Shape 61">
                <a:extLst>
                  <a:ext uri="{FF2B5EF4-FFF2-40B4-BE49-F238E27FC236}">
                    <a16:creationId xmlns:a16="http://schemas.microsoft.com/office/drawing/2014/main" id="{8B8C210F-4B44-43C5-B8AB-69CF29C2B10E}"/>
                  </a:ext>
                </a:extLst>
              </p:cNvPr>
              <p:cNvSpPr/>
              <p:nvPr/>
            </p:nvSpPr>
            <p:spPr>
              <a:xfrm>
                <a:off x="9141906" y="1919045"/>
                <a:ext cx="82658" cy="78421"/>
              </a:xfrm>
              <a:custGeom>
                <a:avLst/>
                <a:gdLst>
                  <a:gd name="connsiteX0" fmla="*/ 130 w 43371"/>
                  <a:gd name="connsiteY0" fmla="*/ 0 h 41148"/>
                  <a:gd name="connsiteX1" fmla="*/ 23150 w 43371"/>
                  <a:gd name="connsiteY1" fmla="*/ 14996 h 41148"/>
                  <a:gd name="connsiteX2" fmla="*/ 36431 w 43371"/>
                  <a:gd name="connsiteY2" fmla="*/ 41148 h 41148"/>
                </a:gdLst>
                <a:ahLst/>
                <a:cxnLst>
                  <a:cxn ang="0">
                    <a:pos x="connsiteX0" y="connsiteY0"/>
                  </a:cxn>
                  <a:cxn ang="0">
                    <a:pos x="connsiteX1" y="connsiteY1"/>
                  </a:cxn>
                  <a:cxn ang="0">
                    <a:pos x="connsiteX2" y="connsiteY2"/>
                  </a:cxn>
                </a:cxnLst>
                <a:rect l="l" t="t" r="r" b="b"/>
                <a:pathLst>
                  <a:path w="43371" h="41148">
                    <a:moveTo>
                      <a:pt x="130" y="0"/>
                    </a:moveTo>
                    <a:cubicBezTo>
                      <a:pt x="130" y="0"/>
                      <a:pt x="-3139" y="27821"/>
                      <a:pt x="23150" y="14996"/>
                    </a:cubicBezTo>
                    <a:cubicBezTo>
                      <a:pt x="40752" y="6492"/>
                      <a:pt x="50993" y="32576"/>
                      <a:pt x="36431" y="41148"/>
                    </a:cubicBezTo>
                  </a:path>
                </a:pathLst>
              </a:custGeom>
              <a:noFill/>
              <a:ln w="19050" cap="flat">
                <a:solidFill>
                  <a:srgbClr val="FFFFFF"/>
                </a:solidFill>
                <a:prstDash val="solid"/>
                <a:round/>
              </a:ln>
            </p:spPr>
            <p:txBody>
              <a:bodyPr rtlCol="0" anchor="ctr"/>
              <a:lstStyle/>
              <a:p>
                <a:pPr defTabSz="609561">
                  <a:defRPr/>
                </a:pPr>
                <a:endParaRPr lang="en-US" sz="2400" dirty="0">
                  <a:latin typeface="Amazon Ember Display" panose="020F0603020204020204" pitchFamily="34" charset="0"/>
                </a:endParaRPr>
              </a:p>
            </p:txBody>
          </p:sp>
        </p:grpSp>
        <p:cxnSp>
          <p:nvCxnSpPr>
            <p:cNvPr id="205" name="Straight Connector 204">
              <a:extLst>
                <a:ext uri="{FF2B5EF4-FFF2-40B4-BE49-F238E27FC236}">
                  <a16:creationId xmlns:a16="http://schemas.microsoft.com/office/drawing/2014/main" id="{0818E1D3-83E0-419B-8D20-AA0C6EED6615}"/>
                </a:ext>
              </a:extLst>
            </p:cNvPr>
            <p:cNvCxnSpPr>
              <a:cxnSpLocks/>
            </p:cNvCxnSpPr>
            <p:nvPr/>
          </p:nvCxnSpPr>
          <p:spPr>
            <a:xfrm>
              <a:off x="8859118" y="5194278"/>
              <a:ext cx="1638300" cy="0"/>
            </a:xfrm>
            <a:prstGeom prst="line">
              <a:avLst/>
            </a:prstGeom>
            <a:ln w="19050" cap="rnd">
              <a:gradFill>
                <a:gsLst>
                  <a:gs pos="0">
                    <a:schemeClr val="accent4"/>
                  </a:gs>
                  <a:gs pos="100000">
                    <a:schemeClr val="accent1"/>
                  </a:gs>
                </a:gsLst>
                <a:lin ang="0" scaled="0"/>
              </a:gra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3929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BED4C-29C0-B615-563B-FED761CA57A9}"/>
            </a:ext>
          </a:extLst>
        </p:cNvPr>
        <p:cNvGrpSpPr/>
        <p:nvPr/>
      </p:nvGrpSpPr>
      <p:grpSpPr>
        <a:xfrm>
          <a:off x="0" y="0"/>
          <a:ext cx="0" cy="0"/>
          <a:chOff x="0" y="0"/>
          <a:chExt cx="0" cy="0"/>
        </a:xfrm>
      </p:grpSpPr>
      <p:sp>
        <p:nvSpPr>
          <p:cNvPr id="13" name="Rectangle: Rounded Corners 39">
            <a:extLst>
              <a:ext uri="{FF2B5EF4-FFF2-40B4-BE49-F238E27FC236}">
                <a16:creationId xmlns:a16="http://schemas.microsoft.com/office/drawing/2014/main" id="{CC836647-DA55-F161-90D4-B15F17A6718C}"/>
              </a:ext>
            </a:extLst>
          </p:cNvPr>
          <p:cNvSpPr/>
          <p:nvPr/>
        </p:nvSpPr>
        <p:spPr>
          <a:xfrm>
            <a:off x="517525" y="690563"/>
            <a:ext cx="11164887" cy="5486400"/>
          </a:xfrm>
          <a:prstGeom prst="roundRect">
            <a:avLst>
              <a:gd name="adj" fmla="val 2544"/>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4" name="Text Placeholder 5">
            <a:extLst>
              <a:ext uri="{FF2B5EF4-FFF2-40B4-BE49-F238E27FC236}">
                <a16:creationId xmlns:a16="http://schemas.microsoft.com/office/drawing/2014/main" id="{31292581-87CE-2214-1F37-BA7D1F345959}"/>
              </a:ext>
            </a:extLst>
          </p:cNvPr>
          <p:cNvSpPr txBox="1">
            <a:spLocks/>
          </p:cNvSpPr>
          <p:nvPr/>
        </p:nvSpPr>
        <p:spPr>
          <a:xfrm>
            <a:off x="1792802" y="4094163"/>
            <a:ext cx="3552563" cy="784830"/>
          </a:xfrm>
          <a:prstGeom prst="rect">
            <a:avLst/>
          </a:prstGeom>
          <a:noFill/>
        </p:spPr>
        <p:txBody>
          <a:bodyPr wrap="square" lIns="0" tIns="0" rIns="0" bIns="0" rtlCol="0">
            <a:noAutofit/>
          </a:bodyPr>
          <a:lstStyle>
            <a:defPPr>
              <a:defRPr lang="en-US"/>
            </a:defPPr>
            <a:lvl1pPr>
              <a:lnSpc>
                <a:spcPct val="100000"/>
              </a:lnSpc>
              <a:spcAft>
                <a:spcPts val="1200"/>
              </a:spcAft>
              <a:defRPr sz="1700">
                <a:latin typeface="+mj-lt"/>
                <a:ea typeface="Amazon Ember Display Light" panose="020F0403020204020204" pitchFamily="34" charset="0"/>
                <a:cs typeface="Amazon Ember Display Light" panose="020F0403020204020204" pitchFamily="34" charset="0"/>
              </a:defRPr>
            </a:lvl1pPr>
            <a:lvl2pPr indent="-228600">
              <a:lnSpc>
                <a:spcPct val="90000"/>
              </a:lnSpc>
              <a:spcBef>
                <a:spcPts val="0"/>
              </a:spcBef>
              <a:spcAft>
                <a:spcPts val="1200"/>
              </a:spcAft>
              <a:buClr>
                <a:schemeClr val="tx1"/>
              </a:buClr>
              <a:buSzPct val="90000"/>
              <a:buFont typeface="Wingdings" panose="05000000000000000000" pitchFamily="2" charset="2"/>
              <a:buChar char="§"/>
              <a:defRPr sz="2400"/>
            </a:lvl2pPr>
            <a:lvl3pPr marL="685800" indent="-228600">
              <a:lnSpc>
                <a:spcPct val="90000"/>
              </a:lnSpc>
              <a:spcBef>
                <a:spcPts val="0"/>
              </a:spcBef>
              <a:spcAft>
                <a:spcPts val="600"/>
              </a:spcAft>
              <a:buClr>
                <a:schemeClr val="tx1"/>
              </a:buClr>
              <a:buFont typeface="Amazon Ember Display" panose="020F0603020204020204" pitchFamily="34" charset="0"/>
              <a:buChar char="–"/>
              <a:defRPr sz="2000"/>
            </a:lvl3pPr>
            <a:lvl4pPr marL="914400" indent="-228600">
              <a:lnSpc>
                <a:spcPct val="90000"/>
              </a:lnSpc>
              <a:spcBef>
                <a:spcPts val="0"/>
              </a:spcBef>
              <a:spcAft>
                <a:spcPts val="600"/>
              </a:spcAft>
              <a:buClr>
                <a:schemeClr val="tx1"/>
              </a:buClr>
              <a:buFont typeface="Amazon Ember Display" panose="020F0603020204020204" pitchFamily="34" charset="0"/>
              <a:buChar char="•"/>
            </a:lvl4pPr>
            <a:lvl5pPr marL="914400" indent="-228600">
              <a:lnSpc>
                <a:spcPct val="90000"/>
              </a:lnSpc>
              <a:spcBef>
                <a:spcPts val="0"/>
              </a:spcBef>
              <a:buClr>
                <a:schemeClr val="tx1"/>
              </a:buClr>
              <a:buFont typeface="Amazon Ember Display" panose="020F0603020204020204" pitchFamily="34" charset="0"/>
              <a:buChar char="•"/>
            </a:lvl5pPr>
            <a:lvl6pPr marL="2514600" indent="-228600">
              <a:lnSpc>
                <a:spcPct val="90000"/>
              </a:lnSpc>
              <a:spcBef>
                <a:spcPts val="500"/>
              </a:spcBef>
              <a:buFont typeface="Amazon Ember Display" panose="020F0603020204020204" pitchFamily="34" charset="0"/>
              <a:buChar char="•"/>
            </a:lvl6pPr>
            <a:lvl7pPr marL="2971800" indent="-228600">
              <a:lnSpc>
                <a:spcPct val="90000"/>
              </a:lnSpc>
              <a:spcBef>
                <a:spcPts val="500"/>
              </a:spcBef>
              <a:buFont typeface="Amazon Ember Display" panose="020F0603020204020204" pitchFamily="34" charset="0"/>
              <a:buChar char="•"/>
            </a:lvl7pPr>
            <a:lvl8pPr marL="3429000" indent="-228600">
              <a:lnSpc>
                <a:spcPct val="90000"/>
              </a:lnSpc>
              <a:spcBef>
                <a:spcPts val="500"/>
              </a:spcBef>
              <a:buFont typeface="Amazon Ember Display" panose="020F0603020204020204" pitchFamily="34" charset="0"/>
              <a:buChar char="•"/>
            </a:lvl8pPr>
            <a:lvl9pPr marL="3886200" indent="-228600">
              <a:lnSpc>
                <a:spcPct val="90000"/>
              </a:lnSpc>
              <a:spcBef>
                <a:spcPts val="500"/>
              </a:spcBef>
              <a:buFont typeface="Amazon Ember Display" panose="020F0603020204020204" pitchFamily="34" charset="0"/>
              <a:buChar char="•"/>
            </a:lvl9pPr>
          </a:lstStyle>
          <a:p>
            <a:pPr marL="0" marR="0" lvl="0" indent="0" algn="l" defTabSz="914400" rtl="0" eaLnBrk="1" fontAlgn="auto" latinLnBrk="0" hangingPunct="1">
              <a:lnSpc>
                <a:spcPct val="114000"/>
              </a:lnSpc>
              <a:spcBef>
                <a:spcPts val="0"/>
              </a:spcBef>
              <a:spcAft>
                <a:spcPts val="1200"/>
              </a:spcAft>
              <a:buClrTx/>
              <a:buSzTx/>
              <a:buFontTx/>
              <a:buNone/>
              <a:tabLst/>
              <a:defRPr/>
            </a:pPr>
            <a:r>
              <a:rPr kumimoji="0" lang="en-US" sz="17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Scale and accelerate generative</a:t>
            </a:r>
            <a:br>
              <a:rPr kumimoji="0" lang="en-US" sz="17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7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AI model development across thousands of AI accelerators</a:t>
            </a:r>
          </a:p>
        </p:txBody>
      </p:sp>
      <p:sp>
        <p:nvSpPr>
          <p:cNvPr id="8" name="Text Placeholder 6">
            <a:extLst>
              <a:ext uri="{FF2B5EF4-FFF2-40B4-BE49-F238E27FC236}">
                <a16:creationId xmlns:a16="http://schemas.microsoft.com/office/drawing/2014/main" id="{6D58BBB0-16C2-2367-0E7E-6ADDFE7C6DA0}"/>
              </a:ext>
            </a:extLst>
          </p:cNvPr>
          <p:cNvSpPr txBox="1">
            <a:spLocks/>
          </p:cNvSpPr>
          <p:nvPr/>
        </p:nvSpPr>
        <p:spPr>
          <a:xfrm>
            <a:off x="1740873" y="1760990"/>
            <a:ext cx="3861929" cy="2062163"/>
          </a:xfrm>
          <a:prstGeom prst="rect">
            <a:avLst/>
          </a:prstGeom>
        </p:spPr>
        <p:txBody>
          <a:bodyPr lIns="0" tIns="0" rIns="0" bIns="0" anchor="b"/>
          <a:lstStyle>
            <a:lvl1pPr marL="0" indent="0" algn="l" defTabSz="914400" rtl="0" eaLnBrk="1" latinLnBrk="0" hangingPunct="1">
              <a:lnSpc>
                <a:spcPct val="90000"/>
              </a:lnSpc>
              <a:spcBef>
                <a:spcPct val="0"/>
              </a:spcBef>
              <a:buFont typeface="Arial" panose="020B0604020202020204" pitchFamily="34" charset="0"/>
              <a:buNone/>
              <a:defRPr lang="en-US" sz="6000" b="1" i="0" kern="1200" dirty="0">
                <a:gradFill>
                  <a:gsLst>
                    <a:gs pos="2000">
                      <a:schemeClr val="accent2">
                        <a:lumMod val="40000"/>
                        <a:lumOff val="60000"/>
                      </a:schemeClr>
                    </a:gs>
                    <a:gs pos="26000">
                      <a:schemeClr val="accent3"/>
                    </a:gs>
                    <a:gs pos="100000">
                      <a:schemeClr val="accent6"/>
                    </a:gs>
                  </a:gsLst>
                  <a:lin ang="2700000" scaled="0"/>
                </a:gra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541873" rtl="0" eaLnBrk="1" fontAlgn="auto" latinLnBrk="0" hangingPunct="1">
              <a:lnSpc>
                <a:spcPct val="85000"/>
              </a:lnSpc>
              <a:spcBef>
                <a:spcPts val="0"/>
              </a:spcBef>
              <a:spcAft>
                <a:spcPts val="711"/>
              </a:spcAft>
              <a:buClr>
                <a:srgbClr val="FFFFFF"/>
              </a:buClr>
              <a:buSzPct val="90000"/>
              <a:buFont typeface="Arial" panose="020B0604020202020204" pitchFamily="34" charset="0"/>
              <a:buNone/>
              <a:tabLst/>
              <a:defRPr/>
            </a:pPr>
            <a:r>
              <a:rPr kumimoji="0" lang="en-US" sz="5500" b="0" i="0" u="none" strike="noStrike" kern="1200" cap="none" spc="0" normalizeH="0" baseline="0" noProof="0">
                <a:ln>
                  <a:noFill/>
                </a:ln>
                <a:solidFill>
                  <a:srgbClr val="000000"/>
                </a:solidFill>
                <a:effectLst/>
                <a:uLnTx/>
                <a:uFillTx/>
                <a:latin typeface="Amazon Ember"/>
                <a:ea typeface="Amazon Ember Display" panose="020F0603020204020204" pitchFamily="34" charset="0"/>
                <a:cs typeface="Amazon Ember Display" panose="020F0603020204020204" pitchFamily="34" charset="0"/>
              </a:rPr>
              <a:t>Amazon</a:t>
            </a:r>
            <a:br>
              <a:rPr kumimoji="0" lang="en-US" sz="5500" b="0" i="0" u="none" strike="noStrike" kern="1200" cap="none" spc="0" normalizeH="0" baseline="0" noProof="0">
                <a:ln>
                  <a:noFill/>
                </a:ln>
                <a:solidFill>
                  <a:srgbClr val="000000"/>
                </a:solidFill>
                <a:effectLst/>
                <a:uLnTx/>
                <a:uFillTx/>
                <a:latin typeface="Amazon Ember"/>
                <a:ea typeface="Amazon Ember Display" panose="020F0603020204020204" pitchFamily="34" charset="0"/>
                <a:cs typeface="Amazon Ember Display" panose="020F0603020204020204" pitchFamily="34" charset="0"/>
              </a:rPr>
            </a:br>
            <a:r>
              <a:rPr kumimoji="0" lang="en-US" sz="5500" b="0" i="0" u="none" strike="noStrike" kern="1200" cap="none" spc="0" normalizeH="0" baseline="0" noProof="0">
                <a:ln>
                  <a:noFill/>
                </a:ln>
                <a:solidFill>
                  <a:srgbClr val="000000"/>
                </a:solidFill>
                <a:effectLst/>
                <a:uLnTx/>
                <a:uFillTx/>
                <a:latin typeface="Amazon Ember"/>
                <a:ea typeface="Amazon Ember Display" panose="020F0603020204020204" pitchFamily="34" charset="0"/>
                <a:cs typeface="Amazon Ember Display" panose="020F0603020204020204" pitchFamily="34" charset="0"/>
              </a:rPr>
              <a:t>SageMaker</a:t>
            </a:r>
            <a:br>
              <a:rPr kumimoji="0" lang="en-US" sz="5500" b="0" i="0" u="none" strike="noStrike" kern="1200" cap="none" spc="0" normalizeH="0" baseline="0" noProof="0">
                <a:ln>
                  <a:noFill/>
                </a:ln>
                <a:solidFill>
                  <a:srgbClr val="000000"/>
                </a:solidFill>
                <a:effectLst/>
                <a:uLnTx/>
                <a:uFillTx/>
                <a:latin typeface="Amazon Ember"/>
                <a:ea typeface="Amazon Ember Display" panose="020F0603020204020204" pitchFamily="34" charset="0"/>
                <a:cs typeface="Amazon Ember Display" panose="020F0603020204020204" pitchFamily="34" charset="0"/>
              </a:rPr>
            </a:br>
            <a:r>
              <a:rPr kumimoji="0" lang="en-US" sz="5500" b="0" i="0" u="none" strike="noStrike" kern="1200" cap="none" spc="0" normalizeH="0" baseline="0" noProof="0" err="1">
                <a:ln>
                  <a:noFill/>
                </a:ln>
                <a:gradFill>
                  <a:gsLst>
                    <a:gs pos="28000">
                      <a:srgbClr val="AD5CFF"/>
                    </a:gs>
                    <a:gs pos="100000">
                      <a:srgbClr val="41B3FF"/>
                    </a:gs>
                  </a:gsLst>
                  <a:lin ang="3600000" scaled="0"/>
                </a:gradFill>
                <a:effectLst/>
                <a:uLnTx/>
                <a:uFillTx/>
                <a:latin typeface="Amazon Ember Heavy"/>
                <a:ea typeface="Amazon Ember Display" panose="020F0603020204020204" pitchFamily="34" charset="0"/>
                <a:cs typeface="Amazon Ember Display" panose="020F0603020204020204" pitchFamily="34" charset="0"/>
              </a:rPr>
              <a:t>HyperPod</a:t>
            </a:r>
            <a:endParaRPr kumimoji="0" lang="en-US" sz="5500" b="0" i="0" u="none" strike="noStrike" kern="1200" cap="none" spc="0" normalizeH="0" baseline="0" noProof="0">
              <a:ln>
                <a:noFill/>
              </a:ln>
              <a:gradFill>
                <a:gsLst>
                  <a:gs pos="28000">
                    <a:srgbClr val="AD5CFF"/>
                  </a:gs>
                  <a:gs pos="100000">
                    <a:srgbClr val="41B3FF"/>
                  </a:gs>
                </a:gsLst>
                <a:lin ang="3600000" scaled="0"/>
              </a:gradFill>
              <a:effectLst/>
              <a:uLnTx/>
              <a:uFillTx/>
              <a:latin typeface="Amazon Ember Heavy"/>
              <a:ea typeface="Amazon Ember Display" panose="020F0603020204020204" pitchFamily="34" charset="0"/>
              <a:cs typeface="Amazon Ember Display" panose="020F0603020204020204" pitchFamily="34" charset="0"/>
            </a:endParaRPr>
          </a:p>
        </p:txBody>
      </p:sp>
      <p:sp>
        <p:nvSpPr>
          <p:cNvPr id="9" name="Text Placeholder 59">
            <a:extLst>
              <a:ext uri="{FF2B5EF4-FFF2-40B4-BE49-F238E27FC236}">
                <a16:creationId xmlns:a16="http://schemas.microsoft.com/office/drawing/2014/main" id="{6100F90C-802B-37D8-F0B5-831B8DE5B9C1}"/>
              </a:ext>
            </a:extLst>
          </p:cNvPr>
          <p:cNvSpPr txBox="1">
            <a:spLocks/>
          </p:cNvSpPr>
          <p:nvPr/>
        </p:nvSpPr>
        <p:spPr>
          <a:xfrm>
            <a:off x="7613650" y="1689100"/>
            <a:ext cx="3116263" cy="3759200"/>
          </a:xfrm>
          <a:prstGeom prst="rect">
            <a:avLst/>
          </a:prstGeom>
          <a:noFill/>
        </p:spPr>
        <p:txBody>
          <a:bodyPr wrap="square" lIns="0" tIns="0" rIns="0" bIns="0" rtlCol="0">
            <a:noAutofit/>
          </a:bodyPr>
          <a:lstStyle>
            <a:defPPr>
              <a:defRPr lang="en-US"/>
            </a:defPPr>
            <a:lvl1pPr>
              <a:lnSpc>
                <a:spcPct val="107000"/>
              </a:lnSpc>
              <a:spcAft>
                <a:spcPts val="1200"/>
              </a:spcAft>
              <a:defRPr sz="1300">
                <a:ea typeface="Amazon Ember Display Light" panose="020F0403020204020204" pitchFamily="34" charset="0"/>
                <a:cs typeface="Amazon Ember Display Light" panose="020F0403020204020204" pitchFamily="34" charset="0"/>
              </a:defRPr>
            </a:lvl1pPr>
            <a:lvl2pPr marL="457200" indent="-228600" algn="l" defTabSz="914400" rtl="0" eaLnBrk="1" latinLnBrk="0" hangingPunct="1">
              <a:lnSpc>
                <a:spcPct val="90000"/>
              </a:lnSpc>
              <a:spcBef>
                <a:spcPts val="0"/>
              </a:spcBef>
              <a:spcAft>
                <a:spcPts val="12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6858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2000" kern="1200">
                <a:solidFill>
                  <a:schemeClr val="tx1"/>
                </a:solidFill>
                <a:latin typeface="+mn-lt"/>
                <a:ea typeface="+mn-ea"/>
                <a:cs typeface="+mn-cs"/>
              </a:defRPr>
            </a:lvl3pPr>
            <a:lvl4pPr marL="914400" indent="-228600" algn="l" defTabSz="914400" rtl="0" eaLnBrk="1" latinLnBrk="0" hangingPunct="1">
              <a:lnSpc>
                <a:spcPct val="90000"/>
              </a:lnSpc>
              <a:spcBef>
                <a:spcPts val="0"/>
              </a:spcBef>
              <a:spcAft>
                <a:spcPts val="600"/>
              </a:spcAft>
              <a:buClr>
                <a:schemeClr val="tx1"/>
              </a:buClr>
              <a:buFont typeface="Amazon Ember Display" panose="020F0603020204020204" pitchFamily="34" charset="0"/>
              <a:buChar char="•"/>
              <a:defRPr sz="1800" kern="1200">
                <a:solidFill>
                  <a:schemeClr val="tx1"/>
                </a:solidFill>
                <a:latin typeface="+mn-lt"/>
                <a:ea typeface="+mn-ea"/>
                <a:cs typeface="+mn-cs"/>
              </a:defRPr>
            </a:lvl4pPr>
            <a:lvl5pPr marL="914400" indent="-228600" algn="l" defTabSz="914400" rtl="0" eaLnBrk="1" latinLnBrk="0" hangingPunct="1">
              <a:lnSpc>
                <a:spcPct val="90000"/>
              </a:lnSpc>
              <a:spcBef>
                <a:spcPts val="0"/>
              </a:spcBef>
              <a:buClr>
                <a:schemeClr val="tx1"/>
              </a:buClr>
              <a:buFont typeface="Amazon Ember Display" panose="020F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Improved efficiency</a:t>
            </a:r>
          </a:p>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Tools for maximizing compute resources utilization, advanced observability,</a:t>
            </a:r>
            <a:b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2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and seamless cluster customization</a:t>
            </a:r>
          </a:p>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Reduced time-to-train</a:t>
            </a:r>
          </a:p>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Resilience features and distributed </a:t>
            </a:r>
            <a:r>
              <a:rPr kumimoji="0" lang="en-US" sz="1300" b="0" i="0" u="none" strike="noStrike" kern="1200" cap="none" spc="2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training libraries help reduce time</a:t>
            </a:r>
            <a:b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to train by up to 40%</a:t>
            </a:r>
          </a:p>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Lower costs</a:t>
            </a:r>
          </a:p>
          <a:p>
            <a:pPr marL="0" marR="0" lvl="0" indent="0" algn="l" defTabSz="914400" rtl="0" eaLnBrk="1" fontAlgn="auto" latinLnBrk="0" hangingPunct="1">
              <a:lnSpc>
                <a:spcPct val="107000"/>
              </a:lnSpc>
              <a:spcBef>
                <a:spcPts val="0"/>
              </a:spcBef>
              <a:spcAft>
                <a:spcPts val="12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Less time invested in hardware maintenance and more efficient cluster engagement reduces FM training TCO</a:t>
            </a:r>
          </a:p>
        </p:txBody>
      </p:sp>
      <p:cxnSp>
        <p:nvCxnSpPr>
          <p:cNvPr id="14" name="Straight Connector 13">
            <a:extLst>
              <a:ext uri="{FF2B5EF4-FFF2-40B4-BE49-F238E27FC236}">
                <a16:creationId xmlns:a16="http://schemas.microsoft.com/office/drawing/2014/main" id="{13C77182-59C6-F3B5-55D4-F7AD03E9B706}"/>
              </a:ext>
            </a:extLst>
          </p:cNvPr>
          <p:cNvCxnSpPr>
            <a:cxnSpLocks/>
          </p:cNvCxnSpPr>
          <p:nvPr/>
        </p:nvCxnSpPr>
        <p:spPr>
          <a:xfrm flipH="1">
            <a:off x="6561138" y="2866976"/>
            <a:ext cx="4161472"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5F3D53E9-AB5C-0985-0806-581325F1ED20}"/>
              </a:ext>
            </a:extLst>
          </p:cNvPr>
          <p:cNvGrpSpPr/>
          <p:nvPr/>
        </p:nvGrpSpPr>
        <p:grpSpPr>
          <a:xfrm>
            <a:off x="6621690" y="2000019"/>
            <a:ext cx="600466" cy="496887"/>
            <a:chOff x="6364288" y="2036763"/>
            <a:chExt cx="606425" cy="496887"/>
          </a:xfrm>
        </p:grpSpPr>
        <p:sp>
          <p:nvSpPr>
            <p:cNvPr id="12" name="Line 5">
              <a:extLst>
                <a:ext uri="{FF2B5EF4-FFF2-40B4-BE49-F238E27FC236}">
                  <a16:creationId xmlns:a16="http://schemas.microsoft.com/office/drawing/2014/main" id="{2BD1E77E-4A1F-A23F-28F6-5B2BF921E21A}"/>
                </a:ext>
              </a:extLst>
            </p:cNvPr>
            <p:cNvSpPr>
              <a:spLocks noChangeShapeType="1"/>
            </p:cNvSpPr>
            <p:nvPr/>
          </p:nvSpPr>
          <p:spPr bwMode="auto">
            <a:xfrm flipH="1">
              <a:off x="6450013" y="2332038"/>
              <a:ext cx="31750" cy="0"/>
            </a:xfrm>
            <a:prstGeom prst="line">
              <a:avLst/>
            </a:prstGeom>
            <a:noFill/>
            <a:ln w="19050" cap="sq">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 name="Line 6">
              <a:extLst>
                <a:ext uri="{FF2B5EF4-FFF2-40B4-BE49-F238E27FC236}">
                  <a16:creationId xmlns:a16="http://schemas.microsoft.com/office/drawing/2014/main" id="{56CA0445-3B3B-714F-A7B6-FE246890F761}"/>
                </a:ext>
              </a:extLst>
            </p:cNvPr>
            <p:cNvSpPr>
              <a:spLocks noChangeShapeType="1"/>
            </p:cNvSpPr>
            <p:nvPr/>
          </p:nvSpPr>
          <p:spPr bwMode="auto">
            <a:xfrm flipH="1">
              <a:off x="6450013" y="2130425"/>
              <a:ext cx="31750" cy="0"/>
            </a:xfrm>
            <a:prstGeom prst="line">
              <a:avLst/>
            </a:prstGeom>
            <a:noFill/>
            <a:ln w="19050" cap="sq">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 name="Line 7">
              <a:extLst>
                <a:ext uri="{FF2B5EF4-FFF2-40B4-BE49-F238E27FC236}">
                  <a16:creationId xmlns:a16="http://schemas.microsoft.com/office/drawing/2014/main" id="{35A9B447-F4A1-FE7C-7468-84595AB26A4A}"/>
                </a:ext>
              </a:extLst>
            </p:cNvPr>
            <p:cNvSpPr>
              <a:spLocks noChangeShapeType="1"/>
            </p:cNvSpPr>
            <p:nvPr/>
          </p:nvSpPr>
          <p:spPr bwMode="auto">
            <a:xfrm flipH="1">
              <a:off x="6450013" y="2433638"/>
              <a:ext cx="15875" cy="0"/>
            </a:xfrm>
            <a:prstGeom prst="line">
              <a:avLst/>
            </a:prstGeom>
            <a:noFill/>
            <a:ln w="19050" cap="sq">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 name="Line 8">
              <a:extLst>
                <a:ext uri="{FF2B5EF4-FFF2-40B4-BE49-F238E27FC236}">
                  <a16:creationId xmlns:a16="http://schemas.microsoft.com/office/drawing/2014/main" id="{50FBFD7E-267B-06ED-91FC-D6DE418C8122}"/>
                </a:ext>
              </a:extLst>
            </p:cNvPr>
            <p:cNvSpPr>
              <a:spLocks noChangeShapeType="1"/>
            </p:cNvSpPr>
            <p:nvPr/>
          </p:nvSpPr>
          <p:spPr bwMode="auto">
            <a:xfrm flipH="1">
              <a:off x="6450013" y="2230438"/>
              <a:ext cx="15875" cy="0"/>
            </a:xfrm>
            <a:prstGeom prst="line">
              <a:avLst/>
            </a:prstGeom>
            <a:noFill/>
            <a:ln w="19050" cap="sq">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9" name="Line 9">
              <a:extLst>
                <a:ext uri="{FF2B5EF4-FFF2-40B4-BE49-F238E27FC236}">
                  <a16:creationId xmlns:a16="http://schemas.microsoft.com/office/drawing/2014/main" id="{ED14F890-2D31-2F93-7D22-58728C1284EF}"/>
                </a:ext>
              </a:extLst>
            </p:cNvPr>
            <p:cNvSpPr>
              <a:spLocks noChangeShapeType="1"/>
            </p:cNvSpPr>
            <p:nvPr/>
          </p:nvSpPr>
          <p:spPr bwMode="auto">
            <a:xfrm flipH="1">
              <a:off x="6364288" y="2533650"/>
              <a:ext cx="606425" cy="0"/>
            </a:xfrm>
            <a:prstGeom prst="line">
              <a:avLst/>
            </a:prstGeom>
            <a:noFill/>
            <a:ln w="19050" cap="sq">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 name="Freeform 10">
              <a:extLst>
                <a:ext uri="{FF2B5EF4-FFF2-40B4-BE49-F238E27FC236}">
                  <a16:creationId xmlns:a16="http://schemas.microsoft.com/office/drawing/2014/main" id="{44A4BCCD-9DBC-BA88-DE6A-9683F6C11D14}"/>
                </a:ext>
              </a:extLst>
            </p:cNvPr>
            <p:cNvSpPr>
              <a:spLocks/>
            </p:cNvSpPr>
            <p:nvPr/>
          </p:nvSpPr>
          <p:spPr bwMode="auto">
            <a:xfrm>
              <a:off x="6481763" y="2047875"/>
              <a:ext cx="442913" cy="455613"/>
            </a:xfrm>
            <a:custGeom>
              <a:avLst/>
              <a:gdLst>
                <a:gd name="T0" fmla="*/ 0 w 279"/>
                <a:gd name="T1" fmla="*/ 287 h 287"/>
                <a:gd name="T2" fmla="*/ 117 w 279"/>
                <a:gd name="T3" fmla="*/ 140 h 287"/>
                <a:gd name="T4" fmla="*/ 176 w 279"/>
                <a:gd name="T5" fmla="*/ 140 h 287"/>
                <a:gd name="T6" fmla="*/ 279 w 279"/>
                <a:gd name="T7" fmla="*/ 0 h 287"/>
              </a:gdLst>
              <a:ahLst/>
              <a:cxnLst>
                <a:cxn ang="0">
                  <a:pos x="T0" y="T1"/>
                </a:cxn>
                <a:cxn ang="0">
                  <a:pos x="T2" y="T3"/>
                </a:cxn>
                <a:cxn ang="0">
                  <a:pos x="T4" y="T5"/>
                </a:cxn>
                <a:cxn ang="0">
                  <a:pos x="T6" y="T7"/>
                </a:cxn>
              </a:cxnLst>
              <a:rect l="0" t="0" r="r" b="b"/>
              <a:pathLst>
                <a:path w="279" h="287">
                  <a:moveTo>
                    <a:pt x="0" y="287"/>
                  </a:moveTo>
                  <a:lnTo>
                    <a:pt x="117" y="140"/>
                  </a:lnTo>
                  <a:lnTo>
                    <a:pt x="176" y="140"/>
                  </a:lnTo>
                  <a:lnTo>
                    <a:pt x="279" y="0"/>
                  </a:lnTo>
                </a:path>
              </a:pathLst>
            </a:custGeom>
            <a:noFill/>
            <a:ln w="19050" cap="sq">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1" name="Freeform 11">
              <a:extLst>
                <a:ext uri="{FF2B5EF4-FFF2-40B4-BE49-F238E27FC236}">
                  <a16:creationId xmlns:a16="http://schemas.microsoft.com/office/drawing/2014/main" id="{21D5026F-BB91-0F34-F6F6-26792C2C6EBD}"/>
                </a:ext>
              </a:extLst>
            </p:cNvPr>
            <p:cNvSpPr>
              <a:spLocks/>
            </p:cNvSpPr>
            <p:nvPr/>
          </p:nvSpPr>
          <p:spPr bwMode="auto">
            <a:xfrm>
              <a:off x="6858001" y="2036763"/>
              <a:ext cx="82550" cy="76200"/>
            </a:xfrm>
            <a:custGeom>
              <a:avLst/>
              <a:gdLst>
                <a:gd name="T0" fmla="*/ 52 w 52"/>
                <a:gd name="T1" fmla="*/ 46 h 48"/>
                <a:gd name="T2" fmla="*/ 44 w 52"/>
                <a:gd name="T3" fmla="*/ 48 h 48"/>
                <a:gd name="T4" fmla="*/ 40 w 52"/>
                <a:gd name="T5" fmla="*/ 10 h 48"/>
                <a:gd name="T6" fmla="*/ 2 w 52"/>
                <a:gd name="T7" fmla="*/ 17 h 48"/>
                <a:gd name="T8" fmla="*/ 0 w 52"/>
                <a:gd name="T9" fmla="*/ 8 h 48"/>
                <a:gd name="T10" fmla="*/ 47 w 52"/>
                <a:gd name="T11" fmla="*/ 0 h 48"/>
                <a:gd name="T12" fmla="*/ 52 w 52"/>
                <a:gd name="T13" fmla="*/ 46 h 48"/>
              </a:gdLst>
              <a:ahLst/>
              <a:cxnLst>
                <a:cxn ang="0">
                  <a:pos x="T0" y="T1"/>
                </a:cxn>
                <a:cxn ang="0">
                  <a:pos x="T2" y="T3"/>
                </a:cxn>
                <a:cxn ang="0">
                  <a:pos x="T4" y="T5"/>
                </a:cxn>
                <a:cxn ang="0">
                  <a:pos x="T6" y="T7"/>
                </a:cxn>
                <a:cxn ang="0">
                  <a:pos x="T8" y="T9"/>
                </a:cxn>
                <a:cxn ang="0">
                  <a:pos x="T10" y="T11"/>
                </a:cxn>
                <a:cxn ang="0">
                  <a:pos x="T12" y="T13"/>
                </a:cxn>
              </a:cxnLst>
              <a:rect l="0" t="0" r="r" b="b"/>
              <a:pathLst>
                <a:path w="52" h="48">
                  <a:moveTo>
                    <a:pt x="52" y="46"/>
                  </a:moveTo>
                  <a:lnTo>
                    <a:pt x="44" y="48"/>
                  </a:lnTo>
                  <a:lnTo>
                    <a:pt x="40" y="10"/>
                  </a:lnTo>
                  <a:lnTo>
                    <a:pt x="2" y="17"/>
                  </a:lnTo>
                  <a:lnTo>
                    <a:pt x="0" y="8"/>
                  </a:lnTo>
                  <a:lnTo>
                    <a:pt x="47" y="0"/>
                  </a:lnTo>
                  <a:lnTo>
                    <a:pt x="52" y="46"/>
                  </a:lnTo>
                  <a:close/>
                </a:path>
              </a:pathLst>
            </a:custGeom>
            <a:solidFill>
              <a:schemeClr val="accent2"/>
            </a:solidFill>
            <a:ln w="19050">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 name="Line 12">
              <a:extLst>
                <a:ext uri="{FF2B5EF4-FFF2-40B4-BE49-F238E27FC236}">
                  <a16:creationId xmlns:a16="http://schemas.microsoft.com/office/drawing/2014/main" id="{E77834EE-9292-FC38-70A7-5003D6252DC0}"/>
                </a:ext>
              </a:extLst>
            </p:cNvPr>
            <p:cNvSpPr>
              <a:spLocks noChangeShapeType="1"/>
            </p:cNvSpPr>
            <p:nvPr/>
          </p:nvSpPr>
          <p:spPr bwMode="auto">
            <a:xfrm flipV="1">
              <a:off x="6411913" y="2074863"/>
              <a:ext cx="0" cy="428625"/>
            </a:xfrm>
            <a:prstGeom prst="line">
              <a:avLst/>
            </a:prstGeom>
            <a:noFill/>
            <a:ln w="19050" cap="sq">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46" name="Group 45">
            <a:extLst>
              <a:ext uri="{FF2B5EF4-FFF2-40B4-BE49-F238E27FC236}">
                <a16:creationId xmlns:a16="http://schemas.microsoft.com/office/drawing/2014/main" id="{FFC39C24-0656-F825-6E72-89E9B7DF6954}"/>
              </a:ext>
            </a:extLst>
          </p:cNvPr>
          <p:cNvGrpSpPr/>
          <p:nvPr/>
        </p:nvGrpSpPr>
        <p:grpSpPr>
          <a:xfrm>
            <a:off x="6630428" y="3238500"/>
            <a:ext cx="622298" cy="607896"/>
            <a:chOff x="-2339975" y="1949450"/>
            <a:chExt cx="1303337" cy="1273176"/>
          </a:xfrm>
        </p:grpSpPr>
        <p:sp>
          <p:nvSpPr>
            <p:cNvPr id="31" name="Freeform 18">
              <a:extLst>
                <a:ext uri="{FF2B5EF4-FFF2-40B4-BE49-F238E27FC236}">
                  <a16:creationId xmlns:a16="http://schemas.microsoft.com/office/drawing/2014/main" id="{D05B28FD-C288-059C-3662-D391DF300FC9}"/>
                </a:ext>
              </a:extLst>
            </p:cNvPr>
            <p:cNvSpPr>
              <a:spLocks/>
            </p:cNvSpPr>
            <p:nvPr/>
          </p:nvSpPr>
          <p:spPr bwMode="auto">
            <a:xfrm>
              <a:off x="-2339975" y="2132013"/>
              <a:ext cx="1090613" cy="1090613"/>
            </a:xfrm>
            <a:custGeom>
              <a:avLst/>
              <a:gdLst>
                <a:gd name="T0" fmla="*/ 288 w 288"/>
                <a:gd name="T1" fmla="*/ 132 h 288"/>
                <a:gd name="T2" fmla="*/ 288 w 288"/>
                <a:gd name="T3" fmla="*/ 144 h 288"/>
                <a:gd name="T4" fmla="*/ 144 w 288"/>
                <a:gd name="T5" fmla="*/ 288 h 288"/>
                <a:gd name="T6" fmla="*/ 0 w 288"/>
                <a:gd name="T7" fmla="*/ 144 h 288"/>
                <a:gd name="T8" fmla="*/ 144 w 288"/>
                <a:gd name="T9" fmla="*/ 0 h 288"/>
                <a:gd name="T10" fmla="*/ 172 w 288"/>
                <a:gd name="T11" fmla="*/ 3 h 288"/>
              </a:gdLst>
              <a:ahLst/>
              <a:cxnLst>
                <a:cxn ang="0">
                  <a:pos x="T0" y="T1"/>
                </a:cxn>
                <a:cxn ang="0">
                  <a:pos x="T2" y="T3"/>
                </a:cxn>
                <a:cxn ang="0">
                  <a:pos x="T4" y="T5"/>
                </a:cxn>
                <a:cxn ang="0">
                  <a:pos x="T6" y="T7"/>
                </a:cxn>
                <a:cxn ang="0">
                  <a:pos x="T8" y="T9"/>
                </a:cxn>
                <a:cxn ang="0">
                  <a:pos x="T10" y="T11"/>
                </a:cxn>
              </a:cxnLst>
              <a:rect l="0" t="0" r="r" b="b"/>
              <a:pathLst>
                <a:path w="288" h="288">
                  <a:moveTo>
                    <a:pt x="288" y="132"/>
                  </a:moveTo>
                  <a:cubicBezTo>
                    <a:pt x="288" y="136"/>
                    <a:pt x="288" y="140"/>
                    <a:pt x="288" y="144"/>
                  </a:cubicBezTo>
                  <a:cubicBezTo>
                    <a:pt x="288" y="224"/>
                    <a:pt x="224" y="288"/>
                    <a:pt x="144" y="288"/>
                  </a:cubicBezTo>
                  <a:cubicBezTo>
                    <a:pt x="64" y="288"/>
                    <a:pt x="0" y="224"/>
                    <a:pt x="0" y="144"/>
                  </a:cubicBezTo>
                  <a:cubicBezTo>
                    <a:pt x="0" y="64"/>
                    <a:pt x="64" y="0"/>
                    <a:pt x="144" y="0"/>
                  </a:cubicBezTo>
                  <a:cubicBezTo>
                    <a:pt x="154" y="0"/>
                    <a:pt x="163" y="1"/>
                    <a:pt x="172" y="3"/>
                  </a:cubicBezTo>
                </a:path>
              </a:pathLst>
            </a:custGeom>
            <a:noFill/>
            <a:ln w="19050" cap="flat">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 name="Freeform 19">
              <a:extLst>
                <a:ext uri="{FF2B5EF4-FFF2-40B4-BE49-F238E27FC236}">
                  <a16:creationId xmlns:a16="http://schemas.microsoft.com/office/drawing/2014/main" id="{43EA62FB-CD29-EDB5-364D-DCFB55C46B71}"/>
                </a:ext>
              </a:extLst>
            </p:cNvPr>
            <p:cNvSpPr>
              <a:spLocks/>
            </p:cNvSpPr>
            <p:nvPr/>
          </p:nvSpPr>
          <p:spPr bwMode="auto">
            <a:xfrm>
              <a:off x="-1793875" y="2438400"/>
              <a:ext cx="238125" cy="476250"/>
            </a:xfrm>
            <a:custGeom>
              <a:avLst/>
              <a:gdLst>
                <a:gd name="T0" fmla="*/ 150 w 150"/>
                <a:gd name="T1" fmla="*/ 300 h 300"/>
                <a:gd name="T2" fmla="*/ 0 w 150"/>
                <a:gd name="T3" fmla="*/ 150 h 300"/>
                <a:gd name="T4" fmla="*/ 0 w 150"/>
                <a:gd name="T5" fmla="*/ 0 h 300"/>
              </a:gdLst>
              <a:ahLst/>
              <a:cxnLst>
                <a:cxn ang="0">
                  <a:pos x="T0" y="T1"/>
                </a:cxn>
                <a:cxn ang="0">
                  <a:pos x="T2" y="T3"/>
                </a:cxn>
                <a:cxn ang="0">
                  <a:pos x="T4" y="T5"/>
                </a:cxn>
              </a:cxnLst>
              <a:rect l="0" t="0" r="r" b="b"/>
              <a:pathLst>
                <a:path w="150" h="300">
                  <a:moveTo>
                    <a:pt x="150" y="300"/>
                  </a:moveTo>
                  <a:lnTo>
                    <a:pt x="0" y="150"/>
                  </a:lnTo>
                  <a:lnTo>
                    <a:pt x="0" y="0"/>
                  </a:lnTo>
                </a:path>
              </a:pathLst>
            </a:custGeom>
            <a:noFill/>
            <a:ln w="19050" cap="flat">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 name="Line 20">
              <a:extLst>
                <a:ext uri="{FF2B5EF4-FFF2-40B4-BE49-F238E27FC236}">
                  <a16:creationId xmlns:a16="http://schemas.microsoft.com/office/drawing/2014/main" id="{25C48C4C-EE95-98F6-8B1A-5D6E007124DB}"/>
                </a:ext>
              </a:extLst>
            </p:cNvPr>
            <p:cNvSpPr>
              <a:spLocks noChangeShapeType="1"/>
            </p:cNvSpPr>
            <p:nvPr/>
          </p:nvSpPr>
          <p:spPr bwMode="auto">
            <a:xfrm>
              <a:off x="-1793875" y="2233613"/>
              <a:ext cx="0" cy="68263"/>
            </a:xfrm>
            <a:prstGeom prst="line">
              <a:avLst/>
            </a:prstGeom>
            <a:noFill/>
            <a:ln w="19050" cap="flat">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 name="Line 21">
              <a:extLst>
                <a:ext uri="{FF2B5EF4-FFF2-40B4-BE49-F238E27FC236}">
                  <a16:creationId xmlns:a16="http://schemas.microsoft.com/office/drawing/2014/main" id="{98D70AA4-0613-C144-31F5-353381921188}"/>
                </a:ext>
              </a:extLst>
            </p:cNvPr>
            <p:cNvSpPr>
              <a:spLocks noChangeShapeType="1"/>
            </p:cNvSpPr>
            <p:nvPr/>
          </p:nvSpPr>
          <p:spPr bwMode="auto">
            <a:xfrm flipH="1">
              <a:off x="-1419225" y="2676525"/>
              <a:ext cx="68263" cy="0"/>
            </a:xfrm>
            <a:prstGeom prst="line">
              <a:avLst/>
            </a:prstGeom>
            <a:noFill/>
            <a:ln w="19050" cap="flat">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 name="Line 22">
              <a:extLst>
                <a:ext uri="{FF2B5EF4-FFF2-40B4-BE49-F238E27FC236}">
                  <a16:creationId xmlns:a16="http://schemas.microsoft.com/office/drawing/2014/main" id="{A37E9071-5D03-B82D-82B8-7C2A0A738350}"/>
                </a:ext>
              </a:extLst>
            </p:cNvPr>
            <p:cNvSpPr>
              <a:spLocks noChangeShapeType="1"/>
            </p:cNvSpPr>
            <p:nvPr/>
          </p:nvSpPr>
          <p:spPr bwMode="auto">
            <a:xfrm flipV="1">
              <a:off x="-1793875" y="3051175"/>
              <a:ext cx="0" cy="68263"/>
            </a:xfrm>
            <a:prstGeom prst="line">
              <a:avLst/>
            </a:prstGeom>
            <a:noFill/>
            <a:ln w="19050" cap="flat">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 name="Line 23">
              <a:extLst>
                <a:ext uri="{FF2B5EF4-FFF2-40B4-BE49-F238E27FC236}">
                  <a16:creationId xmlns:a16="http://schemas.microsoft.com/office/drawing/2014/main" id="{0D07EA91-2405-E565-668B-5841575ADEA3}"/>
                </a:ext>
              </a:extLst>
            </p:cNvPr>
            <p:cNvSpPr>
              <a:spLocks noChangeShapeType="1"/>
            </p:cNvSpPr>
            <p:nvPr/>
          </p:nvSpPr>
          <p:spPr bwMode="auto">
            <a:xfrm>
              <a:off x="-2236788" y="2676525"/>
              <a:ext cx="68263" cy="0"/>
            </a:xfrm>
            <a:prstGeom prst="line">
              <a:avLst/>
            </a:prstGeom>
            <a:noFill/>
            <a:ln w="19050" cap="flat">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nvGrpSpPr>
            <p:cNvPr id="45" name="Group 44">
              <a:extLst>
                <a:ext uri="{FF2B5EF4-FFF2-40B4-BE49-F238E27FC236}">
                  <a16:creationId xmlns:a16="http://schemas.microsoft.com/office/drawing/2014/main" id="{1B5EB505-88C5-8B04-6AC2-EC66346FD799}"/>
                </a:ext>
              </a:extLst>
            </p:cNvPr>
            <p:cNvGrpSpPr/>
            <p:nvPr/>
          </p:nvGrpSpPr>
          <p:grpSpPr>
            <a:xfrm>
              <a:off x="-1643063" y="1949450"/>
              <a:ext cx="606425" cy="606425"/>
              <a:chOff x="-1643063" y="1949450"/>
              <a:chExt cx="606425" cy="606425"/>
            </a:xfrm>
          </p:grpSpPr>
          <p:sp>
            <p:nvSpPr>
              <p:cNvPr id="37" name="Oval 24">
                <a:extLst>
                  <a:ext uri="{FF2B5EF4-FFF2-40B4-BE49-F238E27FC236}">
                    <a16:creationId xmlns:a16="http://schemas.microsoft.com/office/drawing/2014/main" id="{CE6F124A-9022-02AB-9EC5-DD663BB81C6A}"/>
                  </a:ext>
                </a:extLst>
              </p:cNvPr>
              <p:cNvSpPr>
                <a:spLocks noChangeArrowheads="1"/>
              </p:cNvSpPr>
              <p:nvPr/>
            </p:nvSpPr>
            <p:spPr bwMode="auto">
              <a:xfrm>
                <a:off x="-1643063" y="1949450"/>
                <a:ext cx="606425" cy="606425"/>
              </a:xfrm>
              <a:prstGeom prst="ellipse">
                <a:avLst/>
              </a:prstGeom>
              <a:noFill/>
              <a:ln w="19050" cap="flat">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nvGrpSpPr>
              <p:cNvPr id="44" name="Group 43">
                <a:extLst>
                  <a:ext uri="{FF2B5EF4-FFF2-40B4-BE49-F238E27FC236}">
                    <a16:creationId xmlns:a16="http://schemas.microsoft.com/office/drawing/2014/main" id="{C1C2E0A5-1647-FA9D-CBCE-7B336F939240}"/>
                  </a:ext>
                </a:extLst>
              </p:cNvPr>
              <p:cNvGrpSpPr/>
              <p:nvPr/>
            </p:nvGrpSpPr>
            <p:grpSpPr>
              <a:xfrm>
                <a:off x="-1462208" y="2103989"/>
                <a:ext cx="244714" cy="297345"/>
                <a:chOff x="-2108993" y="-143404"/>
                <a:chExt cx="863600" cy="1049337"/>
              </a:xfrm>
            </p:grpSpPr>
            <p:grpSp>
              <p:nvGrpSpPr>
                <p:cNvPr id="43" name="Group 42">
                  <a:extLst>
                    <a:ext uri="{FF2B5EF4-FFF2-40B4-BE49-F238E27FC236}">
                      <a16:creationId xmlns:a16="http://schemas.microsoft.com/office/drawing/2014/main" id="{498439FC-916C-45C8-142A-01E795F613FD}"/>
                    </a:ext>
                  </a:extLst>
                </p:cNvPr>
                <p:cNvGrpSpPr/>
                <p:nvPr/>
              </p:nvGrpSpPr>
              <p:grpSpPr>
                <a:xfrm>
                  <a:off x="-2108993" y="474133"/>
                  <a:ext cx="863600" cy="431800"/>
                  <a:chOff x="-2108993" y="474133"/>
                  <a:chExt cx="863600" cy="431800"/>
                </a:xfrm>
              </p:grpSpPr>
              <p:cxnSp>
                <p:nvCxnSpPr>
                  <p:cNvPr id="39" name="Straight Connector 38">
                    <a:extLst>
                      <a:ext uri="{FF2B5EF4-FFF2-40B4-BE49-F238E27FC236}">
                        <a16:creationId xmlns:a16="http://schemas.microsoft.com/office/drawing/2014/main" id="{5FCA3591-0AEF-5EE5-E7FD-F668DCF80C9C}"/>
                      </a:ext>
                    </a:extLst>
                  </p:cNvPr>
                  <p:cNvCxnSpPr/>
                  <p:nvPr/>
                </p:nvCxnSpPr>
                <p:spPr>
                  <a:xfrm>
                    <a:off x="-2108993" y="474133"/>
                    <a:ext cx="431800" cy="431800"/>
                  </a:xfrm>
                  <a:prstGeom prst="line">
                    <a:avLst/>
                  </a:pr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cxnSp>
              <p:cxnSp>
                <p:nvCxnSpPr>
                  <p:cNvPr id="40" name="Straight Connector 39">
                    <a:extLst>
                      <a:ext uri="{FF2B5EF4-FFF2-40B4-BE49-F238E27FC236}">
                        <a16:creationId xmlns:a16="http://schemas.microsoft.com/office/drawing/2014/main" id="{55DBED64-0476-3660-650F-42E6B8A25E03}"/>
                      </a:ext>
                    </a:extLst>
                  </p:cNvPr>
                  <p:cNvCxnSpPr>
                    <a:cxnSpLocks/>
                  </p:cNvCxnSpPr>
                  <p:nvPr/>
                </p:nvCxnSpPr>
                <p:spPr>
                  <a:xfrm flipH="1">
                    <a:off x="-1677193" y="474133"/>
                    <a:ext cx="431800" cy="431800"/>
                  </a:xfrm>
                  <a:prstGeom prst="line">
                    <a:avLst/>
                  </a:pr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cxnSp>
            </p:grpSp>
            <p:cxnSp>
              <p:nvCxnSpPr>
                <p:cNvPr id="42" name="Straight Connector 41">
                  <a:extLst>
                    <a:ext uri="{FF2B5EF4-FFF2-40B4-BE49-F238E27FC236}">
                      <a16:creationId xmlns:a16="http://schemas.microsoft.com/office/drawing/2014/main" id="{BCBDD446-E6F4-1BC6-C4AA-FA4C9928CE40}"/>
                    </a:ext>
                  </a:extLst>
                </p:cNvPr>
                <p:cNvCxnSpPr>
                  <a:cxnSpLocks/>
                </p:cNvCxnSpPr>
                <p:nvPr/>
              </p:nvCxnSpPr>
              <p:spPr>
                <a:xfrm>
                  <a:off x="-1677193" y="-143404"/>
                  <a:ext cx="0" cy="1027112"/>
                </a:xfrm>
                <a:prstGeom prst="line">
                  <a:avLst/>
                </a:pr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cxnSp>
          </p:grpSp>
        </p:grpSp>
      </p:grpSp>
      <p:grpSp>
        <p:nvGrpSpPr>
          <p:cNvPr id="83" name="Group 82">
            <a:extLst>
              <a:ext uri="{FF2B5EF4-FFF2-40B4-BE49-F238E27FC236}">
                <a16:creationId xmlns:a16="http://schemas.microsoft.com/office/drawing/2014/main" id="{2CCB32C7-D8D8-F2F7-92F6-09286EC67E56}"/>
              </a:ext>
            </a:extLst>
          </p:cNvPr>
          <p:cNvGrpSpPr/>
          <p:nvPr/>
        </p:nvGrpSpPr>
        <p:grpSpPr>
          <a:xfrm>
            <a:off x="6628817" y="4552668"/>
            <a:ext cx="670575" cy="611912"/>
            <a:chOff x="13469938" y="3018532"/>
            <a:chExt cx="1084806" cy="989906"/>
          </a:xfrm>
        </p:grpSpPr>
        <p:grpSp>
          <p:nvGrpSpPr>
            <p:cNvPr id="59" name="Group 58">
              <a:extLst>
                <a:ext uri="{FF2B5EF4-FFF2-40B4-BE49-F238E27FC236}">
                  <a16:creationId xmlns:a16="http://schemas.microsoft.com/office/drawing/2014/main" id="{312A5D91-3470-3DD1-DA2B-9382CEC62B52}"/>
                </a:ext>
              </a:extLst>
            </p:cNvPr>
            <p:cNvGrpSpPr/>
            <p:nvPr/>
          </p:nvGrpSpPr>
          <p:grpSpPr>
            <a:xfrm>
              <a:off x="13469938" y="3254375"/>
              <a:ext cx="614363" cy="754063"/>
              <a:chOff x="13469938" y="3254375"/>
              <a:chExt cx="614363" cy="754063"/>
            </a:xfrm>
          </p:grpSpPr>
          <p:sp>
            <p:nvSpPr>
              <p:cNvPr id="53" name="Freeform 30">
                <a:extLst>
                  <a:ext uri="{FF2B5EF4-FFF2-40B4-BE49-F238E27FC236}">
                    <a16:creationId xmlns:a16="http://schemas.microsoft.com/office/drawing/2014/main" id="{ACF91ABC-D797-3053-07DF-A163722AF5AA}"/>
                  </a:ext>
                </a:extLst>
              </p:cNvPr>
              <p:cNvSpPr>
                <a:spLocks noEditPoints="1"/>
              </p:cNvSpPr>
              <p:nvPr/>
            </p:nvSpPr>
            <p:spPr bwMode="auto">
              <a:xfrm>
                <a:off x="13482638" y="3254375"/>
                <a:ext cx="558800" cy="754063"/>
              </a:xfrm>
              <a:custGeom>
                <a:avLst/>
                <a:gdLst>
                  <a:gd name="T0" fmla="*/ 103 w 148"/>
                  <a:gd name="T1" fmla="*/ 34 h 199"/>
                  <a:gd name="T2" fmla="*/ 126 w 148"/>
                  <a:gd name="T3" fmla="*/ 4 h 199"/>
                  <a:gd name="T4" fmla="*/ 88 w 148"/>
                  <a:gd name="T5" fmla="*/ 12 h 199"/>
                  <a:gd name="T6" fmla="*/ 69 w 148"/>
                  <a:gd name="T7" fmla="*/ 0 h 199"/>
                  <a:gd name="T8" fmla="*/ 58 w 148"/>
                  <a:gd name="T9" fmla="*/ 12 h 199"/>
                  <a:gd name="T10" fmla="*/ 17 w 148"/>
                  <a:gd name="T11" fmla="*/ 4 h 199"/>
                  <a:gd name="T12" fmla="*/ 42 w 148"/>
                  <a:gd name="T13" fmla="*/ 34 h 199"/>
                  <a:gd name="T14" fmla="*/ 103 w 148"/>
                  <a:gd name="T15" fmla="*/ 34 h 199"/>
                  <a:gd name="T16" fmla="*/ 74 w 148"/>
                  <a:gd name="T17" fmla="*/ 199 h 199"/>
                  <a:gd name="T18" fmla="*/ 148 w 148"/>
                  <a:gd name="T19" fmla="*/ 133 h 199"/>
                  <a:gd name="T20" fmla="*/ 103 w 148"/>
                  <a:gd name="T21" fmla="*/ 60 h 199"/>
                  <a:gd name="T22" fmla="*/ 74 w 148"/>
                  <a:gd name="T23" fmla="*/ 60 h 199"/>
                  <a:gd name="T24" fmla="*/ 45 w 148"/>
                  <a:gd name="T25" fmla="*/ 60 h 199"/>
                  <a:gd name="T26" fmla="*/ 0 w 148"/>
                  <a:gd name="T27" fmla="*/ 133 h 199"/>
                  <a:gd name="T28" fmla="*/ 74 w 148"/>
                  <a:gd name="T29"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8" h="199">
                    <a:moveTo>
                      <a:pt x="103" y="34"/>
                    </a:moveTo>
                    <a:cubicBezTo>
                      <a:pt x="126" y="4"/>
                      <a:pt x="126" y="4"/>
                      <a:pt x="126" y="4"/>
                    </a:cubicBezTo>
                    <a:cubicBezTo>
                      <a:pt x="88" y="12"/>
                      <a:pt x="88" y="12"/>
                      <a:pt x="88" y="12"/>
                    </a:cubicBezTo>
                    <a:cubicBezTo>
                      <a:pt x="69" y="0"/>
                      <a:pt x="69" y="0"/>
                      <a:pt x="69" y="0"/>
                    </a:cubicBezTo>
                    <a:cubicBezTo>
                      <a:pt x="69" y="0"/>
                      <a:pt x="59" y="12"/>
                      <a:pt x="58" y="12"/>
                    </a:cubicBezTo>
                    <a:cubicBezTo>
                      <a:pt x="17" y="4"/>
                      <a:pt x="17" y="4"/>
                      <a:pt x="17" y="4"/>
                    </a:cubicBezTo>
                    <a:cubicBezTo>
                      <a:pt x="42" y="34"/>
                      <a:pt x="42" y="34"/>
                      <a:pt x="42" y="34"/>
                    </a:cubicBezTo>
                    <a:lnTo>
                      <a:pt x="103" y="34"/>
                    </a:lnTo>
                    <a:close/>
                    <a:moveTo>
                      <a:pt x="74" y="199"/>
                    </a:moveTo>
                    <a:cubicBezTo>
                      <a:pt x="120" y="199"/>
                      <a:pt x="148" y="173"/>
                      <a:pt x="148" y="133"/>
                    </a:cubicBezTo>
                    <a:cubicBezTo>
                      <a:pt x="148" y="88"/>
                      <a:pt x="109" y="64"/>
                      <a:pt x="103" y="60"/>
                    </a:cubicBezTo>
                    <a:cubicBezTo>
                      <a:pt x="74" y="60"/>
                      <a:pt x="74" y="60"/>
                      <a:pt x="74" y="60"/>
                    </a:cubicBezTo>
                    <a:cubicBezTo>
                      <a:pt x="45" y="60"/>
                      <a:pt x="45" y="60"/>
                      <a:pt x="45" y="60"/>
                    </a:cubicBezTo>
                    <a:cubicBezTo>
                      <a:pt x="39" y="64"/>
                      <a:pt x="0" y="88"/>
                      <a:pt x="0" y="133"/>
                    </a:cubicBezTo>
                    <a:cubicBezTo>
                      <a:pt x="0" y="173"/>
                      <a:pt x="28" y="199"/>
                      <a:pt x="74" y="199"/>
                    </a:cubicBezTo>
                    <a:close/>
                  </a:path>
                </a:pathLst>
              </a:custGeom>
              <a:noFill/>
              <a:ln w="190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 name="Freeform 31">
                <a:extLst>
                  <a:ext uri="{FF2B5EF4-FFF2-40B4-BE49-F238E27FC236}">
                    <a16:creationId xmlns:a16="http://schemas.microsoft.com/office/drawing/2014/main" id="{5AB10077-118F-F69D-4BD3-261256D04E1E}"/>
                  </a:ext>
                </a:extLst>
              </p:cNvPr>
              <p:cNvSpPr>
                <a:spLocks/>
              </p:cNvSpPr>
              <p:nvPr/>
            </p:nvSpPr>
            <p:spPr bwMode="auto">
              <a:xfrm>
                <a:off x="13693776" y="3576638"/>
                <a:ext cx="158750" cy="317500"/>
              </a:xfrm>
              <a:custGeom>
                <a:avLst/>
                <a:gdLst>
                  <a:gd name="T0" fmla="*/ 0 w 42"/>
                  <a:gd name="T1" fmla="*/ 63 h 84"/>
                  <a:gd name="T2" fmla="*/ 21 w 42"/>
                  <a:gd name="T3" fmla="*/ 84 h 84"/>
                  <a:gd name="T4" fmla="*/ 42 w 42"/>
                  <a:gd name="T5" fmla="*/ 63 h 84"/>
                  <a:gd name="T6" fmla="*/ 21 w 42"/>
                  <a:gd name="T7" fmla="*/ 42 h 84"/>
                  <a:gd name="T8" fmla="*/ 0 w 42"/>
                  <a:gd name="T9" fmla="*/ 21 h 84"/>
                  <a:gd name="T10" fmla="*/ 21 w 42"/>
                  <a:gd name="T11" fmla="*/ 0 h 84"/>
                  <a:gd name="T12" fmla="*/ 42 w 42"/>
                  <a:gd name="T13" fmla="*/ 21 h 84"/>
                </a:gdLst>
                <a:ahLst/>
                <a:cxnLst>
                  <a:cxn ang="0">
                    <a:pos x="T0" y="T1"/>
                  </a:cxn>
                  <a:cxn ang="0">
                    <a:pos x="T2" y="T3"/>
                  </a:cxn>
                  <a:cxn ang="0">
                    <a:pos x="T4" y="T5"/>
                  </a:cxn>
                  <a:cxn ang="0">
                    <a:pos x="T6" y="T7"/>
                  </a:cxn>
                  <a:cxn ang="0">
                    <a:pos x="T8" y="T9"/>
                  </a:cxn>
                  <a:cxn ang="0">
                    <a:pos x="T10" y="T11"/>
                  </a:cxn>
                  <a:cxn ang="0">
                    <a:pos x="T12" y="T13"/>
                  </a:cxn>
                </a:cxnLst>
                <a:rect l="0" t="0" r="r" b="b"/>
                <a:pathLst>
                  <a:path w="42" h="84">
                    <a:moveTo>
                      <a:pt x="0" y="63"/>
                    </a:moveTo>
                    <a:cubicBezTo>
                      <a:pt x="0" y="75"/>
                      <a:pt x="9" y="84"/>
                      <a:pt x="21" y="84"/>
                    </a:cubicBezTo>
                    <a:cubicBezTo>
                      <a:pt x="32" y="84"/>
                      <a:pt x="42" y="75"/>
                      <a:pt x="42" y="63"/>
                    </a:cubicBezTo>
                    <a:cubicBezTo>
                      <a:pt x="42" y="51"/>
                      <a:pt x="32" y="44"/>
                      <a:pt x="21" y="42"/>
                    </a:cubicBezTo>
                    <a:cubicBezTo>
                      <a:pt x="9" y="40"/>
                      <a:pt x="0" y="32"/>
                      <a:pt x="0" y="21"/>
                    </a:cubicBezTo>
                    <a:cubicBezTo>
                      <a:pt x="0" y="9"/>
                      <a:pt x="9" y="0"/>
                      <a:pt x="21" y="0"/>
                    </a:cubicBezTo>
                    <a:cubicBezTo>
                      <a:pt x="32" y="0"/>
                      <a:pt x="42" y="9"/>
                      <a:pt x="42" y="21"/>
                    </a:cubicBezTo>
                  </a:path>
                </a:pathLst>
              </a:custGeom>
              <a:noFill/>
              <a:ln w="190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 name="Line 32">
                <a:extLst>
                  <a:ext uri="{FF2B5EF4-FFF2-40B4-BE49-F238E27FC236}">
                    <a16:creationId xmlns:a16="http://schemas.microsoft.com/office/drawing/2014/main" id="{B841A370-1B05-F8DE-9E7E-BAA99F517E3A}"/>
                  </a:ext>
                </a:extLst>
              </p:cNvPr>
              <p:cNvSpPr>
                <a:spLocks noChangeShapeType="1"/>
              </p:cNvSpPr>
              <p:nvPr/>
            </p:nvSpPr>
            <p:spPr bwMode="auto">
              <a:xfrm>
                <a:off x="13773151" y="3530600"/>
                <a:ext cx="0" cy="420688"/>
              </a:xfrm>
              <a:prstGeom prst="line">
                <a:avLst/>
              </a:prstGeom>
              <a:noFill/>
              <a:ln w="19050"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 name="Freeform 33">
                <a:extLst>
                  <a:ext uri="{FF2B5EF4-FFF2-40B4-BE49-F238E27FC236}">
                    <a16:creationId xmlns:a16="http://schemas.microsoft.com/office/drawing/2014/main" id="{2E63D943-2E54-DD95-673A-9D4B71A6E963}"/>
                  </a:ext>
                </a:extLst>
              </p:cNvPr>
              <p:cNvSpPr>
                <a:spLocks/>
              </p:cNvSpPr>
              <p:nvPr/>
            </p:nvSpPr>
            <p:spPr bwMode="auto">
              <a:xfrm>
                <a:off x="13625513" y="3349625"/>
                <a:ext cx="458788" cy="101600"/>
              </a:xfrm>
              <a:custGeom>
                <a:avLst/>
                <a:gdLst>
                  <a:gd name="T0" fmla="*/ 0 w 121"/>
                  <a:gd name="T1" fmla="*/ 22 h 27"/>
                  <a:gd name="T2" fmla="*/ 79 w 121"/>
                  <a:gd name="T3" fmla="*/ 22 h 27"/>
                  <a:gd name="T4" fmla="*/ 97 w 121"/>
                  <a:gd name="T5" fmla="*/ 14 h 27"/>
                  <a:gd name="T6" fmla="*/ 121 w 121"/>
                  <a:gd name="T7" fmla="*/ 9 h 27"/>
                </a:gdLst>
                <a:ahLst/>
                <a:cxnLst>
                  <a:cxn ang="0">
                    <a:pos x="T0" y="T1"/>
                  </a:cxn>
                  <a:cxn ang="0">
                    <a:pos x="T2" y="T3"/>
                  </a:cxn>
                  <a:cxn ang="0">
                    <a:pos x="T4" y="T5"/>
                  </a:cxn>
                  <a:cxn ang="0">
                    <a:pos x="T6" y="T7"/>
                  </a:cxn>
                </a:cxnLst>
                <a:rect l="0" t="0" r="r" b="b"/>
                <a:pathLst>
                  <a:path w="121" h="27">
                    <a:moveTo>
                      <a:pt x="0" y="22"/>
                    </a:moveTo>
                    <a:cubicBezTo>
                      <a:pt x="79" y="22"/>
                      <a:pt x="79" y="22"/>
                      <a:pt x="79" y="22"/>
                    </a:cubicBezTo>
                    <a:cubicBezTo>
                      <a:pt x="79" y="22"/>
                      <a:pt x="88" y="0"/>
                      <a:pt x="97" y="14"/>
                    </a:cubicBezTo>
                    <a:cubicBezTo>
                      <a:pt x="104" y="27"/>
                      <a:pt x="121" y="21"/>
                      <a:pt x="121" y="9"/>
                    </a:cubicBezTo>
                  </a:path>
                </a:pathLst>
              </a:custGeom>
              <a:noFill/>
              <a:ln w="19050"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 name="Line 34">
                <a:extLst>
                  <a:ext uri="{FF2B5EF4-FFF2-40B4-BE49-F238E27FC236}">
                    <a16:creationId xmlns:a16="http://schemas.microsoft.com/office/drawing/2014/main" id="{96A301E8-3851-7351-4E03-BDD8D745E6A3}"/>
                  </a:ext>
                </a:extLst>
              </p:cNvPr>
              <p:cNvSpPr>
                <a:spLocks noChangeShapeType="1"/>
              </p:cNvSpPr>
              <p:nvPr/>
            </p:nvSpPr>
            <p:spPr bwMode="auto">
              <a:xfrm>
                <a:off x="13469938" y="3541713"/>
                <a:ext cx="0" cy="0"/>
              </a:xfrm>
              <a:prstGeom prst="line">
                <a:avLst/>
              </a:prstGeom>
              <a:noFill/>
              <a:ln w="19050" cap="flat">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 name="Line 35">
                <a:extLst>
                  <a:ext uri="{FF2B5EF4-FFF2-40B4-BE49-F238E27FC236}">
                    <a16:creationId xmlns:a16="http://schemas.microsoft.com/office/drawing/2014/main" id="{70E274A7-466F-C848-7D14-CF5911619EE7}"/>
                  </a:ext>
                </a:extLst>
              </p:cNvPr>
              <p:cNvSpPr>
                <a:spLocks noChangeShapeType="1"/>
              </p:cNvSpPr>
              <p:nvPr/>
            </p:nvSpPr>
            <p:spPr bwMode="auto">
              <a:xfrm>
                <a:off x="13469938" y="3541713"/>
                <a:ext cx="0" cy="0"/>
              </a:xfrm>
              <a:prstGeom prst="line">
                <a:avLst/>
              </a:prstGeom>
              <a:noFill/>
              <a:ln w="19050" cap="flat">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60" name="Group 59">
              <a:extLst>
                <a:ext uri="{FF2B5EF4-FFF2-40B4-BE49-F238E27FC236}">
                  <a16:creationId xmlns:a16="http://schemas.microsoft.com/office/drawing/2014/main" id="{B3093D52-C071-9C24-F479-7B51E84B178D}"/>
                </a:ext>
              </a:extLst>
            </p:cNvPr>
            <p:cNvGrpSpPr/>
            <p:nvPr/>
          </p:nvGrpSpPr>
          <p:grpSpPr>
            <a:xfrm>
              <a:off x="14202848" y="3576524"/>
              <a:ext cx="351896" cy="431914"/>
              <a:chOff x="13469938" y="3254375"/>
              <a:chExt cx="614363" cy="754063"/>
            </a:xfrm>
          </p:grpSpPr>
          <p:sp>
            <p:nvSpPr>
              <p:cNvPr id="61" name="Freeform 30">
                <a:extLst>
                  <a:ext uri="{FF2B5EF4-FFF2-40B4-BE49-F238E27FC236}">
                    <a16:creationId xmlns:a16="http://schemas.microsoft.com/office/drawing/2014/main" id="{C5AC33C2-7D0E-8D2A-970E-4B8CB8B3EAE6}"/>
                  </a:ext>
                </a:extLst>
              </p:cNvPr>
              <p:cNvSpPr>
                <a:spLocks noEditPoints="1"/>
              </p:cNvSpPr>
              <p:nvPr/>
            </p:nvSpPr>
            <p:spPr bwMode="auto">
              <a:xfrm>
                <a:off x="13482638" y="3254375"/>
                <a:ext cx="558800" cy="754063"/>
              </a:xfrm>
              <a:custGeom>
                <a:avLst/>
                <a:gdLst>
                  <a:gd name="T0" fmla="*/ 103 w 148"/>
                  <a:gd name="T1" fmla="*/ 34 h 199"/>
                  <a:gd name="T2" fmla="*/ 126 w 148"/>
                  <a:gd name="T3" fmla="*/ 4 h 199"/>
                  <a:gd name="T4" fmla="*/ 88 w 148"/>
                  <a:gd name="T5" fmla="*/ 12 h 199"/>
                  <a:gd name="T6" fmla="*/ 69 w 148"/>
                  <a:gd name="T7" fmla="*/ 0 h 199"/>
                  <a:gd name="T8" fmla="*/ 58 w 148"/>
                  <a:gd name="T9" fmla="*/ 12 h 199"/>
                  <a:gd name="T10" fmla="*/ 17 w 148"/>
                  <a:gd name="T11" fmla="*/ 4 h 199"/>
                  <a:gd name="T12" fmla="*/ 42 w 148"/>
                  <a:gd name="T13" fmla="*/ 34 h 199"/>
                  <a:gd name="T14" fmla="*/ 103 w 148"/>
                  <a:gd name="T15" fmla="*/ 34 h 199"/>
                  <a:gd name="T16" fmla="*/ 74 w 148"/>
                  <a:gd name="T17" fmla="*/ 199 h 199"/>
                  <a:gd name="T18" fmla="*/ 148 w 148"/>
                  <a:gd name="T19" fmla="*/ 133 h 199"/>
                  <a:gd name="T20" fmla="*/ 103 w 148"/>
                  <a:gd name="T21" fmla="*/ 60 h 199"/>
                  <a:gd name="T22" fmla="*/ 74 w 148"/>
                  <a:gd name="T23" fmla="*/ 60 h 199"/>
                  <a:gd name="T24" fmla="*/ 45 w 148"/>
                  <a:gd name="T25" fmla="*/ 60 h 199"/>
                  <a:gd name="T26" fmla="*/ 0 w 148"/>
                  <a:gd name="T27" fmla="*/ 133 h 199"/>
                  <a:gd name="T28" fmla="*/ 74 w 148"/>
                  <a:gd name="T29" fmla="*/ 19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8" h="199">
                    <a:moveTo>
                      <a:pt x="103" y="34"/>
                    </a:moveTo>
                    <a:cubicBezTo>
                      <a:pt x="126" y="4"/>
                      <a:pt x="126" y="4"/>
                      <a:pt x="126" y="4"/>
                    </a:cubicBezTo>
                    <a:cubicBezTo>
                      <a:pt x="88" y="12"/>
                      <a:pt x="88" y="12"/>
                      <a:pt x="88" y="12"/>
                    </a:cubicBezTo>
                    <a:cubicBezTo>
                      <a:pt x="69" y="0"/>
                      <a:pt x="69" y="0"/>
                      <a:pt x="69" y="0"/>
                    </a:cubicBezTo>
                    <a:cubicBezTo>
                      <a:pt x="69" y="0"/>
                      <a:pt x="59" y="12"/>
                      <a:pt x="58" y="12"/>
                    </a:cubicBezTo>
                    <a:cubicBezTo>
                      <a:pt x="17" y="4"/>
                      <a:pt x="17" y="4"/>
                      <a:pt x="17" y="4"/>
                    </a:cubicBezTo>
                    <a:cubicBezTo>
                      <a:pt x="42" y="34"/>
                      <a:pt x="42" y="34"/>
                      <a:pt x="42" y="34"/>
                    </a:cubicBezTo>
                    <a:lnTo>
                      <a:pt x="103" y="34"/>
                    </a:lnTo>
                    <a:close/>
                    <a:moveTo>
                      <a:pt x="74" y="199"/>
                    </a:moveTo>
                    <a:cubicBezTo>
                      <a:pt x="120" y="199"/>
                      <a:pt x="148" y="173"/>
                      <a:pt x="148" y="133"/>
                    </a:cubicBezTo>
                    <a:cubicBezTo>
                      <a:pt x="148" y="88"/>
                      <a:pt x="109" y="64"/>
                      <a:pt x="103" y="60"/>
                    </a:cubicBezTo>
                    <a:cubicBezTo>
                      <a:pt x="74" y="60"/>
                      <a:pt x="74" y="60"/>
                      <a:pt x="74" y="60"/>
                    </a:cubicBezTo>
                    <a:cubicBezTo>
                      <a:pt x="45" y="60"/>
                      <a:pt x="45" y="60"/>
                      <a:pt x="45" y="60"/>
                    </a:cubicBezTo>
                    <a:cubicBezTo>
                      <a:pt x="39" y="64"/>
                      <a:pt x="0" y="88"/>
                      <a:pt x="0" y="133"/>
                    </a:cubicBezTo>
                    <a:cubicBezTo>
                      <a:pt x="0" y="173"/>
                      <a:pt x="28" y="199"/>
                      <a:pt x="74" y="199"/>
                    </a:cubicBezTo>
                    <a:close/>
                  </a:path>
                </a:pathLst>
              </a:custGeom>
              <a:noFill/>
              <a:ln w="158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 name="Freeform 31">
                <a:extLst>
                  <a:ext uri="{FF2B5EF4-FFF2-40B4-BE49-F238E27FC236}">
                    <a16:creationId xmlns:a16="http://schemas.microsoft.com/office/drawing/2014/main" id="{E9268F2A-54CA-8BAC-5354-9623C86172CD}"/>
                  </a:ext>
                </a:extLst>
              </p:cNvPr>
              <p:cNvSpPr>
                <a:spLocks/>
              </p:cNvSpPr>
              <p:nvPr/>
            </p:nvSpPr>
            <p:spPr bwMode="auto">
              <a:xfrm>
                <a:off x="13693776" y="3576638"/>
                <a:ext cx="158750" cy="317500"/>
              </a:xfrm>
              <a:custGeom>
                <a:avLst/>
                <a:gdLst>
                  <a:gd name="T0" fmla="*/ 0 w 42"/>
                  <a:gd name="T1" fmla="*/ 63 h 84"/>
                  <a:gd name="T2" fmla="*/ 21 w 42"/>
                  <a:gd name="T3" fmla="*/ 84 h 84"/>
                  <a:gd name="T4" fmla="*/ 42 w 42"/>
                  <a:gd name="T5" fmla="*/ 63 h 84"/>
                  <a:gd name="T6" fmla="*/ 21 w 42"/>
                  <a:gd name="T7" fmla="*/ 42 h 84"/>
                  <a:gd name="T8" fmla="*/ 0 w 42"/>
                  <a:gd name="T9" fmla="*/ 21 h 84"/>
                  <a:gd name="T10" fmla="*/ 21 w 42"/>
                  <a:gd name="T11" fmla="*/ 0 h 84"/>
                  <a:gd name="T12" fmla="*/ 42 w 42"/>
                  <a:gd name="T13" fmla="*/ 21 h 84"/>
                </a:gdLst>
                <a:ahLst/>
                <a:cxnLst>
                  <a:cxn ang="0">
                    <a:pos x="T0" y="T1"/>
                  </a:cxn>
                  <a:cxn ang="0">
                    <a:pos x="T2" y="T3"/>
                  </a:cxn>
                  <a:cxn ang="0">
                    <a:pos x="T4" y="T5"/>
                  </a:cxn>
                  <a:cxn ang="0">
                    <a:pos x="T6" y="T7"/>
                  </a:cxn>
                  <a:cxn ang="0">
                    <a:pos x="T8" y="T9"/>
                  </a:cxn>
                  <a:cxn ang="0">
                    <a:pos x="T10" y="T11"/>
                  </a:cxn>
                  <a:cxn ang="0">
                    <a:pos x="T12" y="T13"/>
                  </a:cxn>
                </a:cxnLst>
                <a:rect l="0" t="0" r="r" b="b"/>
                <a:pathLst>
                  <a:path w="42" h="84">
                    <a:moveTo>
                      <a:pt x="0" y="63"/>
                    </a:moveTo>
                    <a:cubicBezTo>
                      <a:pt x="0" y="75"/>
                      <a:pt x="9" y="84"/>
                      <a:pt x="21" y="84"/>
                    </a:cubicBezTo>
                    <a:cubicBezTo>
                      <a:pt x="32" y="84"/>
                      <a:pt x="42" y="75"/>
                      <a:pt x="42" y="63"/>
                    </a:cubicBezTo>
                    <a:cubicBezTo>
                      <a:pt x="42" y="51"/>
                      <a:pt x="32" y="44"/>
                      <a:pt x="21" y="42"/>
                    </a:cubicBezTo>
                    <a:cubicBezTo>
                      <a:pt x="9" y="40"/>
                      <a:pt x="0" y="32"/>
                      <a:pt x="0" y="21"/>
                    </a:cubicBezTo>
                    <a:cubicBezTo>
                      <a:pt x="0" y="9"/>
                      <a:pt x="9" y="0"/>
                      <a:pt x="21" y="0"/>
                    </a:cubicBezTo>
                    <a:cubicBezTo>
                      <a:pt x="32" y="0"/>
                      <a:pt x="42" y="9"/>
                      <a:pt x="42" y="21"/>
                    </a:cubicBezTo>
                  </a:path>
                </a:pathLst>
              </a:custGeom>
              <a:noFill/>
              <a:ln w="158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 name="Line 32">
                <a:extLst>
                  <a:ext uri="{FF2B5EF4-FFF2-40B4-BE49-F238E27FC236}">
                    <a16:creationId xmlns:a16="http://schemas.microsoft.com/office/drawing/2014/main" id="{EE9BAA78-DA0D-66E5-1373-16FD265D583D}"/>
                  </a:ext>
                </a:extLst>
              </p:cNvPr>
              <p:cNvSpPr>
                <a:spLocks noChangeShapeType="1"/>
              </p:cNvSpPr>
              <p:nvPr/>
            </p:nvSpPr>
            <p:spPr bwMode="auto">
              <a:xfrm>
                <a:off x="13773151" y="3530600"/>
                <a:ext cx="0" cy="420688"/>
              </a:xfrm>
              <a:prstGeom prst="line">
                <a:avLst/>
              </a:prstGeom>
              <a:noFill/>
              <a:ln w="15875" cap="flat">
                <a:solidFill>
                  <a:schemeClr val="accent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 name="Freeform 33">
                <a:extLst>
                  <a:ext uri="{FF2B5EF4-FFF2-40B4-BE49-F238E27FC236}">
                    <a16:creationId xmlns:a16="http://schemas.microsoft.com/office/drawing/2014/main" id="{44675230-3712-1B2C-811F-97A7F43794D0}"/>
                  </a:ext>
                </a:extLst>
              </p:cNvPr>
              <p:cNvSpPr>
                <a:spLocks/>
              </p:cNvSpPr>
              <p:nvPr/>
            </p:nvSpPr>
            <p:spPr bwMode="auto">
              <a:xfrm>
                <a:off x="13625513" y="3349625"/>
                <a:ext cx="458788" cy="101600"/>
              </a:xfrm>
              <a:custGeom>
                <a:avLst/>
                <a:gdLst>
                  <a:gd name="T0" fmla="*/ 0 w 121"/>
                  <a:gd name="T1" fmla="*/ 22 h 27"/>
                  <a:gd name="T2" fmla="*/ 79 w 121"/>
                  <a:gd name="T3" fmla="*/ 22 h 27"/>
                  <a:gd name="T4" fmla="*/ 97 w 121"/>
                  <a:gd name="T5" fmla="*/ 14 h 27"/>
                  <a:gd name="T6" fmla="*/ 121 w 121"/>
                  <a:gd name="T7" fmla="*/ 9 h 27"/>
                </a:gdLst>
                <a:ahLst/>
                <a:cxnLst>
                  <a:cxn ang="0">
                    <a:pos x="T0" y="T1"/>
                  </a:cxn>
                  <a:cxn ang="0">
                    <a:pos x="T2" y="T3"/>
                  </a:cxn>
                  <a:cxn ang="0">
                    <a:pos x="T4" y="T5"/>
                  </a:cxn>
                  <a:cxn ang="0">
                    <a:pos x="T6" y="T7"/>
                  </a:cxn>
                </a:cxnLst>
                <a:rect l="0" t="0" r="r" b="b"/>
                <a:pathLst>
                  <a:path w="121" h="27">
                    <a:moveTo>
                      <a:pt x="0" y="22"/>
                    </a:moveTo>
                    <a:cubicBezTo>
                      <a:pt x="79" y="22"/>
                      <a:pt x="79" y="22"/>
                      <a:pt x="79" y="22"/>
                    </a:cubicBezTo>
                    <a:cubicBezTo>
                      <a:pt x="79" y="22"/>
                      <a:pt x="88" y="0"/>
                      <a:pt x="97" y="14"/>
                    </a:cubicBezTo>
                    <a:cubicBezTo>
                      <a:pt x="104" y="27"/>
                      <a:pt x="121" y="21"/>
                      <a:pt x="121" y="9"/>
                    </a:cubicBezTo>
                  </a:path>
                </a:pathLst>
              </a:custGeom>
              <a:noFill/>
              <a:ln w="15875" cap="flat">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5" name="Line 34">
                <a:extLst>
                  <a:ext uri="{FF2B5EF4-FFF2-40B4-BE49-F238E27FC236}">
                    <a16:creationId xmlns:a16="http://schemas.microsoft.com/office/drawing/2014/main" id="{B1E2F15C-83BF-22CE-4E54-8C5F0F515EBE}"/>
                  </a:ext>
                </a:extLst>
              </p:cNvPr>
              <p:cNvSpPr>
                <a:spLocks noChangeShapeType="1"/>
              </p:cNvSpPr>
              <p:nvPr/>
            </p:nvSpPr>
            <p:spPr bwMode="auto">
              <a:xfrm>
                <a:off x="13469938" y="3541713"/>
                <a:ext cx="0" cy="0"/>
              </a:xfrm>
              <a:prstGeom prst="line">
                <a:avLst/>
              </a:prstGeom>
              <a:noFill/>
              <a:ln w="19050" cap="flat">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6" name="Line 35">
                <a:extLst>
                  <a:ext uri="{FF2B5EF4-FFF2-40B4-BE49-F238E27FC236}">
                    <a16:creationId xmlns:a16="http://schemas.microsoft.com/office/drawing/2014/main" id="{6E9243E9-723B-199C-BD36-F684BBAAF55A}"/>
                  </a:ext>
                </a:extLst>
              </p:cNvPr>
              <p:cNvSpPr>
                <a:spLocks noChangeShapeType="1"/>
              </p:cNvSpPr>
              <p:nvPr/>
            </p:nvSpPr>
            <p:spPr bwMode="auto">
              <a:xfrm>
                <a:off x="13469938" y="3541713"/>
                <a:ext cx="0" cy="0"/>
              </a:xfrm>
              <a:prstGeom prst="line">
                <a:avLst/>
              </a:prstGeom>
              <a:noFill/>
              <a:ln w="19050" cap="flat">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76" name="Group 75">
              <a:extLst>
                <a:ext uri="{FF2B5EF4-FFF2-40B4-BE49-F238E27FC236}">
                  <a16:creationId xmlns:a16="http://schemas.microsoft.com/office/drawing/2014/main" id="{7C0DF675-8123-04B1-1144-31E1D3F73CA9}"/>
                </a:ext>
              </a:extLst>
            </p:cNvPr>
            <p:cNvGrpSpPr/>
            <p:nvPr/>
          </p:nvGrpSpPr>
          <p:grpSpPr>
            <a:xfrm rot="18021914">
              <a:off x="13906829" y="2865985"/>
              <a:ext cx="357829" cy="662923"/>
              <a:chOff x="-2777446" y="-3170775"/>
              <a:chExt cx="2200504" cy="4076708"/>
            </a:xfrm>
          </p:grpSpPr>
          <p:grpSp>
            <p:nvGrpSpPr>
              <p:cNvPr id="77" name="Group 76">
                <a:extLst>
                  <a:ext uri="{FF2B5EF4-FFF2-40B4-BE49-F238E27FC236}">
                    <a16:creationId xmlns:a16="http://schemas.microsoft.com/office/drawing/2014/main" id="{B68EBE09-E519-5839-CA7B-BA4D5C9481FF}"/>
                  </a:ext>
                </a:extLst>
              </p:cNvPr>
              <p:cNvGrpSpPr/>
              <p:nvPr/>
            </p:nvGrpSpPr>
            <p:grpSpPr>
              <a:xfrm>
                <a:off x="-2108993" y="474133"/>
                <a:ext cx="863600" cy="431800"/>
                <a:chOff x="-2108993" y="474133"/>
                <a:chExt cx="863600" cy="431800"/>
              </a:xfrm>
            </p:grpSpPr>
            <p:cxnSp>
              <p:nvCxnSpPr>
                <p:cNvPr id="79" name="Straight Connector 78">
                  <a:extLst>
                    <a:ext uri="{FF2B5EF4-FFF2-40B4-BE49-F238E27FC236}">
                      <a16:creationId xmlns:a16="http://schemas.microsoft.com/office/drawing/2014/main" id="{5FA72066-B2A8-7EC6-3048-C592E8C24A12}"/>
                    </a:ext>
                  </a:extLst>
                </p:cNvPr>
                <p:cNvCxnSpPr/>
                <p:nvPr/>
              </p:nvCxnSpPr>
              <p:spPr>
                <a:xfrm>
                  <a:off x="-2108993" y="474133"/>
                  <a:ext cx="431800" cy="431800"/>
                </a:xfrm>
                <a:prstGeom prst="line">
                  <a:avLst/>
                </a:pr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cxnSp>
            <p:cxnSp>
              <p:nvCxnSpPr>
                <p:cNvPr id="80" name="Straight Connector 79">
                  <a:extLst>
                    <a:ext uri="{FF2B5EF4-FFF2-40B4-BE49-F238E27FC236}">
                      <a16:creationId xmlns:a16="http://schemas.microsoft.com/office/drawing/2014/main" id="{6BC886A0-C462-F382-360F-AE9CA990B72D}"/>
                    </a:ext>
                  </a:extLst>
                </p:cNvPr>
                <p:cNvCxnSpPr>
                  <a:cxnSpLocks/>
                </p:cNvCxnSpPr>
                <p:nvPr/>
              </p:nvCxnSpPr>
              <p:spPr>
                <a:xfrm flipH="1">
                  <a:off x="-1677193" y="474133"/>
                  <a:ext cx="431800" cy="431800"/>
                </a:xfrm>
                <a:prstGeom prst="line">
                  <a:avLst/>
                </a:pr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cxnSp>
          </p:grpSp>
          <p:cxnSp>
            <p:nvCxnSpPr>
              <p:cNvPr id="78" name="Straight Connector 77">
                <a:extLst>
                  <a:ext uri="{FF2B5EF4-FFF2-40B4-BE49-F238E27FC236}">
                    <a16:creationId xmlns:a16="http://schemas.microsoft.com/office/drawing/2014/main" id="{61405B83-46C8-50CD-046C-F6C507805A5F}"/>
                  </a:ext>
                </a:extLst>
              </p:cNvPr>
              <p:cNvCxnSpPr>
                <a:cxnSpLocks/>
              </p:cNvCxnSpPr>
              <p:nvPr/>
            </p:nvCxnSpPr>
            <p:spPr>
              <a:xfrm rot="3578086">
                <a:off x="-3555149" y="-2393072"/>
                <a:ext cx="3755909" cy="2200504"/>
              </a:xfrm>
              <a:prstGeom prst="line">
                <a:avLst/>
              </a:prstGeom>
              <a:noFill/>
              <a:ln w="1905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cxnSp>
        </p:grpSp>
      </p:grpSp>
      <p:cxnSp>
        <p:nvCxnSpPr>
          <p:cNvPr id="84" name="Straight Connector 83">
            <a:extLst>
              <a:ext uri="{FF2B5EF4-FFF2-40B4-BE49-F238E27FC236}">
                <a16:creationId xmlns:a16="http://schemas.microsoft.com/office/drawing/2014/main" id="{FE4029A1-904A-5EE2-395E-6B66680D74FB}"/>
              </a:ext>
            </a:extLst>
          </p:cNvPr>
          <p:cNvCxnSpPr>
            <a:cxnSpLocks/>
          </p:cNvCxnSpPr>
          <p:nvPr/>
        </p:nvCxnSpPr>
        <p:spPr>
          <a:xfrm flipH="1">
            <a:off x="6561138" y="4213176"/>
            <a:ext cx="4161472"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51456"/>
      </p:ext>
    </p:extLst>
  </p:cSld>
  <p:clrMapOvr>
    <a:masterClrMapping/>
  </p:clrMapOvr>
  <mc:AlternateContent xmlns:mc="http://schemas.openxmlformats.org/markup-compatibility/2006" xmlns:p14="http://schemas.microsoft.com/office/powerpoint/2010/main">
    <mc:Choice Requires="p14">
      <p:transition spd="slow">
        <p14:pa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2B56CABB-516F-DA76-CE3A-6D9C74B6CE39}"/>
              </a:ext>
            </a:extLst>
          </p:cNvPr>
          <p:cNvSpPr/>
          <p:nvPr/>
        </p:nvSpPr>
        <p:spPr>
          <a:xfrm>
            <a:off x="2435913" y="1357772"/>
            <a:ext cx="8320119" cy="4802188"/>
          </a:xfrm>
          <a:prstGeom prst="roundRect">
            <a:avLst>
              <a:gd name="adj" fmla="val 3994"/>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a:ea typeface="+mn-ea"/>
              <a:cs typeface="+mn-cs"/>
            </a:endParaRPr>
          </a:p>
        </p:txBody>
      </p:sp>
      <p:sp>
        <p:nvSpPr>
          <p:cNvPr id="96" name="Rectangle: Rounded Corners 95">
            <a:extLst>
              <a:ext uri="{FF2B5EF4-FFF2-40B4-BE49-F238E27FC236}">
                <a16:creationId xmlns:a16="http://schemas.microsoft.com/office/drawing/2014/main" id="{284C6B43-9ECA-4E5F-8008-0982D3A478F1}"/>
              </a:ext>
            </a:extLst>
          </p:cNvPr>
          <p:cNvSpPr/>
          <p:nvPr/>
        </p:nvSpPr>
        <p:spPr>
          <a:xfrm>
            <a:off x="4328160" y="2062163"/>
            <a:ext cx="2600975" cy="2057400"/>
          </a:xfrm>
          <a:prstGeom prst="roundRect">
            <a:avLst>
              <a:gd name="adj" fmla="val 6210"/>
            </a:avLst>
          </a:prstGeom>
          <a:solidFill>
            <a:schemeClr val="accent1">
              <a:lumMod val="20000"/>
              <a:lumOff val="80000"/>
              <a:alpha val="50000"/>
            </a:schemeClr>
          </a:solidFill>
          <a:ln w="1587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a:ea typeface="+mn-ea"/>
              <a:cs typeface="+mn-cs"/>
            </a:endParaRPr>
          </a:p>
        </p:txBody>
      </p:sp>
      <p:sp>
        <p:nvSpPr>
          <p:cNvPr id="30" name="Rectangle: Rounded Corners 29">
            <a:extLst>
              <a:ext uri="{FF2B5EF4-FFF2-40B4-BE49-F238E27FC236}">
                <a16:creationId xmlns:a16="http://schemas.microsoft.com/office/drawing/2014/main" id="{6588E5E1-6115-6122-4133-C6A3AFA92682}"/>
              </a:ext>
            </a:extLst>
          </p:cNvPr>
          <p:cNvSpPr/>
          <p:nvPr/>
        </p:nvSpPr>
        <p:spPr>
          <a:xfrm>
            <a:off x="7186970" y="4906446"/>
            <a:ext cx="3330946" cy="1058317"/>
          </a:xfrm>
          <a:prstGeom prst="roundRect">
            <a:avLst>
              <a:gd name="adj" fmla="val 7866"/>
            </a:avLst>
          </a:prstGeom>
          <a:solidFill>
            <a:srgbClr val="F4E7FF"/>
          </a:solidFill>
          <a:ln w="19050" cap="rnd" cmpd="sng" algn="ctr">
            <a:noFill/>
            <a:prstDash val="solid"/>
            <a:round/>
            <a:extLst>
              <a:ext uri="{C807C97D-BFC1-408E-A445-0C87EB9F89A2}">
                <ask:lineSketchStyleProps xmlns:ask="http://schemas.microsoft.com/office/drawing/2018/sketchyshapes">
                  <ask:type>
                    <ask:lineSketchNone/>
                  </ask:type>
                </ask:lineSketchStyleProps>
              </a:ext>
            </a:extLst>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a:ln>
                <a:noFill/>
              </a:ln>
              <a:solidFill>
                <a:srgbClr val="000000"/>
              </a:solidFill>
              <a:effectLst/>
              <a:uLnTx/>
              <a:uFillTx/>
              <a:latin typeface="Amazon Ember"/>
              <a:ea typeface="+mn-ea"/>
              <a:cs typeface="Arial" panose="020B0604020202020204" pitchFamily="34" charset="0"/>
            </a:endParaRPr>
          </a:p>
        </p:txBody>
      </p:sp>
      <p:pic>
        <p:nvPicPr>
          <p:cNvPr id="130" name="Graphic 23">
            <a:extLst>
              <a:ext uri="{FF2B5EF4-FFF2-40B4-BE49-F238E27FC236}">
                <a16:creationId xmlns:a16="http://schemas.microsoft.com/office/drawing/2014/main" id="{855BCC4E-A1A9-279A-514D-F2B2A0505B69}"/>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flipH="1">
            <a:off x="1506844" y="2653214"/>
            <a:ext cx="461085" cy="461086"/>
          </a:xfrm>
          <a:prstGeom prst="rect">
            <a:avLst/>
          </a:prstGeom>
          <a:noFill/>
          <a:ln>
            <a:noFill/>
          </a:ln>
        </p:spPr>
      </p:pic>
      <p:sp>
        <p:nvSpPr>
          <p:cNvPr id="131" name="TextBox 40">
            <a:extLst>
              <a:ext uri="{FF2B5EF4-FFF2-40B4-BE49-F238E27FC236}">
                <a16:creationId xmlns:a16="http://schemas.microsoft.com/office/drawing/2014/main" id="{3C1DDB76-EE6B-1E47-65A5-DD4688A70EFC}"/>
              </a:ext>
            </a:extLst>
          </p:cNvPr>
          <p:cNvSpPr txBox="1">
            <a:spLocks noChangeArrowheads="1"/>
          </p:cNvSpPr>
          <p:nvPr/>
        </p:nvSpPr>
        <p:spPr bwMode="auto">
          <a:xfrm>
            <a:off x="1149395" y="3150208"/>
            <a:ext cx="1175982" cy="400110"/>
          </a:xfrm>
          <a:prstGeom prst="rect">
            <a:avLst/>
          </a:prstGeom>
          <a:noFill/>
          <a:ln>
            <a:noFill/>
          </a:ln>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Engineers &amp; Researchers</a:t>
            </a:r>
          </a:p>
        </p:txBody>
      </p:sp>
      <p:sp>
        <p:nvSpPr>
          <p:cNvPr id="136" name="TextBox 22">
            <a:extLst>
              <a:ext uri="{FF2B5EF4-FFF2-40B4-BE49-F238E27FC236}">
                <a16:creationId xmlns:a16="http://schemas.microsoft.com/office/drawing/2014/main" id="{487A734E-C211-6B8D-488D-EB2BB748AC47}"/>
              </a:ext>
            </a:extLst>
          </p:cNvPr>
          <p:cNvSpPr txBox="1">
            <a:spLocks noChangeArrowheads="1"/>
          </p:cNvSpPr>
          <p:nvPr/>
        </p:nvSpPr>
        <p:spPr bwMode="auto">
          <a:xfrm>
            <a:off x="7206492" y="5452238"/>
            <a:ext cx="12821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err="1">
                <a:ln>
                  <a:noFill/>
                </a:ln>
                <a:solidFill>
                  <a:srgbClr val="AD5CFF"/>
                </a:solidFill>
                <a:effectLst/>
                <a:uLnTx/>
                <a:uFillTx/>
                <a:latin typeface="Amazon Ember"/>
                <a:ea typeface="Amazon Ember" panose="020B0603020204020204" pitchFamily="34" charset="0"/>
                <a:cs typeface="Amazon Ember" panose="020B0603020204020204" pitchFamily="34" charset="0"/>
              </a:rPr>
              <a:t>FSxL</a:t>
            </a:r>
            <a:b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br>
            <a: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t>distributed FS</a:t>
            </a:r>
          </a:p>
        </p:txBody>
      </p:sp>
      <p:pic>
        <p:nvPicPr>
          <p:cNvPr id="137" name="Graphic 136">
            <a:extLst>
              <a:ext uri="{FF2B5EF4-FFF2-40B4-BE49-F238E27FC236}">
                <a16:creationId xmlns:a16="http://schemas.microsoft.com/office/drawing/2014/main" id="{51B514C4-F4B7-EDE5-57C3-6CF83687A3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70053" y="5133754"/>
            <a:ext cx="310866" cy="310866"/>
          </a:xfrm>
          <a:prstGeom prst="rect">
            <a:avLst/>
          </a:prstGeom>
        </p:spPr>
      </p:pic>
      <p:sp>
        <p:nvSpPr>
          <p:cNvPr id="140" name="TextBox 20">
            <a:extLst>
              <a:ext uri="{FF2B5EF4-FFF2-40B4-BE49-F238E27FC236}">
                <a16:creationId xmlns:a16="http://schemas.microsoft.com/office/drawing/2014/main" id="{DB70775C-644A-EDFC-D000-F056650B5B1B}"/>
              </a:ext>
            </a:extLst>
          </p:cNvPr>
          <p:cNvSpPr txBox="1">
            <a:spLocks noChangeArrowheads="1"/>
          </p:cNvSpPr>
          <p:nvPr/>
        </p:nvSpPr>
        <p:spPr bwMode="auto">
          <a:xfrm>
            <a:off x="9032721" y="5452238"/>
            <a:ext cx="14053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t>Datasets &amp;</a:t>
            </a:r>
            <a:b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br>
            <a: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t>checkpoints in S3</a:t>
            </a:r>
          </a:p>
        </p:txBody>
      </p:sp>
      <p:pic>
        <p:nvPicPr>
          <p:cNvPr id="141" name="Graphic 140">
            <a:extLst>
              <a:ext uri="{FF2B5EF4-FFF2-40B4-BE49-F238E27FC236}">
                <a16:creationId xmlns:a16="http://schemas.microsoft.com/office/drawing/2014/main" id="{013B3242-C46F-314A-0E5F-B69CC1568F7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6394" y="5142542"/>
            <a:ext cx="266150" cy="281316"/>
          </a:xfrm>
          <a:prstGeom prst="rect">
            <a:avLst/>
          </a:prstGeom>
        </p:spPr>
      </p:pic>
      <p:cxnSp>
        <p:nvCxnSpPr>
          <p:cNvPr id="4" name="Straight Arrow Connector 3">
            <a:extLst>
              <a:ext uri="{FF2B5EF4-FFF2-40B4-BE49-F238E27FC236}">
                <a16:creationId xmlns:a16="http://schemas.microsoft.com/office/drawing/2014/main" id="{F80C13B3-AADC-212B-D60D-5B8DA446AC9A}"/>
              </a:ext>
            </a:extLst>
          </p:cNvPr>
          <p:cNvCxnSpPr>
            <a:cxnSpLocks/>
          </p:cNvCxnSpPr>
          <p:nvPr/>
        </p:nvCxnSpPr>
        <p:spPr>
          <a:xfrm flipH="1">
            <a:off x="8230326" y="5323659"/>
            <a:ext cx="1244234" cy="0"/>
          </a:xfrm>
          <a:prstGeom prst="straightConnector1">
            <a:avLst/>
          </a:prstGeom>
          <a:ln w="19050">
            <a:solidFill>
              <a:schemeClr val="bg1">
                <a:lumMod val="50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9" name="Graphic 22">
            <a:extLst>
              <a:ext uri="{FF2B5EF4-FFF2-40B4-BE49-F238E27FC236}">
                <a16:creationId xmlns:a16="http://schemas.microsoft.com/office/drawing/2014/main" id="{14B8339F-FB73-3DC5-1D8B-D3071113DB9D}"/>
              </a:ext>
            </a:extLst>
          </p:cNvPr>
          <p:cNvPicPr>
            <a:picLocks noChangeAspect="1" noChangeArrowheads="1"/>
          </p:cNvPicPr>
          <p:nvPr/>
        </p:nvPicPr>
        <p:blipFill>
          <a:blip r:embed="rId9">
            <a:extLst>
              <a:ext uri="{96DAC541-7B7A-43D3-8B79-37D633B846F1}">
                <asvg:svgBlip xmlns:asvg="http://schemas.microsoft.com/office/drawing/2016/SVG/main" r:embed="rId10"/>
              </a:ext>
            </a:extLst>
          </a:blip>
          <a:srcRect/>
          <a:stretch/>
        </p:blipFill>
        <p:spPr bwMode="auto">
          <a:xfrm>
            <a:off x="1552054" y="4452742"/>
            <a:ext cx="370664" cy="370664"/>
          </a:xfrm>
          <a:prstGeom prst="rect">
            <a:avLst/>
          </a:prstGeom>
          <a:noFill/>
          <a:ln>
            <a:noFill/>
          </a:ln>
        </p:spPr>
      </p:pic>
      <p:sp>
        <p:nvSpPr>
          <p:cNvPr id="10" name="TextBox 39">
            <a:extLst>
              <a:ext uri="{FF2B5EF4-FFF2-40B4-BE49-F238E27FC236}">
                <a16:creationId xmlns:a16="http://schemas.microsoft.com/office/drawing/2014/main" id="{BEB502D4-CBC0-E39B-2DAE-561C9DC9AAA3}"/>
              </a:ext>
            </a:extLst>
          </p:cNvPr>
          <p:cNvSpPr txBox="1">
            <a:spLocks noChangeArrowheads="1"/>
          </p:cNvSpPr>
          <p:nvPr/>
        </p:nvSpPr>
        <p:spPr bwMode="auto">
          <a:xfrm>
            <a:off x="1247276" y="4900573"/>
            <a:ext cx="980221" cy="400110"/>
          </a:xfrm>
          <a:prstGeom prst="rect">
            <a:avLst/>
          </a:prstGeom>
          <a:noFill/>
          <a:ln>
            <a:noFill/>
          </a:ln>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Admin &amp; Ops</a:t>
            </a:r>
          </a:p>
        </p:txBody>
      </p:sp>
      <p:sp>
        <p:nvSpPr>
          <p:cNvPr id="58" name="TextBox 9">
            <a:extLst>
              <a:ext uri="{FF2B5EF4-FFF2-40B4-BE49-F238E27FC236}">
                <a16:creationId xmlns:a16="http://schemas.microsoft.com/office/drawing/2014/main" id="{AAC61ED1-2F93-4C21-83EA-1ECA76863A58}"/>
              </a:ext>
            </a:extLst>
          </p:cNvPr>
          <p:cNvSpPr txBox="1">
            <a:spLocks noChangeArrowheads="1"/>
          </p:cNvSpPr>
          <p:nvPr/>
        </p:nvSpPr>
        <p:spPr bwMode="auto">
          <a:xfrm>
            <a:off x="4592599" y="3558811"/>
            <a:ext cx="207209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300" b="0" i="0" u="none" strike="noStrike" kern="1200" cap="none" spc="0" normalizeH="0" baseline="0" noProof="0">
                <a:ln>
                  <a:noFill/>
                </a:ln>
                <a:solidFill>
                  <a:srgbClr val="FF693C"/>
                </a:solidFill>
                <a:effectLst/>
                <a:uLnTx/>
                <a:uFillTx/>
                <a:latin typeface="Amazon Ember"/>
                <a:ea typeface="Amazon Ember" panose="020B0603020204020204" pitchFamily="34" charset="0"/>
                <a:cs typeface="Amazon Ember" panose="020B0603020204020204" pitchFamily="34" charset="0"/>
              </a:rPr>
              <a:t>EKS Control Plane</a:t>
            </a:r>
          </a:p>
        </p:txBody>
      </p:sp>
      <p:sp>
        <p:nvSpPr>
          <p:cNvPr id="14" name="Rectangle: Rounded Corners 13">
            <a:extLst>
              <a:ext uri="{FF2B5EF4-FFF2-40B4-BE49-F238E27FC236}">
                <a16:creationId xmlns:a16="http://schemas.microsoft.com/office/drawing/2014/main" id="{ADFD3D86-5A33-452B-8616-82D6E6DF042F}"/>
              </a:ext>
            </a:extLst>
          </p:cNvPr>
          <p:cNvSpPr/>
          <p:nvPr/>
        </p:nvSpPr>
        <p:spPr>
          <a:xfrm>
            <a:off x="7186970" y="1574800"/>
            <a:ext cx="3330947" cy="2887644"/>
          </a:xfrm>
          <a:prstGeom prst="roundRect">
            <a:avLst>
              <a:gd name="adj" fmla="val 2914"/>
            </a:avLst>
          </a:prstGeom>
          <a:solidFill>
            <a:schemeClr val="accent5">
              <a:lumMod val="20000"/>
              <a:lumOff val="80000"/>
              <a:alpha val="50000"/>
            </a:schemeClr>
          </a:solidFill>
          <a:ln w="1587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a:ea typeface="+mn-ea"/>
              <a:cs typeface="+mn-cs"/>
            </a:endParaRPr>
          </a:p>
        </p:txBody>
      </p:sp>
      <p:sp>
        <p:nvSpPr>
          <p:cNvPr id="3" name="TextBox 2">
            <a:extLst>
              <a:ext uri="{FF2B5EF4-FFF2-40B4-BE49-F238E27FC236}">
                <a16:creationId xmlns:a16="http://schemas.microsoft.com/office/drawing/2014/main" id="{D132F289-8C55-47EB-9806-9B9A456F4902}"/>
              </a:ext>
            </a:extLst>
          </p:cNvPr>
          <p:cNvSpPr txBox="1"/>
          <p:nvPr/>
        </p:nvSpPr>
        <p:spPr>
          <a:xfrm>
            <a:off x="8146736" y="2060562"/>
            <a:ext cx="1410014" cy="1615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150" normalizeH="0" baseline="0" noProof="0">
                <a:ln>
                  <a:noFill/>
                </a:ln>
                <a:solidFill>
                  <a:srgbClr val="FF693C"/>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COMPUTE NODES</a:t>
            </a:r>
          </a:p>
        </p:txBody>
      </p:sp>
      <p:sp>
        <p:nvSpPr>
          <p:cNvPr id="49" name="TextBox 48">
            <a:extLst>
              <a:ext uri="{FF2B5EF4-FFF2-40B4-BE49-F238E27FC236}">
                <a16:creationId xmlns:a16="http://schemas.microsoft.com/office/drawing/2014/main" id="{528ED38A-3967-403F-B534-5B30A437DFAB}"/>
              </a:ext>
            </a:extLst>
          </p:cNvPr>
          <p:cNvSpPr txBox="1"/>
          <p:nvPr/>
        </p:nvSpPr>
        <p:spPr>
          <a:xfrm>
            <a:off x="7544886" y="5008196"/>
            <a:ext cx="2615114" cy="20005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AD5CFF"/>
                </a:solidFill>
                <a:effectLst/>
                <a:uLnTx/>
                <a:uFillTx/>
                <a:latin typeface="Amazon Ember Heavy"/>
                <a:ea typeface="Amazon Ember" panose="020B0603020204020204" pitchFamily="34" charset="0"/>
                <a:cs typeface="Amazon Ember" panose="020B0603020204020204" pitchFamily="34" charset="0"/>
              </a:rPr>
              <a:t>Customer Account</a:t>
            </a:r>
          </a:p>
        </p:txBody>
      </p:sp>
      <p:grpSp>
        <p:nvGrpSpPr>
          <p:cNvPr id="47" name="Group 46">
            <a:extLst>
              <a:ext uri="{FF2B5EF4-FFF2-40B4-BE49-F238E27FC236}">
                <a16:creationId xmlns:a16="http://schemas.microsoft.com/office/drawing/2014/main" id="{6D8B2554-6586-238B-27BC-347E97E9869A}"/>
              </a:ext>
            </a:extLst>
          </p:cNvPr>
          <p:cNvGrpSpPr/>
          <p:nvPr/>
        </p:nvGrpSpPr>
        <p:grpSpPr>
          <a:xfrm>
            <a:off x="7480102" y="2304108"/>
            <a:ext cx="2744682" cy="1919359"/>
            <a:chOff x="7424843" y="2304108"/>
            <a:chExt cx="2744682" cy="1919359"/>
          </a:xfrm>
        </p:grpSpPr>
        <p:pic>
          <p:nvPicPr>
            <p:cNvPr id="84" name="Graphic 83">
              <a:extLst>
                <a:ext uri="{FF2B5EF4-FFF2-40B4-BE49-F238E27FC236}">
                  <a16:creationId xmlns:a16="http://schemas.microsoft.com/office/drawing/2014/main" id="{B0371230-020B-4CFD-AC82-CF9F61A7616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24843" y="2304108"/>
              <a:ext cx="530878" cy="530876"/>
            </a:xfrm>
            <a:prstGeom prst="rect">
              <a:avLst/>
            </a:prstGeom>
          </p:spPr>
        </p:pic>
        <p:pic>
          <p:nvPicPr>
            <p:cNvPr id="85" name="Graphic 84">
              <a:extLst>
                <a:ext uri="{FF2B5EF4-FFF2-40B4-BE49-F238E27FC236}">
                  <a16:creationId xmlns:a16="http://schemas.microsoft.com/office/drawing/2014/main" id="{8DEA5598-3EAB-4DA1-8C4A-5D7D8383416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27573" y="2998349"/>
              <a:ext cx="530878" cy="530876"/>
            </a:xfrm>
            <a:prstGeom prst="rect">
              <a:avLst/>
            </a:prstGeom>
          </p:spPr>
        </p:pic>
        <p:pic>
          <p:nvPicPr>
            <p:cNvPr id="86" name="Graphic 85">
              <a:extLst>
                <a:ext uri="{FF2B5EF4-FFF2-40B4-BE49-F238E27FC236}">
                  <a16:creationId xmlns:a16="http://schemas.microsoft.com/office/drawing/2014/main" id="{5A5D4D0E-897E-4B79-AF50-3384A9EE323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27573" y="3692591"/>
              <a:ext cx="530878" cy="530876"/>
            </a:xfrm>
            <a:prstGeom prst="rect">
              <a:avLst/>
            </a:prstGeom>
          </p:spPr>
        </p:pic>
        <p:pic>
          <p:nvPicPr>
            <p:cNvPr id="87" name="Graphic 86">
              <a:extLst>
                <a:ext uri="{FF2B5EF4-FFF2-40B4-BE49-F238E27FC236}">
                  <a16:creationId xmlns:a16="http://schemas.microsoft.com/office/drawing/2014/main" id="{9D014ED3-D819-4BB5-BE4A-A6C0EAE970E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45945" y="2304108"/>
              <a:ext cx="530878" cy="530876"/>
            </a:xfrm>
            <a:prstGeom prst="rect">
              <a:avLst/>
            </a:prstGeom>
          </p:spPr>
        </p:pic>
        <p:pic>
          <p:nvPicPr>
            <p:cNvPr id="88" name="Graphic 87">
              <a:extLst>
                <a:ext uri="{FF2B5EF4-FFF2-40B4-BE49-F238E27FC236}">
                  <a16:creationId xmlns:a16="http://schemas.microsoft.com/office/drawing/2014/main" id="{E249895E-AF42-4267-9D22-B8F38D42635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73924" y="2998349"/>
              <a:ext cx="530878" cy="530876"/>
            </a:xfrm>
            <a:prstGeom prst="rect">
              <a:avLst/>
            </a:prstGeom>
          </p:spPr>
        </p:pic>
        <p:pic>
          <p:nvPicPr>
            <p:cNvPr id="89" name="Graphic 88">
              <a:extLst>
                <a:ext uri="{FF2B5EF4-FFF2-40B4-BE49-F238E27FC236}">
                  <a16:creationId xmlns:a16="http://schemas.microsoft.com/office/drawing/2014/main" id="{246C6236-44A9-40E4-A4FF-3701E1BDB7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73924" y="3692591"/>
              <a:ext cx="530878" cy="530876"/>
            </a:xfrm>
            <a:prstGeom prst="rect">
              <a:avLst/>
            </a:prstGeom>
          </p:spPr>
        </p:pic>
        <p:pic>
          <p:nvPicPr>
            <p:cNvPr id="90" name="Graphic 89">
              <a:extLst>
                <a:ext uri="{FF2B5EF4-FFF2-40B4-BE49-F238E27FC236}">
                  <a16:creationId xmlns:a16="http://schemas.microsoft.com/office/drawing/2014/main" id="{134152F3-0A34-44C9-9BE4-906B35F1709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92296" y="2304108"/>
              <a:ext cx="530878" cy="530876"/>
            </a:xfrm>
            <a:prstGeom prst="rect">
              <a:avLst/>
            </a:prstGeom>
          </p:spPr>
        </p:pic>
        <p:pic>
          <p:nvPicPr>
            <p:cNvPr id="91" name="Graphic 90">
              <a:extLst>
                <a:ext uri="{FF2B5EF4-FFF2-40B4-BE49-F238E27FC236}">
                  <a16:creationId xmlns:a16="http://schemas.microsoft.com/office/drawing/2014/main" id="{6AB64B81-E300-4D52-AFB7-6401C75B348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20276" y="2998349"/>
              <a:ext cx="530878" cy="530876"/>
            </a:xfrm>
            <a:prstGeom prst="rect">
              <a:avLst/>
            </a:prstGeom>
          </p:spPr>
        </p:pic>
        <p:pic>
          <p:nvPicPr>
            <p:cNvPr id="92" name="Graphic 91">
              <a:extLst>
                <a:ext uri="{FF2B5EF4-FFF2-40B4-BE49-F238E27FC236}">
                  <a16:creationId xmlns:a16="http://schemas.microsoft.com/office/drawing/2014/main" id="{0088C741-9D0E-4DAA-B80B-139DCBFEE93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20276" y="3692591"/>
              <a:ext cx="530878" cy="530876"/>
            </a:xfrm>
            <a:prstGeom prst="rect">
              <a:avLst/>
            </a:prstGeom>
          </p:spPr>
        </p:pic>
        <p:pic>
          <p:nvPicPr>
            <p:cNvPr id="93" name="Graphic 92">
              <a:extLst>
                <a:ext uri="{FF2B5EF4-FFF2-40B4-BE49-F238E27FC236}">
                  <a16:creationId xmlns:a16="http://schemas.microsoft.com/office/drawing/2014/main" id="{14ADE274-364F-4427-B711-4CD53FF3290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38647" y="2304108"/>
              <a:ext cx="530878" cy="530876"/>
            </a:xfrm>
            <a:prstGeom prst="rect">
              <a:avLst/>
            </a:prstGeom>
          </p:spPr>
        </p:pic>
        <p:pic>
          <p:nvPicPr>
            <p:cNvPr id="94" name="Graphic 93">
              <a:extLst>
                <a:ext uri="{FF2B5EF4-FFF2-40B4-BE49-F238E27FC236}">
                  <a16:creationId xmlns:a16="http://schemas.microsoft.com/office/drawing/2014/main" id="{63911027-F73A-4C9B-B7AD-781A9733A23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38647" y="2990350"/>
              <a:ext cx="530878" cy="530876"/>
            </a:xfrm>
            <a:prstGeom prst="rect">
              <a:avLst/>
            </a:prstGeom>
          </p:spPr>
        </p:pic>
        <p:pic>
          <p:nvPicPr>
            <p:cNvPr id="95" name="Graphic 94">
              <a:extLst>
                <a:ext uri="{FF2B5EF4-FFF2-40B4-BE49-F238E27FC236}">
                  <a16:creationId xmlns:a16="http://schemas.microsoft.com/office/drawing/2014/main" id="{4CAB3C37-4464-4281-82F0-6E7580DDD77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25798" y="3692591"/>
              <a:ext cx="530878" cy="530876"/>
            </a:xfrm>
            <a:prstGeom prst="rect">
              <a:avLst/>
            </a:prstGeom>
          </p:spPr>
        </p:pic>
      </p:grpSp>
      <p:sp>
        <p:nvSpPr>
          <p:cNvPr id="97" name="TextBox 96">
            <a:extLst>
              <a:ext uri="{FF2B5EF4-FFF2-40B4-BE49-F238E27FC236}">
                <a16:creationId xmlns:a16="http://schemas.microsoft.com/office/drawing/2014/main" id="{E2F86E3E-DC71-4601-A801-2A1DC47A66F8}"/>
              </a:ext>
            </a:extLst>
          </p:cNvPr>
          <p:cNvSpPr txBox="1"/>
          <p:nvPr/>
        </p:nvSpPr>
        <p:spPr>
          <a:xfrm>
            <a:off x="4486481" y="2176311"/>
            <a:ext cx="2169960" cy="20005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41B3FF"/>
                </a:solidFill>
                <a:effectLst/>
                <a:uLnTx/>
                <a:uFillTx/>
                <a:latin typeface="Amazon Ember Heavy"/>
                <a:ea typeface="Amazon Ember" panose="020B0603020204020204" pitchFamily="34" charset="0"/>
                <a:cs typeface="Amazon Ember" panose="020B0603020204020204" pitchFamily="34" charset="0"/>
              </a:rPr>
              <a:t>AWS EKS VPC</a:t>
            </a:r>
          </a:p>
        </p:txBody>
      </p:sp>
      <p:sp>
        <p:nvSpPr>
          <p:cNvPr id="98" name="TextBox 97">
            <a:extLst>
              <a:ext uri="{FF2B5EF4-FFF2-40B4-BE49-F238E27FC236}">
                <a16:creationId xmlns:a16="http://schemas.microsoft.com/office/drawing/2014/main" id="{C35011FE-A21B-4F5C-8305-3FF97239C33D}"/>
              </a:ext>
            </a:extLst>
          </p:cNvPr>
          <p:cNvSpPr txBox="1"/>
          <p:nvPr/>
        </p:nvSpPr>
        <p:spPr>
          <a:xfrm>
            <a:off x="7825486" y="1703627"/>
            <a:ext cx="2205386" cy="20005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err="1">
                <a:ln>
                  <a:noFill/>
                </a:ln>
                <a:solidFill>
                  <a:srgbClr val="FF693C"/>
                </a:solidFill>
                <a:effectLst/>
                <a:uLnTx/>
                <a:uFillTx/>
                <a:latin typeface="Amazon Ember Heavy"/>
                <a:ea typeface="Amazon Ember" panose="020B0603020204020204" pitchFamily="34" charset="0"/>
                <a:cs typeface="Amazon Ember" panose="020B0603020204020204" pitchFamily="34" charset="0"/>
              </a:rPr>
              <a:t>HyperPod</a:t>
            </a:r>
            <a:r>
              <a:rPr kumimoji="0" lang="en-US" sz="1300" b="0" i="0" u="none" strike="noStrike" kern="1200" cap="none" spc="0" normalizeH="0" baseline="0" noProof="0">
                <a:ln>
                  <a:noFill/>
                </a:ln>
                <a:solidFill>
                  <a:srgbClr val="FF693C"/>
                </a:solidFill>
                <a:effectLst/>
                <a:uLnTx/>
                <a:uFillTx/>
                <a:latin typeface="Amazon Ember Heavy"/>
                <a:ea typeface="Amazon Ember" panose="020B0603020204020204" pitchFamily="34" charset="0"/>
                <a:cs typeface="Amazon Ember" panose="020B0603020204020204" pitchFamily="34" charset="0"/>
              </a:rPr>
              <a:t> Service Account</a:t>
            </a:r>
          </a:p>
        </p:txBody>
      </p:sp>
      <p:cxnSp>
        <p:nvCxnSpPr>
          <p:cNvPr id="99" name="Straight Arrow Connector 98">
            <a:extLst>
              <a:ext uri="{FF2B5EF4-FFF2-40B4-BE49-F238E27FC236}">
                <a16:creationId xmlns:a16="http://schemas.microsoft.com/office/drawing/2014/main" id="{C68832E0-6161-4596-B193-47D30E5AC91C}"/>
              </a:ext>
            </a:extLst>
          </p:cNvPr>
          <p:cNvCxnSpPr>
            <a:cxnSpLocks/>
          </p:cNvCxnSpPr>
          <p:nvPr/>
        </p:nvCxnSpPr>
        <p:spPr>
          <a:xfrm flipV="1">
            <a:off x="8852443" y="4494032"/>
            <a:ext cx="0" cy="370666"/>
          </a:xfrm>
          <a:prstGeom prst="straightConnector1">
            <a:avLst/>
          </a:prstGeom>
          <a:ln w="15875">
            <a:solidFill>
              <a:schemeClr val="bg1">
                <a:lumMod val="50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6E53715E-E149-4ADF-ABFA-5C03C3D2B78B}"/>
              </a:ext>
            </a:extLst>
          </p:cNvPr>
          <p:cNvSpPr txBox="1"/>
          <p:nvPr/>
        </p:nvSpPr>
        <p:spPr>
          <a:xfrm>
            <a:off x="2533793" y="3150208"/>
            <a:ext cx="1419939" cy="600164"/>
          </a:xfrm>
          <a:prstGeom prst="rect">
            <a:avLst/>
          </a:prstGeom>
          <a:noFill/>
        </p:spPr>
        <p:txBody>
          <a:bodyPr wrap="squar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Create &amp; manage</a:t>
            </a:r>
            <a:br>
              <a:rPr kumimoji="0" 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br>
            <a:r>
              <a:rPr kumimoji="0" 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EKS clusters</a:t>
            </a:r>
          </a:p>
        </p:txBody>
      </p:sp>
      <p:sp>
        <p:nvSpPr>
          <p:cNvPr id="103" name="TextBox 102">
            <a:extLst>
              <a:ext uri="{FF2B5EF4-FFF2-40B4-BE49-F238E27FC236}">
                <a16:creationId xmlns:a16="http://schemas.microsoft.com/office/drawing/2014/main" id="{2CC6DDA5-A85D-40A1-B6A6-EEB2EE4BE938}"/>
              </a:ext>
            </a:extLst>
          </p:cNvPr>
          <p:cNvSpPr txBox="1"/>
          <p:nvPr/>
        </p:nvSpPr>
        <p:spPr>
          <a:xfrm>
            <a:off x="2350189" y="2492107"/>
            <a:ext cx="1599114" cy="400110"/>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Run containerized workloads</a:t>
            </a:r>
          </a:p>
        </p:txBody>
      </p:sp>
      <p:sp>
        <p:nvSpPr>
          <p:cNvPr id="104" name="TextBox 103">
            <a:extLst>
              <a:ext uri="{FF2B5EF4-FFF2-40B4-BE49-F238E27FC236}">
                <a16:creationId xmlns:a16="http://schemas.microsoft.com/office/drawing/2014/main" id="{8A19501E-89BE-4918-9194-19DFFD625130}"/>
              </a:ext>
            </a:extLst>
          </p:cNvPr>
          <p:cNvSpPr txBox="1"/>
          <p:nvPr/>
        </p:nvSpPr>
        <p:spPr>
          <a:xfrm>
            <a:off x="5304368" y="5170167"/>
            <a:ext cx="1467678" cy="20005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Configure storage</a:t>
            </a:r>
          </a:p>
        </p:txBody>
      </p:sp>
      <p:sp>
        <p:nvSpPr>
          <p:cNvPr id="105" name="TextBox 104">
            <a:extLst>
              <a:ext uri="{FF2B5EF4-FFF2-40B4-BE49-F238E27FC236}">
                <a16:creationId xmlns:a16="http://schemas.microsoft.com/office/drawing/2014/main" id="{7CB664E5-129F-49F0-A59A-A048C90C474C}"/>
              </a:ext>
            </a:extLst>
          </p:cNvPr>
          <p:cNvSpPr txBox="1"/>
          <p:nvPr/>
        </p:nvSpPr>
        <p:spPr>
          <a:xfrm>
            <a:off x="6187679" y="2553856"/>
            <a:ext cx="832643" cy="40011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EKS API server</a:t>
            </a:r>
          </a:p>
        </p:txBody>
      </p:sp>
      <p:sp>
        <p:nvSpPr>
          <p:cNvPr id="5" name="Title 4">
            <a:extLst>
              <a:ext uri="{FF2B5EF4-FFF2-40B4-BE49-F238E27FC236}">
                <a16:creationId xmlns:a16="http://schemas.microsoft.com/office/drawing/2014/main" id="{C8D34D2D-890B-5A87-B377-0A3AA1525617}"/>
              </a:ext>
            </a:extLst>
          </p:cNvPr>
          <p:cNvSpPr>
            <a:spLocks noGrp="1"/>
          </p:cNvSpPr>
          <p:nvPr>
            <p:ph type="title"/>
          </p:nvPr>
        </p:nvSpPr>
        <p:spPr>
          <a:xfrm>
            <a:off x="609600" y="598584"/>
            <a:ext cx="10972800" cy="590931"/>
          </a:xfrm>
        </p:spPr>
        <p:txBody>
          <a:bodyPr>
            <a:normAutofit/>
          </a:bodyPr>
          <a:lstStyle/>
          <a:p>
            <a:r>
              <a:rPr lang="en-US" err="1">
                <a:latin typeface="+mj-lt"/>
                <a:ea typeface="Amazon Ember Heavy" panose="020B0803020204020204" pitchFamily="34" charset="0"/>
                <a:cs typeface="Amazon Ember Heavy" panose="020B0803020204020204" pitchFamily="34" charset="0"/>
              </a:rPr>
              <a:t>HyperPod</a:t>
            </a:r>
            <a:r>
              <a:rPr lang="en-US">
                <a:latin typeface="+mj-lt"/>
                <a:ea typeface="Amazon Ember Heavy" panose="020B0803020204020204" pitchFamily="34" charset="0"/>
                <a:cs typeface="Amazon Ember Heavy" panose="020B0803020204020204" pitchFamily="34" charset="0"/>
              </a:rPr>
              <a:t>-EKS: </a:t>
            </a:r>
            <a:r>
              <a:rPr lang="en-US">
                <a:latin typeface="+mn-lt"/>
                <a:ea typeface="ADLaM Display" panose="02010000000000000000" pitchFamily="2" charset="0"/>
                <a:cs typeface="ADLaM Display" panose="02010000000000000000" pitchFamily="2" charset="0"/>
              </a:rPr>
              <a:t>Simplified architecture</a:t>
            </a:r>
          </a:p>
        </p:txBody>
      </p:sp>
      <p:cxnSp>
        <p:nvCxnSpPr>
          <p:cNvPr id="19" name="Straight Connector 18">
            <a:extLst>
              <a:ext uri="{FF2B5EF4-FFF2-40B4-BE49-F238E27FC236}">
                <a16:creationId xmlns:a16="http://schemas.microsoft.com/office/drawing/2014/main" id="{B9415A1D-A205-17B1-79D7-C8B48DD00155}"/>
              </a:ext>
            </a:extLst>
          </p:cNvPr>
          <p:cNvCxnSpPr>
            <a:cxnSpLocks/>
          </p:cNvCxnSpPr>
          <p:nvPr/>
        </p:nvCxnSpPr>
        <p:spPr>
          <a:xfrm>
            <a:off x="5181600" y="5422904"/>
            <a:ext cx="1880853" cy="0"/>
          </a:xfrm>
          <a:prstGeom prst="line">
            <a:avLst/>
          </a:prstGeom>
          <a:ln w="15875" cap="rnd">
            <a:solidFill>
              <a:schemeClr val="bg1">
                <a:lumMod val="50000"/>
              </a:schemeClr>
            </a:solidFill>
            <a:round/>
            <a:headEnd type="none" w="sm" len="sm"/>
            <a:tailEnd type="arrow" w="med" len="sm"/>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931BED2-133A-54FE-DC68-7CA285A97945}"/>
              </a:ext>
            </a:extLst>
          </p:cNvPr>
          <p:cNvCxnSpPr>
            <a:cxnSpLocks/>
          </p:cNvCxnSpPr>
          <p:nvPr/>
        </p:nvCxnSpPr>
        <p:spPr>
          <a:xfrm flipV="1">
            <a:off x="5181600" y="4663585"/>
            <a:ext cx="0" cy="756140"/>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01D585A-2FF6-4FCC-22F9-81E85F4899C2}"/>
              </a:ext>
            </a:extLst>
          </p:cNvPr>
          <p:cNvCxnSpPr>
            <a:cxnSpLocks/>
          </p:cNvCxnSpPr>
          <p:nvPr/>
        </p:nvCxnSpPr>
        <p:spPr>
          <a:xfrm>
            <a:off x="2045794" y="4663585"/>
            <a:ext cx="3135806" cy="0"/>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9A3DC80-34CC-FD55-A2D0-06E100FDB1B1}"/>
              </a:ext>
            </a:extLst>
          </p:cNvPr>
          <p:cNvCxnSpPr>
            <a:cxnSpLocks/>
          </p:cNvCxnSpPr>
          <p:nvPr/>
        </p:nvCxnSpPr>
        <p:spPr>
          <a:xfrm flipV="1">
            <a:off x="4070323" y="3175000"/>
            <a:ext cx="0" cy="1488585"/>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D47F776-6F8A-A0DC-4D5B-A2F47735B08E}"/>
              </a:ext>
            </a:extLst>
          </p:cNvPr>
          <p:cNvCxnSpPr>
            <a:cxnSpLocks/>
          </p:cNvCxnSpPr>
          <p:nvPr/>
        </p:nvCxnSpPr>
        <p:spPr>
          <a:xfrm>
            <a:off x="2146605" y="2998878"/>
            <a:ext cx="3041345" cy="0"/>
          </a:xfrm>
          <a:prstGeom prst="straightConnector1">
            <a:avLst/>
          </a:prstGeom>
          <a:ln w="15875">
            <a:solidFill>
              <a:schemeClr val="bg1">
                <a:lumMod val="50000"/>
              </a:schemeClr>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B2DF6B3-C2BE-140A-30AB-2C348AB7D64E}"/>
              </a:ext>
            </a:extLst>
          </p:cNvPr>
          <p:cNvCxnSpPr>
            <a:cxnSpLocks/>
          </p:cNvCxnSpPr>
          <p:nvPr/>
        </p:nvCxnSpPr>
        <p:spPr>
          <a:xfrm>
            <a:off x="4080483" y="3176369"/>
            <a:ext cx="1101117" cy="0"/>
          </a:xfrm>
          <a:prstGeom prst="line">
            <a:avLst/>
          </a:prstGeom>
          <a:ln w="15875" cap="rnd">
            <a:solidFill>
              <a:schemeClr val="bg1">
                <a:lumMod val="50000"/>
              </a:schemeClr>
            </a:solidFill>
            <a:round/>
            <a:tailEnd type="arrow" w="med" len="sm"/>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101BED48-935E-58C2-6D95-7F5C193452A4}"/>
              </a:ext>
            </a:extLst>
          </p:cNvPr>
          <p:cNvGrpSpPr/>
          <p:nvPr/>
        </p:nvGrpSpPr>
        <p:grpSpPr>
          <a:xfrm>
            <a:off x="5280640" y="2744696"/>
            <a:ext cx="696015" cy="696015"/>
            <a:chOff x="5280640" y="2739616"/>
            <a:chExt cx="696015" cy="696015"/>
          </a:xfrm>
        </p:grpSpPr>
        <p:sp>
          <p:nvSpPr>
            <p:cNvPr id="44" name="Oval 43">
              <a:extLst>
                <a:ext uri="{FF2B5EF4-FFF2-40B4-BE49-F238E27FC236}">
                  <a16:creationId xmlns:a16="http://schemas.microsoft.com/office/drawing/2014/main" id="{40207E7A-9590-BAD8-9967-01A76FFBDE6B}"/>
                </a:ext>
              </a:extLst>
            </p:cNvPr>
            <p:cNvSpPr/>
            <p:nvPr/>
          </p:nvSpPr>
          <p:spPr>
            <a:xfrm>
              <a:off x="5280640" y="2739616"/>
              <a:ext cx="696015" cy="696015"/>
            </a:xfrm>
            <a:prstGeom prst="ellipse">
              <a:avLst/>
            </a:prstGeom>
            <a:solidFill>
              <a:schemeClr val="accent5"/>
            </a:solidFill>
            <a:ln w="869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5" name="Freeform: Shape 44">
              <a:extLst>
                <a:ext uri="{FF2B5EF4-FFF2-40B4-BE49-F238E27FC236}">
                  <a16:creationId xmlns:a16="http://schemas.microsoft.com/office/drawing/2014/main" id="{CF34B485-8ED2-B7D5-2D6B-F3C11720687D}"/>
                </a:ext>
              </a:extLst>
            </p:cNvPr>
            <p:cNvSpPr/>
            <p:nvPr/>
          </p:nvSpPr>
          <p:spPr>
            <a:xfrm>
              <a:off x="5434763" y="2870930"/>
              <a:ext cx="387768" cy="433386"/>
            </a:xfrm>
            <a:custGeom>
              <a:avLst/>
              <a:gdLst>
                <a:gd name="connsiteX0" fmla="*/ 277031 w 443709"/>
                <a:gd name="connsiteY0" fmla="*/ 175735 h 495910"/>
                <a:gd name="connsiteX1" fmla="*/ 217618 w 443709"/>
                <a:gd name="connsiteY1" fmla="*/ 244649 h 495910"/>
                <a:gd name="connsiteX2" fmla="*/ 282243 w 443709"/>
                <a:gd name="connsiteY2" fmla="*/ 320028 h 495910"/>
                <a:gd name="connsiteX3" fmla="*/ 258126 w 443709"/>
                <a:gd name="connsiteY3" fmla="*/ 320028 h 495910"/>
                <a:gd name="connsiteX4" fmla="*/ 200104 w 443709"/>
                <a:gd name="connsiteY4" fmla="*/ 252306 h 495910"/>
                <a:gd name="connsiteX5" fmla="*/ 200104 w 443709"/>
                <a:gd name="connsiteY5" fmla="*/ 321907 h 495910"/>
                <a:gd name="connsiteX6" fmla="*/ 182704 w 443709"/>
                <a:gd name="connsiteY6" fmla="*/ 321907 h 495910"/>
                <a:gd name="connsiteX7" fmla="*/ 182704 w 443709"/>
                <a:gd name="connsiteY7" fmla="*/ 174004 h 495910"/>
                <a:gd name="connsiteX8" fmla="*/ 200104 w 443709"/>
                <a:gd name="connsiteY8" fmla="*/ 174004 h 495910"/>
                <a:gd name="connsiteX9" fmla="*/ 200104 w 443709"/>
                <a:gd name="connsiteY9" fmla="*/ 234905 h 495910"/>
                <a:gd name="connsiteX10" fmla="*/ 253880 w 443709"/>
                <a:gd name="connsiteY10" fmla="*/ 175735 h 495910"/>
                <a:gd name="connsiteX11" fmla="*/ 277031 w 443709"/>
                <a:gd name="connsiteY11" fmla="*/ 175735 h 495910"/>
                <a:gd name="connsiteX12" fmla="*/ 426309 w 443709"/>
                <a:gd name="connsiteY12" fmla="*/ 315243 h 495910"/>
                <a:gd name="connsiteX13" fmla="*/ 356708 w 443709"/>
                <a:gd name="connsiteY13" fmla="*/ 273473 h 495910"/>
                <a:gd name="connsiteX14" fmla="*/ 356708 w 443709"/>
                <a:gd name="connsiteY14" fmla="*/ 174004 h 495910"/>
                <a:gd name="connsiteX15" fmla="*/ 352392 w 443709"/>
                <a:gd name="connsiteY15" fmla="*/ 166487 h 495910"/>
                <a:gd name="connsiteX16" fmla="*/ 252305 w 443709"/>
                <a:gd name="connsiteY16" fmla="*/ 108109 h 495910"/>
                <a:gd name="connsiteX17" fmla="*/ 252305 w 443709"/>
                <a:gd name="connsiteY17" fmla="*/ 23943 h 495910"/>
                <a:gd name="connsiteX18" fmla="*/ 426309 w 443709"/>
                <a:gd name="connsiteY18" fmla="*/ 126771 h 495910"/>
                <a:gd name="connsiteX19" fmla="*/ 426309 w 443709"/>
                <a:gd name="connsiteY19" fmla="*/ 315243 h 495910"/>
                <a:gd name="connsiteX20" fmla="*/ 439438 w 443709"/>
                <a:gd name="connsiteY20" fmla="*/ 114312 h 495910"/>
                <a:gd name="connsiteX21" fmla="*/ 248034 w 443709"/>
                <a:gd name="connsiteY21" fmla="*/ 1210 h 495910"/>
                <a:gd name="connsiteX22" fmla="*/ 239290 w 443709"/>
                <a:gd name="connsiteY22" fmla="*/ 1140 h 495910"/>
                <a:gd name="connsiteX23" fmla="*/ 234905 w 443709"/>
                <a:gd name="connsiteY23" fmla="*/ 8700 h 495910"/>
                <a:gd name="connsiteX24" fmla="*/ 234905 w 443709"/>
                <a:gd name="connsiteY24" fmla="*/ 113103 h 495910"/>
                <a:gd name="connsiteX25" fmla="*/ 239220 w 443709"/>
                <a:gd name="connsiteY25" fmla="*/ 120620 h 495910"/>
                <a:gd name="connsiteX26" fmla="*/ 339307 w 443709"/>
                <a:gd name="connsiteY26" fmla="*/ 178998 h 495910"/>
                <a:gd name="connsiteX27" fmla="*/ 339307 w 443709"/>
                <a:gd name="connsiteY27" fmla="*/ 278406 h 495910"/>
                <a:gd name="connsiteX28" fmla="*/ 343536 w 443709"/>
                <a:gd name="connsiteY28" fmla="*/ 285862 h 495910"/>
                <a:gd name="connsiteX29" fmla="*/ 430537 w 443709"/>
                <a:gd name="connsiteY29" fmla="*/ 338063 h 495910"/>
                <a:gd name="connsiteX30" fmla="*/ 435009 w 443709"/>
                <a:gd name="connsiteY30" fmla="*/ 339308 h 495910"/>
                <a:gd name="connsiteX31" fmla="*/ 439299 w 443709"/>
                <a:gd name="connsiteY31" fmla="*/ 338177 h 495910"/>
                <a:gd name="connsiteX32" fmla="*/ 443710 w 443709"/>
                <a:gd name="connsiteY32" fmla="*/ 330607 h 495910"/>
                <a:gd name="connsiteX33" fmla="*/ 443710 w 443709"/>
                <a:gd name="connsiteY33" fmla="*/ 121803 h 495910"/>
                <a:gd name="connsiteX34" fmla="*/ 439438 w 443709"/>
                <a:gd name="connsiteY34" fmla="*/ 114312 h 495910"/>
                <a:gd name="connsiteX35" fmla="*/ 439438 w 443709"/>
                <a:gd name="connsiteY35" fmla="*/ 114312 h 495910"/>
                <a:gd name="connsiteX36" fmla="*/ 221376 w 443709"/>
                <a:gd name="connsiteY36" fmla="*/ 477319 h 495910"/>
                <a:gd name="connsiteX37" fmla="*/ 17400 w 443709"/>
                <a:gd name="connsiteY37" fmla="*/ 368879 h 495910"/>
                <a:gd name="connsiteX38" fmla="*/ 17400 w 443709"/>
                <a:gd name="connsiteY38" fmla="*/ 126771 h 495910"/>
                <a:gd name="connsiteX39" fmla="*/ 191404 w 443709"/>
                <a:gd name="connsiteY39" fmla="*/ 23943 h 495910"/>
                <a:gd name="connsiteX40" fmla="*/ 191404 w 443709"/>
                <a:gd name="connsiteY40" fmla="*/ 108326 h 495910"/>
                <a:gd name="connsiteX41" fmla="*/ 99730 w 443709"/>
                <a:gd name="connsiteY41" fmla="*/ 166661 h 495910"/>
                <a:gd name="connsiteX42" fmla="*/ 95702 w 443709"/>
                <a:gd name="connsiteY42" fmla="*/ 174004 h 495910"/>
                <a:gd name="connsiteX43" fmla="*/ 95702 w 443709"/>
                <a:gd name="connsiteY43" fmla="*/ 321907 h 495910"/>
                <a:gd name="connsiteX44" fmla="*/ 100383 w 443709"/>
                <a:gd name="connsiteY44" fmla="*/ 329624 h 495910"/>
                <a:gd name="connsiteX45" fmla="*/ 217426 w 443709"/>
                <a:gd name="connsiteY45" fmla="*/ 390526 h 495910"/>
                <a:gd name="connsiteX46" fmla="*/ 225439 w 443709"/>
                <a:gd name="connsiteY46" fmla="*/ 390534 h 495910"/>
                <a:gd name="connsiteX47" fmla="*/ 338994 w 443709"/>
                <a:gd name="connsiteY47" fmla="*/ 331860 h 495910"/>
                <a:gd name="connsiteX48" fmla="*/ 408874 w 443709"/>
                <a:gd name="connsiteY48" fmla="*/ 373795 h 495910"/>
                <a:gd name="connsiteX49" fmla="*/ 221376 w 443709"/>
                <a:gd name="connsiteY49" fmla="*/ 477319 h 495910"/>
                <a:gd name="connsiteX50" fmla="*/ 430790 w 443709"/>
                <a:gd name="connsiteY50" fmla="*/ 366644 h 495910"/>
                <a:gd name="connsiteX51" fmla="*/ 343788 w 443709"/>
                <a:gd name="connsiteY51" fmla="*/ 314442 h 495910"/>
                <a:gd name="connsiteX52" fmla="*/ 335314 w 443709"/>
                <a:gd name="connsiteY52" fmla="*/ 314181 h 495910"/>
                <a:gd name="connsiteX53" fmla="*/ 221463 w 443709"/>
                <a:gd name="connsiteY53" fmla="*/ 373003 h 495910"/>
                <a:gd name="connsiteX54" fmla="*/ 113102 w 443709"/>
                <a:gd name="connsiteY54" fmla="*/ 316626 h 495910"/>
                <a:gd name="connsiteX55" fmla="*/ 113102 w 443709"/>
                <a:gd name="connsiteY55" fmla="*/ 178780 h 495910"/>
                <a:gd name="connsiteX56" fmla="*/ 204776 w 443709"/>
                <a:gd name="connsiteY56" fmla="*/ 120446 h 495910"/>
                <a:gd name="connsiteX57" fmla="*/ 208805 w 443709"/>
                <a:gd name="connsiteY57" fmla="*/ 113103 h 495910"/>
                <a:gd name="connsiteX58" fmla="*/ 208805 w 443709"/>
                <a:gd name="connsiteY58" fmla="*/ 8700 h 495910"/>
                <a:gd name="connsiteX59" fmla="*/ 204420 w 443709"/>
                <a:gd name="connsiteY59" fmla="*/ 1140 h 495910"/>
                <a:gd name="connsiteX60" fmla="*/ 195676 w 443709"/>
                <a:gd name="connsiteY60" fmla="*/ 1210 h 495910"/>
                <a:gd name="connsiteX61" fmla="*/ 4272 w 443709"/>
                <a:gd name="connsiteY61" fmla="*/ 114312 h 495910"/>
                <a:gd name="connsiteX62" fmla="*/ 0 w 443709"/>
                <a:gd name="connsiteY62" fmla="*/ 121803 h 495910"/>
                <a:gd name="connsiteX63" fmla="*/ 0 w 443709"/>
                <a:gd name="connsiteY63" fmla="*/ 374108 h 495910"/>
                <a:gd name="connsiteX64" fmla="*/ 4611 w 443709"/>
                <a:gd name="connsiteY64" fmla="*/ 381791 h 495910"/>
                <a:gd name="connsiteX65" fmla="*/ 217366 w 443709"/>
                <a:gd name="connsiteY65" fmla="*/ 494893 h 495910"/>
                <a:gd name="connsiteX66" fmla="*/ 221446 w 443709"/>
                <a:gd name="connsiteY66" fmla="*/ 495911 h 495910"/>
                <a:gd name="connsiteX67" fmla="*/ 225657 w 443709"/>
                <a:gd name="connsiteY67" fmla="*/ 494823 h 495910"/>
                <a:gd name="connsiteX68" fmla="*/ 430520 w 443709"/>
                <a:gd name="connsiteY68" fmla="*/ 381721 h 495910"/>
                <a:gd name="connsiteX69" fmla="*/ 435010 w 443709"/>
                <a:gd name="connsiteY69" fmla="*/ 374265 h 495910"/>
                <a:gd name="connsiteX70" fmla="*/ 430790 w 443709"/>
                <a:gd name="connsiteY70" fmla="*/ 366644 h 495910"/>
                <a:gd name="connsiteX71" fmla="*/ 430790 w 443709"/>
                <a:gd name="connsiteY71" fmla="*/ 366644 h 495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43709" h="495910">
                  <a:moveTo>
                    <a:pt x="277031" y="175735"/>
                  </a:moveTo>
                  <a:lnTo>
                    <a:pt x="217618" y="244649"/>
                  </a:lnTo>
                  <a:lnTo>
                    <a:pt x="282243" y="320028"/>
                  </a:lnTo>
                  <a:lnTo>
                    <a:pt x="258126" y="320028"/>
                  </a:lnTo>
                  <a:lnTo>
                    <a:pt x="200104" y="252306"/>
                  </a:lnTo>
                  <a:lnTo>
                    <a:pt x="200104" y="321907"/>
                  </a:lnTo>
                  <a:lnTo>
                    <a:pt x="182704" y="321907"/>
                  </a:lnTo>
                  <a:lnTo>
                    <a:pt x="182704" y="174004"/>
                  </a:lnTo>
                  <a:lnTo>
                    <a:pt x="200104" y="174004"/>
                  </a:lnTo>
                  <a:lnTo>
                    <a:pt x="200104" y="234905"/>
                  </a:lnTo>
                  <a:lnTo>
                    <a:pt x="253880" y="175735"/>
                  </a:lnTo>
                  <a:lnTo>
                    <a:pt x="277031" y="175735"/>
                  </a:lnTo>
                  <a:close/>
                  <a:moveTo>
                    <a:pt x="426309" y="315243"/>
                  </a:moveTo>
                  <a:lnTo>
                    <a:pt x="356708" y="273473"/>
                  </a:lnTo>
                  <a:lnTo>
                    <a:pt x="356708" y="174004"/>
                  </a:lnTo>
                  <a:cubicBezTo>
                    <a:pt x="356708" y="170907"/>
                    <a:pt x="355072" y="168044"/>
                    <a:pt x="352392" y="166487"/>
                  </a:cubicBezTo>
                  <a:lnTo>
                    <a:pt x="252305" y="108109"/>
                  </a:lnTo>
                  <a:lnTo>
                    <a:pt x="252305" y="23943"/>
                  </a:lnTo>
                  <a:lnTo>
                    <a:pt x="426309" y="126771"/>
                  </a:lnTo>
                  <a:lnTo>
                    <a:pt x="426309" y="315243"/>
                  </a:lnTo>
                  <a:close/>
                  <a:moveTo>
                    <a:pt x="439438" y="114312"/>
                  </a:moveTo>
                  <a:lnTo>
                    <a:pt x="248034" y="1210"/>
                  </a:lnTo>
                  <a:cubicBezTo>
                    <a:pt x="245337" y="-383"/>
                    <a:pt x="242022" y="-400"/>
                    <a:pt x="239290" y="1140"/>
                  </a:cubicBezTo>
                  <a:cubicBezTo>
                    <a:pt x="236584" y="2689"/>
                    <a:pt x="234905" y="5577"/>
                    <a:pt x="234905" y="8700"/>
                  </a:cubicBezTo>
                  <a:lnTo>
                    <a:pt x="234905" y="113103"/>
                  </a:lnTo>
                  <a:cubicBezTo>
                    <a:pt x="234905" y="116191"/>
                    <a:pt x="236549" y="119054"/>
                    <a:pt x="239220" y="120620"/>
                  </a:cubicBezTo>
                  <a:lnTo>
                    <a:pt x="339307" y="178998"/>
                  </a:lnTo>
                  <a:lnTo>
                    <a:pt x="339307" y="278406"/>
                  </a:lnTo>
                  <a:cubicBezTo>
                    <a:pt x="339307" y="281460"/>
                    <a:pt x="340917" y="284296"/>
                    <a:pt x="343536" y="285862"/>
                  </a:cubicBezTo>
                  <a:lnTo>
                    <a:pt x="430537" y="338063"/>
                  </a:lnTo>
                  <a:cubicBezTo>
                    <a:pt x="431912" y="338890"/>
                    <a:pt x="433461" y="339308"/>
                    <a:pt x="435009" y="339308"/>
                  </a:cubicBezTo>
                  <a:cubicBezTo>
                    <a:pt x="436488" y="339308"/>
                    <a:pt x="437967" y="338933"/>
                    <a:pt x="439299" y="338177"/>
                  </a:cubicBezTo>
                  <a:cubicBezTo>
                    <a:pt x="442030" y="336637"/>
                    <a:pt x="443710" y="333739"/>
                    <a:pt x="443710" y="330607"/>
                  </a:cubicBezTo>
                  <a:lnTo>
                    <a:pt x="443710" y="121803"/>
                  </a:lnTo>
                  <a:cubicBezTo>
                    <a:pt x="443710" y="118723"/>
                    <a:pt x="442091" y="115878"/>
                    <a:pt x="439438" y="114312"/>
                  </a:cubicBezTo>
                  <a:lnTo>
                    <a:pt x="439438" y="114312"/>
                  </a:lnTo>
                  <a:close/>
                  <a:moveTo>
                    <a:pt x="221376" y="477319"/>
                  </a:moveTo>
                  <a:lnTo>
                    <a:pt x="17400" y="368879"/>
                  </a:lnTo>
                  <a:lnTo>
                    <a:pt x="17400" y="126771"/>
                  </a:lnTo>
                  <a:lnTo>
                    <a:pt x="191404" y="23943"/>
                  </a:lnTo>
                  <a:lnTo>
                    <a:pt x="191404" y="108326"/>
                  </a:lnTo>
                  <a:lnTo>
                    <a:pt x="99730" y="166661"/>
                  </a:lnTo>
                  <a:cubicBezTo>
                    <a:pt x="97225" y="168262"/>
                    <a:pt x="95702" y="171029"/>
                    <a:pt x="95702" y="174004"/>
                  </a:cubicBezTo>
                  <a:lnTo>
                    <a:pt x="95702" y="321907"/>
                  </a:lnTo>
                  <a:cubicBezTo>
                    <a:pt x="95702" y="325152"/>
                    <a:pt x="97512" y="328128"/>
                    <a:pt x="100383" y="329624"/>
                  </a:cubicBezTo>
                  <a:lnTo>
                    <a:pt x="217426" y="390526"/>
                  </a:lnTo>
                  <a:cubicBezTo>
                    <a:pt x="219941" y="391831"/>
                    <a:pt x="222934" y="391839"/>
                    <a:pt x="225439" y="390534"/>
                  </a:cubicBezTo>
                  <a:lnTo>
                    <a:pt x="338994" y="331860"/>
                  </a:lnTo>
                  <a:lnTo>
                    <a:pt x="408874" y="373795"/>
                  </a:lnTo>
                  <a:lnTo>
                    <a:pt x="221376" y="477319"/>
                  </a:lnTo>
                  <a:close/>
                  <a:moveTo>
                    <a:pt x="430790" y="366644"/>
                  </a:moveTo>
                  <a:lnTo>
                    <a:pt x="343788" y="314442"/>
                  </a:lnTo>
                  <a:cubicBezTo>
                    <a:pt x="341195" y="312894"/>
                    <a:pt x="337994" y="312789"/>
                    <a:pt x="335314" y="314181"/>
                  </a:cubicBezTo>
                  <a:lnTo>
                    <a:pt x="221463" y="373003"/>
                  </a:lnTo>
                  <a:lnTo>
                    <a:pt x="113102" y="316626"/>
                  </a:lnTo>
                  <a:lnTo>
                    <a:pt x="113102" y="178780"/>
                  </a:lnTo>
                  <a:lnTo>
                    <a:pt x="204776" y="120446"/>
                  </a:lnTo>
                  <a:cubicBezTo>
                    <a:pt x="207282" y="118845"/>
                    <a:pt x="208805" y="116078"/>
                    <a:pt x="208805" y="113103"/>
                  </a:cubicBezTo>
                  <a:lnTo>
                    <a:pt x="208805" y="8700"/>
                  </a:lnTo>
                  <a:cubicBezTo>
                    <a:pt x="208805" y="5577"/>
                    <a:pt x="207134" y="2689"/>
                    <a:pt x="204420" y="1140"/>
                  </a:cubicBezTo>
                  <a:cubicBezTo>
                    <a:pt x="201705" y="-400"/>
                    <a:pt x="198382" y="-383"/>
                    <a:pt x="195676" y="1210"/>
                  </a:cubicBezTo>
                  <a:lnTo>
                    <a:pt x="4272" y="114312"/>
                  </a:lnTo>
                  <a:cubicBezTo>
                    <a:pt x="1627" y="115878"/>
                    <a:pt x="0" y="118723"/>
                    <a:pt x="0" y="121803"/>
                  </a:cubicBezTo>
                  <a:lnTo>
                    <a:pt x="0" y="374108"/>
                  </a:lnTo>
                  <a:cubicBezTo>
                    <a:pt x="0" y="377319"/>
                    <a:pt x="1775" y="380277"/>
                    <a:pt x="4611" y="381791"/>
                  </a:cubicBezTo>
                  <a:lnTo>
                    <a:pt x="217366" y="494893"/>
                  </a:lnTo>
                  <a:cubicBezTo>
                    <a:pt x="218644" y="495572"/>
                    <a:pt x="220045" y="495911"/>
                    <a:pt x="221446" y="495911"/>
                  </a:cubicBezTo>
                  <a:cubicBezTo>
                    <a:pt x="222899" y="495911"/>
                    <a:pt x="224343" y="495546"/>
                    <a:pt x="225657" y="494823"/>
                  </a:cubicBezTo>
                  <a:lnTo>
                    <a:pt x="430520" y="381721"/>
                  </a:lnTo>
                  <a:cubicBezTo>
                    <a:pt x="433243" y="380216"/>
                    <a:pt x="434948" y="377371"/>
                    <a:pt x="435010" y="374265"/>
                  </a:cubicBezTo>
                  <a:cubicBezTo>
                    <a:pt x="435062" y="371150"/>
                    <a:pt x="433452" y="368244"/>
                    <a:pt x="430790" y="366644"/>
                  </a:cubicBezTo>
                  <a:lnTo>
                    <a:pt x="430790" y="366644"/>
                  </a:lnTo>
                  <a:close/>
                </a:path>
              </a:pathLst>
            </a:custGeom>
            <a:solidFill>
              <a:srgbClr val="FFFFFF"/>
            </a:solidFill>
            <a:ln w="869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cxnSp>
        <p:nvCxnSpPr>
          <p:cNvPr id="37" name="Straight Arrow Connector 36">
            <a:extLst>
              <a:ext uri="{FF2B5EF4-FFF2-40B4-BE49-F238E27FC236}">
                <a16:creationId xmlns:a16="http://schemas.microsoft.com/office/drawing/2014/main" id="{03E74140-D5EA-DEA2-72B2-D1B07F166C72}"/>
              </a:ext>
            </a:extLst>
          </p:cNvPr>
          <p:cNvCxnSpPr>
            <a:cxnSpLocks/>
          </p:cNvCxnSpPr>
          <p:nvPr/>
        </p:nvCxnSpPr>
        <p:spPr>
          <a:xfrm>
            <a:off x="6051550" y="3092703"/>
            <a:ext cx="1320800" cy="0"/>
          </a:xfrm>
          <a:prstGeom prst="straightConnector1">
            <a:avLst/>
          </a:prstGeom>
          <a:ln w="15875">
            <a:solidFill>
              <a:schemeClr val="bg1">
                <a:lumMod val="50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B76AAC6-6A79-8DE0-10F6-28BE19AFCBA0}"/>
              </a:ext>
            </a:extLst>
          </p:cNvPr>
          <p:cNvSpPr txBox="1"/>
          <p:nvPr/>
        </p:nvSpPr>
        <p:spPr>
          <a:xfrm>
            <a:off x="2641482" y="1579583"/>
            <a:ext cx="1312250" cy="266011"/>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61D26"/>
                </a:solidFill>
                <a:effectLst/>
                <a:uLnTx/>
                <a:uFillTx/>
                <a:latin typeface="Amazon Ember Heavy"/>
                <a:ea typeface="Amazon Ember" panose="020B0603020204020204" pitchFamily="34" charset="0"/>
                <a:cs typeface="Amazon Ember" panose="020B0603020204020204" pitchFamily="34" charset="0"/>
              </a:rPr>
              <a:t>AWS Cloud</a:t>
            </a:r>
          </a:p>
        </p:txBody>
      </p:sp>
    </p:spTree>
    <p:extLst>
      <p:ext uri="{BB962C8B-B14F-4D97-AF65-F5344CB8AC3E}">
        <p14:creationId xmlns:p14="http://schemas.microsoft.com/office/powerpoint/2010/main" val="196608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9ECB0-71E8-47BD-CDB4-E183A07BB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DFFAB-8DDA-8529-BCD2-ED77BCB623D1}"/>
              </a:ext>
            </a:extLst>
          </p:cNvPr>
          <p:cNvSpPr>
            <a:spLocks noGrp="1"/>
          </p:cNvSpPr>
          <p:nvPr>
            <p:ph type="title"/>
          </p:nvPr>
        </p:nvSpPr>
        <p:spPr>
          <a:xfrm>
            <a:off x="609600" y="472796"/>
            <a:ext cx="9791700" cy="1352934"/>
          </a:xfrm>
        </p:spPr>
        <p:txBody>
          <a:bodyPr>
            <a:normAutofit/>
          </a:bodyPr>
          <a:lstStyle/>
          <a:p>
            <a:r>
              <a:rPr lang="en-US" err="1"/>
              <a:t>HyperPod</a:t>
            </a:r>
            <a:r>
              <a:rPr lang="en-US" spc="-150" err="1"/>
              <a:t>’</a:t>
            </a:r>
            <a:r>
              <a:rPr lang="en-US" err="1"/>
              <a:t>s</a:t>
            </a:r>
            <a:r>
              <a:rPr lang="en-US"/>
              <a:t> </a:t>
            </a:r>
            <a:r>
              <a:rPr lang="en-US">
                <a:solidFill>
                  <a:schemeClr val="tx1"/>
                </a:solidFill>
                <a:latin typeface="+mj-lt"/>
              </a:rPr>
              <a:t>versatile</a:t>
            </a:r>
            <a:r>
              <a:rPr lang="en-US"/>
              <a:t> environment</a:t>
            </a:r>
            <a:br>
              <a:rPr lang="en-US"/>
            </a:br>
            <a:r>
              <a:rPr lang="en-US"/>
              <a:t>is highly customizable  </a:t>
            </a:r>
          </a:p>
        </p:txBody>
      </p:sp>
      <p:grpSp>
        <p:nvGrpSpPr>
          <p:cNvPr id="57" name="Group 56">
            <a:extLst>
              <a:ext uri="{FF2B5EF4-FFF2-40B4-BE49-F238E27FC236}">
                <a16:creationId xmlns:a16="http://schemas.microsoft.com/office/drawing/2014/main" id="{3912EC56-2A87-8943-85F7-3F12D65F96AC}"/>
              </a:ext>
            </a:extLst>
          </p:cNvPr>
          <p:cNvGrpSpPr/>
          <p:nvPr/>
        </p:nvGrpSpPr>
        <p:grpSpPr>
          <a:xfrm>
            <a:off x="609600" y="1908254"/>
            <a:ext cx="10972801" cy="4375044"/>
            <a:chOff x="609600" y="1459214"/>
            <a:chExt cx="10972801" cy="4717748"/>
          </a:xfrm>
        </p:grpSpPr>
        <p:sp>
          <p:nvSpPr>
            <p:cNvPr id="16" name="Rectangle: Rounded Corners 15">
              <a:extLst>
                <a:ext uri="{FF2B5EF4-FFF2-40B4-BE49-F238E27FC236}">
                  <a16:creationId xmlns:a16="http://schemas.microsoft.com/office/drawing/2014/main" id="{78722D2C-3FF7-7A6A-D617-18980DDE704B}"/>
                </a:ext>
              </a:extLst>
            </p:cNvPr>
            <p:cNvSpPr>
              <a:spLocks/>
            </p:cNvSpPr>
            <p:nvPr/>
          </p:nvSpPr>
          <p:spPr bwMode="auto">
            <a:xfrm>
              <a:off x="7979663" y="1488794"/>
              <a:ext cx="3602736" cy="323493"/>
            </a:xfrm>
            <a:prstGeom prst="roundRect">
              <a:avLst/>
            </a:prstGeom>
            <a:solidFill>
              <a:schemeClr val="accent2">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Slurm</a:t>
              </a:r>
              <a:endParaRPr kumimoji="0" lang="en-US" sz="13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8" name="Rectangle: Rounded Corners 17">
              <a:extLst>
                <a:ext uri="{FF2B5EF4-FFF2-40B4-BE49-F238E27FC236}">
                  <a16:creationId xmlns:a16="http://schemas.microsoft.com/office/drawing/2014/main" id="{7E3A9582-CECA-964A-CF12-DEB621C7E740}"/>
                </a:ext>
              </a:extLst>
            </p:cNvPr>
            <p:cNvSpPr/>
            <p:nvPr/>
          </p:nvSpPr>
          <p:spPr bwMode="auto">
            <a:xfrm>
              <a:off x="4322764" y="2939735"/>
              <a:ext cx="7259636" cy="323493"/>
            </a:xfrm>
            <a:prstGeom prst="roundRect">
              <a:avLst/>
            </a:prstGeom>
            <a:solidFill>
              <a:schemeClr val="accent1">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a:defRPr/>
              </a:pPr>
              <a:r>
                <a:rPr kumimoji="0" lang="en-US" sz="1300" b="0" i="0" u="none" strike="noStrike" kern="1200" cap="none" spc="0" normalizeH="0" baseline="0" noProof="0" dirty="0" err="1">
                  <a:ln>
                    <a:noFill/>
                  </a:ln>
                  <a:solidFill>
                    <a:srgbClr val="000000"/>
                  </a:solidFill>
                  <a:effectLst/>
                  <a:uLnTx/>
                  <a:uFillTx/>
                  <a:latin typeface="Amazon Ember Display"/>
                  <a:ea typeface="+mn-ea"/>
                  <a:cs typeface="+mn-cs"/>
                </a:rPr>
                <a:t>PyTorch</a:t>
              </a:r>
              <a:r>
                <a:rPr kumimoji="0" lang="en-US" sz="1300" b="0" i="0" u="none" strike="noStrike" kern="1200" cap="none" spc="0" normalizeH="0" baseline="0" noProof="0" dirty="0">
                  <a:ln>
                    <a:noFill/>
                  </a:ln>
                  <a:solidFill>
                    <a:srgbClr val="000000"/>
                  </a:solidFill>
                  <a:effectLst/>
                  <a:uLnTx/>
                  <a:uFillTx/>
                  <a:latin typeface="Amazon Ember Display"/>
                  <a:ea typeface="+mn-ea"/>
                  <a:cs typeface="+mn-cs"/>
                </a:rPr>
                <a:t> | TensorFlow | </a:t>
              </a:r>
              <a:r>
                <a:rPr kumimoji="0" lang="en-US" sz="1300" b="0" i="0" u="none" strike="noStrike" kern="1200" cap="none" spc="0" normalizeH="0" baseline="0" noProof="0" dirty="0" err="1">
                  <a:ln>
                    <a:noFill/>
                  </a:ln>
                  <a:solidFill>
                    <a:srgbClr val="000000"/>
                  </a:solidFill>
                  <a:effectLst/>
                  <a:uLnTx/>
                  <a:uFillTx/>
                  <a:latin typeface="Amazon Ember Display"/>
                  <a:ea typeface="+mn-ea"/>
                  <a:cs typeface="+mn-cs"/>
                </a:rPr>
                <a:t>NeMo</a:t>
              </a:r>
              <a:r>
                <a:rPr kumimoji="0" lang="en-US" sz="1300" b="0" i="0" u="none" strike="noStrike" kern="1200" cap="none" spc="0" normalizeH="0" baseline="0" noProof="0" dirty="0">
                  <a:ln>
                    <a:noFill/>
                  </a:ln>
                  <a:solidFill>
                    <a:srgbClr val="000000"/>
                  </a:solidFill>
                  <a:effectLst/>
                  <a:uLnTx/>
                  <a:uFillTx/>
                  <a:latin typeface="Amazon Ember Display"/>
                  <a:ea typeface="+mn-ea"/>
                  <a:cs typeface="+mn-cs"/>
                </a:rPr>
                <a:t> | JAX | </a:t>
              </a:r>
              <a:r>
                <a:rPr kumimoji="0" lang="en-US" sz="1300" i="0" u="none" strike="noStrike" kern="1200" cap="none" spc="0" normalizeH="0" baseline="0" noProof="0" dirty="0" err="1">
                  <a:ln>
                    <a:noFill/>
                  </a:ln>
                  <a:solidFill>
                    <a:srgbClr val="002060"/>
                  </a:solidFill>
                  <a:effectLst/>
                  <a:uLnTx/>
                  <a:uFillTx/>
                  <a:latin typeface="Amazon Ember Display"/>
                  <a:ea typeface="+mn-ea"/>
                  <a:cs typeface="+mn-cs"/>
                </a:rPr>
                <a:t>BioNeMo</a:t>
              </a:r>
              <a:r>
                <a:rPr kumimoji="0" lang="en-US" sz="1300" b="0" i="0" u="none" strike="noStrike" kern="1200" cap="none" spc="0" normalizeH="0" baseline="0" noProof="0" dirty="0">
                  <a:ln>
                    <a:noFill/>
                  </a:ln>
                  <a:solidFill>
                    <a:srgbClr val="000000"/>
                  </a:solidFill>
                  <a:effectLst/>
                  <a:uLnTx/>
                  <a:uFillTx/>
                  <a:latin typeface="Amazon Ember Display"/>
                  <a:ea typeface="+mn-ea"/>
                  <a:cs typeface="+mn-cs"/>
                </a:rPr>
                <a:t>  </a:t>
              </a:r>
            </a:p>
          </p:txBody>
        </p:sp>
        <p:sp>
          <p:nvSpPr>
            <p:cNvPr id="21" name="Rectangle: Rounded Corners 20">
              <a:extLst>
                <a:ext uri="{FF2B5EF4-FFF2-40B4-BE49-F238E27FC236}">
                  <a16:creationId xmlns:a16="http://schemas.microsoft.com/office/drawing/2014/main" id="{6C00A228-1118-CD8A-6C5B-430B6484D0CF}"/>
                </a:ext>
              </a:extLst>
            </p:cNvPr>
            <p:cNvSpPr>
              <a:spLocks/>
            </p:cNvSpPr>
            <p:nvPr/>
          </p:nvSpPr>
          <p:spPr bwMode="auto">
            <a:xfrm>
              <a:off x="4322763" y="1488794"/>
              <a:ext cx="3602736" cy="323493"/>
            </a:xfrm>
            <a:prstGeom prst="roundRect">
              <a:avLst/>
            </a:prstGeom>
            <a:solidFill>
              <a:schemeClr val="accent2">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Display"/>
                  <a:ea typeface="+mn-ea"/>
                  <a:cs typeface="+mn-cs"/>
                </a:rPr>
                <a:t>Amazon Elastic Kubernetes Service (EKS)</a:t>
              </a:r>
            </a:p>
          </p:txBody>
        </p:sp>
        <p:sp>
          <p:nvSpPr>
            <p:cNvPr id="22" name="TextBox 21">
              <a:extLst>
                <a:ext uri="{FF2B5EF4-FFF2-40B4-BE49-F238E27FC236}">
                  <a16:creationId xmlns:a16="http://schemas.microsoft.com/office/drawing/2014/main" id="{55B7F9D8-8885-4909-DD63-3ABC3A936B42}"/>
                </a:ext>
              </a:extLst>
            </p:cNvPr>
            <p:cNvSpPr txBox="1"/>
            <p:nvPr/>
          </p:nvSpPr>
          <p:spPr>
            <a:xfrm>
              <a:off x="609600" y="1459214"/>
              <a:ext cx="2140537" cy="431451"/>
            </a:xfrm>
            <a:prstGeom prst="rect">
              <a:avLst/>
            </a:prstGeom>
            <a:noFill/>
          </p:spPr>
          <p:txBody>
            <a:bodyPr wrap="square" lIns="0" tIns="0" rIns="0" bIns="0" rtlCol="0">
              <a:spAutoFit/>
            </a:bodyPr>
            <a:lstStyle>
              <a:defPPr>
                <a:defRPr lang="en-US"/>
              </a:defPPr>
              <a:lvl1pPr>
                <a:lnSpc>
                  <a:spcPct val="114000"/>
                </a:lnSpc>
                <a:spcAft>
                  <a:spcPts val="1200"/>
                </a:spcAft>
                <a:defRPr sz="1300">
                  <a:solidFill>
                    <a:schemeClr val="accent2"/>
                  </a:solidFill>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Choice of </a:t>
              </a:r>
              <a:r>
                <a:rPr kumimoji="0" lang="en-US" sz="1300" b="0" i="0" u="none" strike="noStrike" kern="1200" cap="none" spc="0" normalizeH="0" baseline="0" noProof="0" err="1">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Slurm</a:t>
              </a:r>
              <a: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 or EKS</a:t>
              </a:r>
              <a:b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as job orchestrators</a:t>
              </a:r>
            </a:p>
          </p:txBody>
        </p:sp>
        <p:sp>
          <p:nvSpPr>
            <p:cNvPr id="23" name="TextBox 22">
              <a:extLst>
                <a:ext uri="{FF2B5EF4-FFF2-40B4-BE49-F238E27FC236}">
                  <a16:creationId xmlns:a16="http://schemas.microsoft.com/office/drawing/2014/main" id="{BF50A427-25C5-6B49-365C-83265CFED257}"/>
                </a:ext>
              </a:extLst>
            </p:cNvPr>
            <p:cNvSpPr txBox="1"/>
            <p:nvPr/>
          </p:nvSpPr>
          <p:spPr>
            <a:xfrm>
              <a:off x="609600" y="2137648"/>
              <a:ext cx="2366577" cy="800219"/>
            </a:xfrm>
            <a:prstGeom prst="rect">
              <a:avLst/>
            </a:prstGeom>
            <a:noFill/>
          </p:spPr>
          <p:txBody>
            <a:bodyPr wrap="square" lIns="0" tIns="0" rIns="0" bIns="0" rtlCol="0">
              <a:noAutofit/>
            </a:bodyPr>
            <a:lstStyle>
              <a:defPPr>
                <a:defRPr lang="en-US"/>
              </a:defPPr>
              <a:lvl1pPr>
                <a:lnSpc>
                  <a:spcPct val="114000"/>
                </a:lnSpc>
                <a:spcAft>
                  <a:spcPts val="1200"/>
                </a:spcAft>
                <a:defRPr sz="1300">
                  <a:solidFill>
                    <a:schemeClr val="accent2"/>
                  </a:solidFill>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Broad compatibility with</a:t>
              </a:r>
              <a:b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GenAI frameworks, tools</a:t>
              </a:r>
              <a:b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and libraries—with extensive examples and tutorials</a:t>
              </a:r>
            </a:p>
          </p:txBody>
        </p:sp>
        <p:sp>
          <p:nvSpPr>
            <p:cNvPr id="25" name="TextBox 24">
              <a:extLst>
                <a:ext uri="{FF2B5EF4-FFF2-40B4-BE49-F238E27FC236}">
                  <a16:creationId xmlns:a16="http://schemas.microsoft.com/office/drawing/2014/main" id="{72F76C3C-9BBB-B5C4-0F6C-4BCDF6A7CCFE}"/>
                </a:ext>
              </a:extLst>
            </p:cNvPr>
            <p:cNvSpPr txBox="1"/>
            <p:nvPr/>
          </p:nvSpPr>
          <p:spPr>
            <a:xfrm>
              <a:off x="609600" y="5098600"/>
              <a:ext cx="2776537" cy="600164"/>
            </a:xfrm>
            <a:prstGeom prst="rect">
              <a:avLst/>
            </a:prstGeom>
            <a:noFill/>
          </p:spPr>
          <p:txBody>
            <a:bodyPr wrap="square" lIns="0" tIns="0" rIns="0" bIns="0" rtlCol="0">
              <a:noAutofit/>
            </a:bodyPr>
            <a:lstStyle>
              <a:defPPr>
                <a:defRPr lang="en-US"/>
              </a:defPPr>
              <a:lvl1pPr>
                <a:lnSpc>
                  <a:spcPct val="114000"/>
                </a:lnSpc>
                <a:spcAft>
                  <a:spcPts val="1200"/>
                </a:spcAft>
                <a:defRPr sz="1300">
                  <a:solidFill>
                    <a:schemeClr val="accent2"/>
                  </a:solidFill>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Access to the high-performing accelerators and storage</a:t>
              </a:r>
              <a:b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hardware, optimized with EFA</a:t>
              </a:r>
            </a:p>
          </p:txBody>
        </p:sp>
        <p:sp>
          <p:nvSpPr>
            <p:cNvPr id="30" name="Rectangle: Rounded Corners 29">
              <a:extLst>
                <a:ext uri="{FF2B5EF4-FFF2-40B4-BE49-F238E27FC236}">
                  <a16:creationId xmlns:a16="http://schemas.microsoft.com/office/drawing/2014/main" id="{ECF20690-2960-95B1-31AC-CE76C4CC2427}"/>
                </a:ext>
              </a:extLst>
            </p:cNvPr>
            <p:cNvSpPr/>
            <p:nvPr/>
          </p:nvSpPr>
          <p:spPr bwMode="auto">
            <a:xfrm>
              <a:off x="4322764" y="3383655"/>
              <a:ext cx="7259636" cy="323493"/>
            </a:xfrm>
            <a:prstGeom prst="roundRect">
              <a:avLst/>
            </a:prstGeom>
            <a:solidFill>
              <a:schemeClr val="accent1">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Display"/>
                  <a:ea typeface="+mn-ea"/>
                  <a:cs typeface="+mn-cs"/>
                </a:rPr>
                <a:t>FSDP, DDP | SMDDP, SMP | </a:t>
              </a: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DeepSpeed</a:t>
              </a:r>
              <a:r>
                <a:rPr kumimoji="0" lang="en-US" sz="1300" b="0" i="0" u="none" strike="noStrike" kern="1200" cap="none" spc="0" normalizeH="0" baseline="0" noProof="0">
                  <a:ln>
                    <a:noFill/>
                  </a:ln>
                  <a:solidFill>
                    <a:srgbClr val="000000"/>
                  </a:solidFill>
                  <a:effectLst/>
                  <a:uLnTx/>
                  <a:uFillTx/>
                  <a:latin typeface="Amazon Ember Display"/>
                  <a:ea typeface="+mn-ea"/>
                  <a:cs typeface="+mn-cs"/>
                </a:rPr>
                <a:t> | </a:t>
              </a: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MegatronLM</a:t>
              </a:r>
              <a:endParaRPr kumimoji="0" lang="en-US" sz="1300" b="0" i="0" u="none" strike="noStrike" kern="1200" cap="none" spc="0" normalizeH="0" baseline="0" noProof="0">
                <a:ln>
                  <a:noFill/>
                </a:ln>
                <a:solidFill>
                  <a:srgbClr val="000000"/>
                </a:solidFill>
                <a:effectLst/>
                <a:uLnTx/>
                <a:uFillTx/>
                <a:latin typeface="Amazon Ember Display"/>
                <a:ea typeface="+mn-ea"/>
                <a:cs typeface="+mn-cs"/>
              </a:endParaRPr>
            </a:p>
          </p:txBody>
        </p:sp>
        <p:grpSp>
          <p:nvGrpSpPr>
            <p:cNvPr id="55" name="Group 54">
              <a:extLst>
                <a:ext uri="{FF2B5EF4-FFF2-40B4-BE49-F238E27FC236}">
                  <a16:creationId xmlns:a16="http://schemas.microsoft.com/office/drawing/2014/main" id="{2F1E2919-B7D9-73B4-8099-A0E2C5A2E35D}"/>
                </a:ext>
              </a:extLst>
            </p:cNvPr>
            <p:cNvGrpSpPr/>
            <p:nvPr/>
          </p:nvGrpSpPr>
          <p:grpSpPr>
            <a:xfrm>
              <a:off x="4322763" y="2053141"/>
              <a:ext cx="7259637" cy="766167"/>
              <a:chOff x="4322764" y="2053141"/>
              <a:chExt cx="6975048" cy="766167"/>
            </a:xfrm>
          </p:grpSpPr>
          <p:sp>
            <p:nvSpPr>
              <p:cNvPr id="17" name="Rectangle: Rounded Corners 16">
                <a:extLst>
                  <a:ext uri="{FF2B5EF4-FFF2-40B4-BE49-F238E27FC236}">
                    <a16:creationId xmlns:a16="http://schemas.microsoft.com/office/drawing/2014/main" id="{C1D675FE-4356-25A7-963A-1A8BE67D104A}"/>
                  </a:ext>
                </a:extLst>
              </p:cNvPr>
              <p:cNvSpPr/>
              <p:nvPr/>
            </p:nvSpPr>
            <p:spPr bwMode="auto">
              <a:xfrm>
                <a:off x="4322764" y="2053141"/>
                <a:ext cx="2286000" cy="766167"/>
              </a:xfrm>
              <a:prstGeom prst="roundRect">
                <a:avLst>
                  <a:gd name="adj" fmla="val 9484"/>
                </a:avLst>
              </a:prstGeom>
              <a:solidFill>
                <a:schemeClr val="accent1">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Heavy"/>
                    <a:ea typeface="+mn-ea"/>
                    <a:cs typeface="+mn-cs"/>
                  </a:rPr>
                  <a:t>Job submission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Display"/>
                    <a:ea typeface="+mn-ea"/>
                    <a:cs typeface="+mn-cs"/>
                  </a:rPr>
                  <a:t>Ray, Run.ai, </a:t>
                </a: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kubectl</a:t>
                </a:r>
                <a:r>
                  <a:rPr kumimoji="0" lang="en-US" sz="1300" b="0" i="0" u="none" strike="noStrike" kern="1200" cap="none" spc="0" normalizeH="0" baseline="0" noProof="0">
                    <a:ln>
                      <a:noFill/>
                    </a:ln>
                    <a:solidFill>
                      <a:srgbClr val="000000"/>
                    </a:solidFill>
                    <a:effectLst/>
                    <a:uLnTx/>
                    <a:uFillTx/>
                    <a:latin typeface="Amazon Ember Display"/>
                    <a:ea typeface="+mn-ea"/>
                    <a:cs typeface="+mn-cs"/>
                  </a:rPr>
                  <a:t>, Composer, </a:t>
                </a: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HyperPod</a:t>
                </a:r>
                <a:r>
                  <a:rPr kumimoji="0" lang="en-US" sz="1300" b="0" i="0" u="none" strike="noStrike" kern="1200" cap="none" spc="0" normalizeH="0" baseline="0" noProof="0">
                    <a:ln>
                      <a:noFill/>
                    </a:ln>
                    <a:solidFill>
                      <a:srgbClr val="000000"/>
                    </a:solidFill>
                    <a:effectLst/>
                    <a:uLnTx/>
                    <a:uFillTx/>
                    <a:latin typeface="Amazon Ember Display"/>
                    <a:ea typeface="+mn-ea"/>
                    <a:cs typeface="+mn-cs"/>
                  </a:rPr>
                  <a:t> CLI</a:t>
                </a:r>
              </a:p>
            </p:txBody>
          </p:sp>
          <p:sp>
            <p:nvSpPr>
              <p:cNvPr id="31" name="Rectangle: Rounded Corners 30">
                <a:extLst>
                  <a:ext uri="{FF2B5EF4-FFF2-40B4-BE49-F238E27FC236}">
                    <a16:creationId xmlns:a16="http://schemas.microsoft.com/office/drawing/2014/main" id="{B83B8936-B103-B381-4A1A-6DDB0911CEBB}"/>
                  </a:ext>
                </a:extLst>
              </p:cNvPr>
              <p:cNvSpPr/>
              <p:nvPr/>
            </p:nvSpPr>
            <p:spPr bwMode="auto">
              <a:xfrm>
                <a:off x="6667289" y="2053141"/>
                <a:ext cx="2286000" cy="766167"/>
              </a:xfrm>
              <a:prstGeom prst="roundRect">
                <a:avLst>
                  <a:gd name="adj" fmla="val 9484"/>
                </a:avLst>
              </a:prstGeom>
              <a:solidFill>
                <a:schemeClr val="accent1">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Heavy"/>
                    <a:ea typeface="+mn-ea"/>
                    <a:cs typeface="+mn-cs"/>
                  </a:rPr>
                  <a:t>Observability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Display"/>
                    <a:ea typeface="+mn-ea"/>
                    <a:cs typeface="+mn-cs"/>
                  </a:rPr>
                  <a:t>Prometheus,</a:t>
                </a:r>
                <a:br>
                  <a:rPr kumimoji="0" lang="en-US" sz="1300" b="0" i="0" u="none" strike="noStrike" kern="1200" cap="none" spc="0" normalizeH="0" baseline="0" noProof="0">
                    <a:ln>
                      <a:noFill/>
                    </a:ln>
                    <a:solidFill>
                      <a:srgbClr val="000000"/>
                    </a:solidFill>
                    <a:effectLst/>
                    <a:uLnTx/>
                    <a:uFillTx/>
                    <a:latin typeface="Amazon Ember Display"/>
                    <a:ea typeface="+mn-ea"/>
                    <a:cs typeface="+mn-cs"/>
                  </a:rPr>
                </a:br>
                <a:r>
                  <a:rPr kumimoji="0" lang="en-US" sz="1300" b="0" i="0" u="none" strike="noStrike" kern="1200" cap="none" spc="0" normalizeH="0" baseline="0" noProof="0">
                    <a:ln>
                      <a:noFill/>
                    </a:ln>
                    <a:solidFill>
                      <a:srgbClr val="000000"/>
                    </a:solidFill>
                    <a:effectLst/>
                    <a:uLnTx/>
                    <a:uFillTx/>
                    <a:latin typeface="Amazon Ember Display"/>
                    <a:ea typeface="+mn-ea"/>
                    <a:cs typeface="+mn-cs"/>
                  </a:rPr>
                  <a:t>Grafana, </a:t>
                </a: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Cloudwatch</a:t>
                </a:r>
                <a:r>
                  <a:rPr kumimoji="0" lang="en-US" sz="1300" b="0" i="0" u="none" strike="noStrike" kern="1200" cap="none" spc="0" normalizeH="0" baseline="0" noProof="0">
                    <a:ln>
                      <a:noFill/>
                    </a:ln>
                    <a:solidFill>
                      <a:srgbClr val="000000"/>
                    </a:solidFill>
                    <a:effectLst/>
                    <a:uLnTx/>
                    <a:uFillTx/>
                    <a:latin typeface="Amazon Ember Display"/>
                    <a:ea typeface="+mn-ea"/>
                    <a:cs typeface="+mn-cs"/>
                  </a:rPr>
                  <a:t>  </a:t>
                </a:r>
              </a:p>
            </p:txBody>
          </p:sp>
          <p:sp>
            <p:nvSpPr>
              <p:cNvPr id="32" name="Rectangle: Rounded Corners 31">
                <a:extLst>
                  <a:ext uri="{FF2B5EF4-FFF2-40B4-BE49-F238E27FC236}">
                    <a16:creationId xmlns:a16="http://schemas.microsoft.com/office/drawing/2014/main" id="{B0B75B03-59F1-BA20-4C0E-1DCCAFEDF0EA}"/>
                  </a:ext>
                </a:extLst>
              </p:cNvPr>
              <p:cNvSpPr/>
              <p:nvPr/>
            </p:nvSpPr>
            <p:spPr bwMode="auto">
              <a:xfrm>
                <a:off x="9011812" y="2053141"/>
                <a:ext cx="2286000" cy="766167"/>
              </a:xfrm>
              <a:prstGeom prst="roundRect">
                <a:avLst>
                  <a:gd name="adj" fmla="val 10037"/>
                </a:avLst>
              </a:prstGeom>
              <a:solidFill>
                <a:schemeClr val="accent1">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Heavy"/>
                    <a:ea typeface="+mn-ea"/>
                    <a:cs typeface="+mn-cs"/>
                  </a:rPr>
                  <a:t>Dev, training and tuning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Display"/>
                    <a:ea typeface="+mn-ea"/>
                    <a:cs typeface="+mn-cs"/>
                  </a:rPr>
                  <a:t>Studio, Kubeflow,</a:t>
                </a:r>
                <a:br>
                  <a:rPr kumimoji="0" lang="en-US" sz="1300" b="0" i="0" u="none" strike="noStrike" kern="1200" cap="none" spc="0" normalizeH="0" baseline="0" noProof="0">
                    <a:ln>
                      <a:noFill/>
                    </a:ln>
                    <a:solidFill>
                      <a:srgbClr val="000000"/>
                    </a:solidFill>
                    <a:effectLst/>
                    <a:uLnTx/>
                    <a:uFillTx/>
                    <a:latin typeface="Amazon Ember Display"/>
                    <a:ea typeface="+mn-ea"/>
                    <a:cs typeface="+mn-cs"/>
                  </a:rPr>
                </a:br>
                <a:r>
                  <a:rPr kumimoji="0" lang="en-US" sz="1300" b="0" i="0" u="none" strike="noStrike" kern="1200" cap="none" spc="0" normalizeH="0" baseline="0" noProof="0">
                    <a:ln>
                      <a:noFill/>
                    </a:ln>
                    <a:solidFill>
                      <a:srgbClr val="000000"/>
                    </a:solidFill>
                    <a:effectLst/>
                    <a:uLnTx/>
                    <a:uFillTx/>
                    <a:latin typeface="Amazon Ember Display"/>
                    <a:ea typeface="+mn-ea"/>
                    <a:cs typeface="+mn-cs"/>
                  </a:rPr>
                  <a:t>Notebooks</a:t>
                </a:r>
              </a:p>
            </p:txBody>
          </p:sp>
        </p:grpSp>
        <p:sp>
          <p:nvSpPr>
            <p:cNvPr id="33" name="Rectangle: Rounded Corners 32">
              <a:extLst>
                <a:ext uri="{FF2B5EF4-FFF2-40B4-BE49-F238E27FC236}">
                  <a16:creationId xmlns:a16="http://schemas.microsoft.com/office/drawing/2014/main" id="{FC980292-BAE8-4A47-EDFE-2E307D035986}"/>
                </a:ext>
              </a:extLst>
            </p:cNvPr>
            <p:cNvSpPr/>
            <p:nvPr/>
          </p:nvSpPr>
          <p:spPr bwMode="auto">
            <a:xfrm>
              <a:off x="4322765" y="3827575"/>
              <a:ext cx="7259636" cy="323493"/>
            </a:xfrm>
            <a:prstGeom prst="roundRect">
              <a:avLst/>
            </a:prstGeom>
            <a:solidFill>
              <a:schemeClr val="accent1">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KubeFlow</a:t>
              </a:r>
              <a:r>
                <a:rPr kumimoji="0" lang="en-US" sz="1300" b="0" i="0" u="none" strike="noStrike" kern="1200" cap="none" spc="0" normalizeH="0" baseline="0" noProof="0">
                  <a:ln>
                    <a:noFill/>
                  </a:ln>
                  <a:solidFill>
                    <a:srgbClr val="000000"/>
                  </a:solidFill>
                  <a:effectLst/>
                  <a:uLnTx/>
                  <a:uFillTx/>
                  <a:latin typeface="Amazon Ember Display"/>
                  <a:ea typeface="+mn-ea"/>
                  <a:cs typeface="+mn-cs"/>
                </a:rPr>
                <a:t> | Weights &amp; Biases | </a:t>
              </a: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MLflow</a:t>
              </a:r>
              <a:endParaRPr kumimoji="0" lang="en-US" sz="13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5" name="Rectangle: Rounded Corners 14">
              <a:extLst>
                <a:ext uri="{FF2B5EF4-FFF2-40B4-BE49-F238E27FC236}">
                  <a16:creationId xmlns:a16="http://schemas.microsoft.com/office/drawing/2014/main" id="{B0E5F3FA-5749-DA94-8D29-348600CC0158}"/>
                </a:ext>
              </a:extLst>
            </p:cNvPr>
            <p:cNvSpPr/>
            <p:nvPr/>
          </p:nvSpPr>
          <p:spPr bwMode="auto">
            <a:xfrm>
              <a:off x="4322763" y="4956269"/>
              <a:ext cx="3601478" cy="1220693"/>
            </a:xfrm>
            <a:prstGeom prst="roundRect">
              <a:avLst>
                <a:gd name="adj" fmla="val 8344"/>
              </a:avLst>
            </a:prstGeom>
            <a:solidFill>
              <a:schemeClr val="accent5">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64008"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Heavy"/>
                  <a:ea typeface="+mn-ea"/>
                  <a:cs typeface="+mn-cs"/>
                </a:rPr>
                <a:t>Compute</a:t>
              </a:r>
              <a:r>
                <a:rPr kumimoji="0" lang="en-US" sz="1300" b="0" i="0" u="none" strike="noStrike" kern="1200" cap="none" spc="0" normalizeH="0" baseline="0" noProof="0">
                  <a:ln>
                    <a:noFill/>
                  </a:ln>
                  <a:solidFill>
                    <a:srgbClr val="000000"/>
                  </a:solidFill>
                  <a:effectLst/>
                  <a:uLnTx/>
                  <a:uFillTx/>
                  <a:latin typeface="Amazon Ember Display"/>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Display"/>
                  <a:ea typeface="+mn-ea"/>
                  <a:cs typeface="+mn-cs"/>
                </a:rPr>
                <a:t>GPUs instances (p5en, p5, etc.),</a:t>
              </a:r>
              <a:br>
                <a:rPr kumimoji="0" lang="en-US" sz="1300" b="0" i="0" u="none" strike="noStrike" kern="1200" cap="none" spc="0" normalizeH="0" baseline="0" noProof="0">
                  <a:ln>
                    <a:noFill/>
                  </a:ln>
                  <a:solidFill>
                    <a:srgbClr val="000000"/>
                  </a:solidFill>
                  <a:effectLst/>
                  <a:uLnTx/>
                  <a:uFillTx/>
                  <a:latin typeface="Amazon Ember Display"/>
                  <a:ea typeface="+mn-ea"/>
                  <a:cs typeface="+mn-cs"/>
                </a:rPr>
              </a:br>
              <a:r>
                <a:rPr kumimoji="0" lang="en-US" sz="1300" b="0" i="0" u="none" strike="noStrike" kern="1200" cap="none" spc="0" normalizeH="0" baseline="0" noProof="0">
                  <a:ln>
                    <a:noFill/>
                  </a:ln>
                  <a:solidFill>
                    <a:srgbClr val="000000"/>
                  </a:solidFill>
                  <a:effectLst/>
                  <a:uLnTx/>
                  <a:uFillTx/>
                  <a:latin typeface="Amazon Ember Display"/>
                  <a:ea typeface="+mn-ea"/>
                  <a:cs typeface="+mn-cs"/>
                </a:rPr>
                <a:t>AWS </a:t>
              </a: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Trainium</a:t>
              </a:r>
              <a:r>
                <a:rPr kumimoji="0" lang="en-US" sz="1300" b="0" i="0" u="none" strike="noStrike" kern="1200" cap="none" spc="0" normalizeH="0" baseline="0" noProof="0">
                  <a:ln>
                    <a:noFill/>
                  </a:ln>
                  <a:solidFill>
                    <a:srgbClr val="000000"/>
                  </a:solidFill>
                  <a:effectLst/>
                  <a:uLnTx/>
                  <a:uFillTx/>
                  <a:latin typeface="Amazon Ember Display"/>
                  <a:ea typeface="+mn-ea"/>
                  <a:cs typeface="+mn-cs"/>
                </a:rPr>
                <a:t> (trn2, trn1) </a:t>
              </a:r>
            </a:p>
          </p:txBody>
        </p:sp>
        <p:sp>
          <p:nvSpPr>
            <p:cNvPr id="34" name="Rectangle: Rounded Corners 33">
              <a:extLst>
                <a:ext uri="{FF2B5EF4-FFF2-40B4-BE49-F238E27FC236}">
                  <a16:creationId xmlns:a16="http://schemas.microsoft.com/office/drawing/2014/main" id="{B788864F-B3F6-9762-DDA5-BA02D263A156}"/>
                </a:ext>
              </a:extLst>
            </p:cNvPr>
            <p:cNvSpPr/>
            <p:nvPr/>
          </p:nvSpPr>
          <p:spPr bwMode="auto">
            <a:xfrm>
              <a:off x="7982724" y="4956269"/>
              <a:ext cx="3599676" cy="578355"/>
            </a:xfrm>
            <a:prstGeom prst="roundRect">
              <a:avLst/>
            </a:prstGeom>
            <a:solidFill>
              <a:schemeClr val="accent5">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Heavy"/>
                  <a:ea typeface="+mn-ea"/>
                  <a:cs typeface="+mn-cs"/>
                </a:rPr>
                <a:t>Storage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Display"/>
                  <a:ea typeface="+mn-ea"/>
                  <a:cs typeface="+mn-cs"/>
                </a:rPr>
                <a:t>AWS S3, EFS, </a:t>
              </a:r>
              <a:r>
                <a:rPr kumimoji="0" lang="en-US" sz="1300" b="0" i="0" u="none" strike="noStrike" kern="1200" cap="none" spc="0" normalizeH="0" baseline="0" noProof="0" err="1">
                  <a:ln>
                    <a:noFill/>
                  </a:ln>
                  <a:solidFill>
                    <a:srgbClr val="000000"/>
                  </a:solidFill>
                  <a:effectLst/>
                  <a:uLnTx/>
                  <a:uFillTx/>
                  <a:latin typeface="Amazon Ember Display"/>
                  <a:ea typeface="+mn-ea"/>
                  <a:cs typeface="+mn-cs"/>
                </a:rPr>
                <a:t>FSxL</a:t>
              </a:r>
              <a:r>
                <a:rPr kumimoji="0" lang="en-US" sz="1300" b="0" i="0" u="none" strike="noStrike" kern="1200" cap="none" spc="0" normalizeH="0" baseline="0" noProof="0">
                  <a:ln>
                    <a:noFill/>
                  </a:ln>
                  <a:solidFill>
                    <a:srgbClr val="000000"/>
                  </a:solidFill>
                  <a:effectLst/>
                  <a:uLnTx/>
                  <a:uFillTx/>
                  <a:latin typeface="Amazon Ember Display"/>
                  <a:ea typeface="+mn-ea"/>
                  <a:cs typeface="+mn-cs"/>
                </a:rPr>
                <a:t> </a:t>
              </a:r>
            </a:p>
          </p:txBody>
        </p:sp>
        <p:sp>
          <p:nvSpPr>
            <p:cNvPr id="35" name="Rectangle: Rounded Corners 34">
              <a:extLst>
                <a:ext uri="{FF2B5EF4-FFF2-40B4-BE49-F238E27FC236}">
                  <a16:creationId xmlns:a16="http://schemas.microsoft.com/office/drawing/2014/main" id="{DBE66B12-8715-13C0-8D2A-63BE0C7EC8E1}"/>
                </a:ext>
              </a:extLst>
            </p:cNvPr>
            <p:cNvSpPr/>
            <p:nvPr/>
          </p:nvSpPr>
          <p:spPr bwMode="auto">
            <a:xfrm>
              <a:off x="7982724" y="5588000"/>
              <a:ext cx="3599676" cy="578355"/>
            </a:xfrm>
            <a:prstGeom prst="roundRect">
              <a:avLst/>
            </a:prstGeom>
            <a:solidFill>
              <a:schemeClr val="accent5">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Heavy"/>
                  <a:ea typeface="+mn-ea"/>
                  <a:cs typeface="+mn-cs"/>
                </a:rPr>
                <a:t>Networking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Display"/>
                  <a:ea typeface="+mn-ea"/>
                  <a:cs typeface="+mn-cs"/>
                </a:rPr>
                <a:t>EFA Device</a:t>
              </a:r>
            </a:p>
          </p:txBody>
        </p:sp>
        <p:sp>
          <p:nvSpPr>
            <p:cNvPr id="20" name="Rectangle: Rounded Corners 19">
              <a:extLst>
                <a:ext uri="{FF2B5EF4-FFF2-40B4-BE49-F238E27FC236}">
                  <a16:creationId xmlns:a16="http://schemas.microsoft.com/office/drawing/2014/main" id="{E0C8871F-D8EC-CD3C-7857-E06F6CAE10C0}"/>
                </a:ext>
              </a:extLst>
            </p:cNvPr>
            <p:cNvSpPr/>
            <p:nvPr/>
          </p:nvSpPr>
          <p:spPr bwMode="auto">
            <a:xfrm>
              <a:off x="4322765" y="4391922"/>
              <a:ext cx="7259636" cy="323493"/>
            </a:xfrm>
            <a:prstGeom prst="roundRect">
              <a:avLst/>
            </a:prstGeom>
            <a:solidFill>
              <a:schemeClr val="accent3">
                <a:lumMod val="40000"/>
                <a:lumOff val="60000"/>
                <a:alpha val="50000"/>
              </a:schemeClr>
            </a:solidFill>
            <a:ln w="19050">
              <a:noFill/>
            </a:ln>
            <a:effectLst>
              <a:outerShdw blurRad="675789" dist="50800" dir="5400000" algn="ctr"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Display"/>
                  <a:ea typeface="+mn-ea"/>
                  <a:cs typeface="+mn-cs"/>
                </a:rPr>
                <a:t>NCCL | AWS Neuron Runtime</a:t>
              </a:r>
            </a:p>
          </p:txBody>
        </p:sp>
        <p:sp>
          <p:nvSpPr>
            <p:cNvPr id="37" name="TextBox 36">
              <a:extLst>
                <a:ext uri="{FF2B5EF4-FFF2-40B4-BE49-F238E27FC236}">
                  <a16:creationId xmlns:a16="http://schemas.microsoft.com/office/drawing/2014/main" id="{066CE7E8-402F-9BB3-623E-8D622142BC78}"/>
                </a:ext>
              </a:extLst>
            </p:cNvPr>
            <p:cNvSpPr txBox="1"/>
            <p:nvPr/>
          </p:nvSpPr>
          <p:spPr>
            <a:xfrm>
              <a:off x="609600" y="4367057"/>
              <a:ext cx="2379388" cy="400110"/>
            </a:xfrm>
            <a:prstGeom prst="rect">
              <a:avLst/>
            </a:prstGeom>
            <a:noFill/>
          </p:spPr>
          <p:txBody>
            <a:bodyPr wrap="square" lIns="0" tIns="0" rIns="0" bIns="0" rtlCol="0">
              <a:noAutofit/>
            </a:bodyPr>
            <a:lstStyle>
              <a:defPPr>
                <a:defRPr lang="en-US"/>
              </a:defPPr>
              <a:lvl1pPr>
                <a:lnSpc>
                  <a:spcPct val="114000"/>
                </a:lnSpc>
                <a:spcAft>
                  <a:spcPts val="1200"/>
                </a:spcAft>
                <a:defRPr sz="1300">
                  <a:solidFill>
                    <a:schemeClr val="accent2"/>
                  </a:solidFill>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00" b="0" i="0" u="none" strike="noStrike" kern="1200" cap="none" spc="0" normalizeH="0" baseline="0" noProof="0">
                  <a:ln>
                    <a:noFill/>
                  </a:ln>
                  <a:solidFill>
                    <a:schemeClr val="tx1"/>
                  </a:solidFill>
                  <a:effectLst/>
                  <a:uLnTx/>
                  <a:uFillTx/>
                  <a:latin typeface="Amazon Ember"/>
                  <a:ea typeface="Amazon Ember Display Light" panose="020F0403020204020204" pitchFamily="34" charset="0"/>
                  <a:cs typeface="Amazon Ember Display Light" panose="020F0403020204020204" pitchFamily="34" charset="0"/>
                </a:rPr>
                <a:t>AWS or NVIDIA collective communications</a:t>
              </a:r>
            </a:p>
          </p:txBody>
        </p:sp>
        <p:cxnSp>
          <p:nvCxnSpPr>
            <p:cNvPr id="49" name="Straight Connector 48">
              <a:extLst>
                <a:ext uri="{FF2B5EF4-FFF2-40B4-BE49-F238E27FC236}">
                  <a16:creationId xmlns:a16="http://schemas.microsoft.com/office/drawing/2014/main" id="{2EEC94B1-D603-82C5-83C6-CEA200276E5E}"/>
                </a:ext>
              </a:extLst>
            </p:cNvPr>
            <p:cNvCxnSpPr>
              <a:cxnSpLocks/>
            </p:cNvCxnSpPr>
            <p:nvPr/>
          </p:nvCxnSpPr>
          <p:spPr>
            <a:xfrm>
              <a:off x="609600" y="4835842"/>
              <a:ext cx="10972800" cy="0"/>
            </a:xfrm>
            <a:prstGeom prst="line">
              <a:avLst/>
            </a:prstGeom>
            <a:ln w="12700" cap="rnd">
              <a:solidFill>
                <a:schemeClr val="tx1">
                  <a:alpha val="10000"/>
                </a:schemeClr>
              </a:soli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8DE8567-486F-7F28-F9E7-F8961DE78153}"/>
                </a:ext>
              </a:extLst>
            </p:cNvPr>
            <p:cNvCxnSpPr>
              <a:cxnSpLocks/>
            </p:cNvCxnSpPr>
            <p:nvPr/>
          </p:nvCxnSpPr>
          <p:spPr>
            <a:xfrm>
              <a:off x="609600" y="4271495"/>
              <a:ext cx="10972800" cy="0"/>
            </a:xfrm>
            <a:prstGeom prst="line">
              <a:avLst/>
            </a:prstGeom>
            <a:ln w="12700" cap="rnd">
              <a:solidFill>
                <a:schemeClr val="tx1">
                  <a:alpha val="10000"/>
                </a:schemeClr>
              </a:solidFill>
              <a:roun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77EFC52-FA1F-00DE-0C4F-BAF9961FC331}"/>
                </a:ext>
              </a:extLst>
            </p:cNvPr>
            <p:cNvCxnSpPr>
              <a:cxnSpLocks/>
            </p:cNvCxnSpPr>
            <p:nvPr/>
          </p:nvCxnSpPr>
          <p:spPr>
            <a:xfrm>
              <a:off x="609600" y="1932714"/>
              <a:ext cx="10972800" cy="0"/>
            </a:xfrm>
            <a:prstGeom prst="line">
              <a:avLst/>
            </a:prstGeom>
            <a:ln w="12700" cap="rnd">
              <a:solidFill>
                <a:schemeClr val="tx1">
                  <a:alpha val="10000"/>
                </a:schemeClr>
              </a:solidFill>
              <a:round/>
            </a:ln>
          </p:spPr>
          <p:style>
            <a:lnRef idx="1">
              <a:schemeClr val="accent1"/>
            </a:lnRef>
            <a:fillRef idx="0">
              <a:schemeClr val="accent1"/>
            </a:fillRef>
            <a:effectRef idx="0">
              <a:schemeClr val="accent1"/>
            </a:effectRef>
            <a:fontRef idx="minor">
              <a:schemeClr val="tx1"/>
            </a:fontRef>
          </p:style>
        </p:cxnSp>
      </p:grpSp>
      <p:sp>
        <p:nvSpPr>
          <p:cNvPr id="71" name="Rectangle: Rounded Corners 39">
            <a:extLst>
              <a:ext uri="{FF2B5EF4-FFF2-40B4-BE49-F238E27FC236}">
                <a16:creationId xmlns:a16="http://schemas.microsoft.com/office/drawing/2014/main" id="{4CD1B1F9-5F92-434D-0E59-0A258A9A8A65}"/>
              </a:ext>
            </a:extLst>
          </p:cNvPr>
          <p:cNvSpPr/>
          <p:nvPr/>
        </p:nvSpPr>
        <p:spPr>
          <a:xfrm flipV="1">
            <a:off x="2120087" y="3332"/>
            <a:ext cx="1412496" cy="346045"/>
          </a:xfrm>
          <a:prstGeom prst="round2SameRect">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685800" rIns="4572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72" name="Rectangle 71">
            <a:extLst>
              <a:ext uri="{FF2B5EF4-FFF2-40B4-BE49-F238E27FC236}">
                <a16:creationId xmlns:a16="http://schemas.microsoft.com/office/drawing/2014/main" id="{43323929-2A38-4731-373F-F72053CE6E77}"/>
              </a:ext>
            </a:extLst>
          </p:cNvPr>
          <p:cNvSpPr/>
          <p:nvPr/>
        </p:nvSpPr>
        <p:spPr>
          <a:xfrm>
            <a:off x="2253625" y="93295"/>
            <a:ext cx="744459" cy="161583"/>
          </a:xfrm>
          <a:prstGeom prst="rect">
            <a:avLst/>
          </a:prstGeom>
          <a:noFill/>
          <a:ln w="15875" cap="flat" cmpd="sng" algn="ctr">
            <a:noFill/>
            <a:prstDash val="dash"/>
            <a:miter lim="800000"/>
          </a:ln>
          <a:effectLst/>
        </p:spPr>
        <p:txBody>
          <a:bodyPr lIns="0" tIns="0" rIns="0" bIns="0">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US" sz="1050" b="0" i="0" u="none" strike="noStrike" kern="0" cap="none" spc="0" normalizeH="0" baseline="0" noProof="0">
                <a:ln>
                  <a:noFill/>
                </a:ln>
                <a:solidFill>
                  <a:schemeClr val="accent3"/>
                </a:solidFill>
                <a:effectLst/>
                <a:uLnTx/>
                <a:uFillTx/>
                <a:latin typeface="Amazon Ember Heavy"/>
                <a:ea typeface="Amazon Ember Display" panose="020F0603020204020204" pitchFamily="34" charset="0"/>
                <a:cs typeface="Amazon Ember Display" panose="020F0603020204020204" pitchFamily="34" charset="0"/>
              </a:rPr>
              <a:t>Versatile</a:t>
            </a:r>
          </a:p>
        </p:txBody>
      </p:sp>
      <p:grpSp>
        <p:nvGrpSpPr>
          <p:cNvPr id="115" name="Group 114">
            <a:extLst>
              <a:ext uri="{FF2B5EF4-FFF2-40B4-BE49-F238E27FC236}">
                <a16:creationId xmlns:a16="http://schemas.microsoft.com/office/drawing/2014/main" id="{C3C13763-F921-C75E-D62E-BE1D63B415B0}"/>
              </a:ext>
            </a:extLst>
          </p:cNvPr>
          <p:cNvGrpSpPr/>
          <p:nvPr/>
        </p:nvGrpSpPr>
        <p:grpSpPr>
          <a:xfrm>
            <a:off x="3205345" y="95060"/>
            <a:ext cx="216278" cy="162625"/>
            <a:chOff x="1461884" y="1930613"/>
            <a:chExt cx="144427" cy="108599"/>
          </a:xfrm>
        </p:grpSpPr>
        <p:sp>
          <p:nvSpPr>
            <p:cNvPr id="116" name="Freeform 21">
              <a:extLst>
                <a:ext uri="{FF2B5EF4-FFF2-40B4-BE49-F238E27FC236}">
                  <a16:creationId xmlns:a16="http://schemas.microsoft.com/office/drawing/2014/main" id="{864603DA-B0AB-3862-BA45-5414390C42B5}"/>
                </a:ext>
              </a:extLst>
            </p:cNvPr>
            <p:cNvSpPr>
              <a:spLocks/>
            </p:cNvSpPr>
            <p:nvPr/>
          </p:nvSpPr>
          <p:spPr bwMode="auto">
            <a:xfrm>
              <a:off x="1592952" y="1930613"/>
              <a:ext cx="13359" cy="36576"/>
            </a:xfrm>
            <a:custGeom>
              <a:avLst/>
              <a:gdLst>
                <a:gd name="T0" fmla="*/ 0 w 46"/>
                <a:gd name="T1" fmla="*/ 0 h 90"/>
                <a:gd name="T2" fmla="*/ 46 w 46"/>
                <a:gd name="T3" fmla="*/ 45 h 90"/>
                <a:gd name="T4" fmla="*/ 0 w 46"/>
                <a:gd name="T5" fmla="*/ 90 h 90"/>
              </a:gdLst>
              <a:ahLst/>
              <a:cxnLst>
                <a:cxn ang="0">
                  <a:pos x="T0" y="T1"/>
                </a:cxn>
                <a:cxn ang="0">
                  <a:pos x="T2" y="T3"/>
                </a:cxn>
                <a:cxn ang="0">
                  <a:pos x="T4" y="T5"/>
                </a:cxn>
              </a:cxnLst>
              <a:rect l="0" t="0" r="r" b="b"/>
              <a:pathLst>
                <a:path w="46" h="90">
                  <a:moveTo>
                    <a:pt x="0" y="0"/>
                  </a:moveTo>
                  <a:lnTo>
                    <a:pt x="46" y="45"/>
                  </a:lnTo>
                  <a:lnTo>
                    <a:pt x="0" y="90"/>
                  </a:lnTo>
                </a:path>
              </a:pathLst>
            </a:custGeom>
            <a:noFill/>
            <a:ln w="12700" cap="flat">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7" name="Freeform 22">
              <a:extLst>
                <a:ext uri="{FF2B5EF4-FFF2-40B4-BE49-F238E27FC236}">
                  <a16:creationId xmlns:a16="http://schemas.microsoft.com/office/drawing/2014/main" id="{14BB48F1-476B-C526-1FD0-95390AB3CED7}"/>
                </a:ext>
              </a:extLst>
            </p:cNvPr>
            <p:cNvSpPr>
              <a:spLocks/>
            </p:cNvSpPr>
            <p:nvPr/>
          </p:nvSpPr>
          <p:spPr bwMode="auto">
            <a:xfrm>
              <a:off x="1592952" y="2002636"/>
              <a:ext cx="13359" cy="36576"/>
            </a:xfrm>
            <a:custGeom>
              <a:avLst/>
              <a:gdLst>
                <a:gd name="T0" fmla="*/ 0 w 46"/>
                <a:gd name="T1" fmla="*/ 90 h 90"/>
                <a:gd name="T2" fmla="*/ 46 w 46"/>
                <a:gd name="T3" fmla="*/ 45 h 90"/>
                <a:gd name="T4" fmla="*/ 0 w 46"/>
                <a:gd name="T5" fmla="*/ 0 h 90"/>
              </a:gdLst>
              <a:ahLst/>
              <a:cxnLst>
                <a:cxn ang="0">
                  <a:pos x="T0" y="T1"/>
                </a:cxn>
                <a:cxn ang="0">
                  <a:pos x="T2" y="T3"/>
                </a:cxn>
                <a:cxn ang="0">
                  <a:pos x="T4" y="T5"/>
                </a:cxn>
              </a:cxnLst>
              <a:rect l="0" t="0" r="r" b="b"/>
              <a:pathLst>
                <a:path w="46" h="90">
                  <a:moveTo>
                    <a:pt x="0" y="90"/>
                  </a:moveTo>
                  <a:lnTo>
                    <a:pt x="46" y="45"/>
                  </a:lnTo>
                  <a:lnTo>
                    <a:pt x="0" y="0"/>
                  </a:lnTo>
                </a:path>
              </a:pathLst>
            </a:custGeom>
            <a:noFill/>
            <a:ln w="12700" cap="flat">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8" name="Freeform 23">
              <a:extLst>
                <a:ext uri="{FF2B5EF4-FFF2-40B4-BE49-F238E27FC236}">
                  <a16:creationId xmlns:a16="http://schemas.microsoft.com/office/drawing/2014/main" id="{41D75D75-2C34-7F2A-D9F2-BF7F4763CCB5}"/>
                </a:ext>
              </a:extLst>
            </p:cNvPr>
            <p:cNvSpPr>
              <a:spLocks/>
            </p:cNvSpPr>
            <p:nvPr/>
          </p:nvSpPr>
          <p:spPr bwMode="auto">
            <a:xfrm>
              <a:off x="1461887" y="1948450"/>
              <a:ext cx="127492" cy="72023"/>
            </a:xfrm>
            <a:custGeom>
              <a:avLst/>
              <a:gdLst>
                <a:gd name="T0" fmla="*/ 0 w 184"/>
                <a:gd name="T1" fmla="*/ 0 h 104"/>
                <a:gd name="T2" fmla="*/ 38 w 184"/>
                <a:gd name="T3" fmla="*/ 0 h 104"/>
                <a:gd name="T4" fmla="*/ 90 w 184"/>
                <a:gd name="T5" fmla="*/ 52 h 104"/>
                <a:gd name="T6" fmla="*/ 142 w 184"/>
                <a:gd name="T7" fmla="*/ 104 h 104"/>
                <a:gd name="T8" fmla="*/ 142 w 184"/>
                <a:gd name="T9" fmla="*/ 104 h 104"/>
                <a:gd name="T10" fmla="*/ 184 w 184"/>
                <a:gd name="T11" fmla="*/ 104 h 104"/>
              </a:gdLst>
              <a:ahLst/>
              <a:cxnLst>
                <a:cxn ang="0">
                  <a:pos x="T0" y="T1"/>
                </a:cxn>
                <a:cxn ang="0">
                  <a:pos x="T2" y="T3"/>
                </a:cxn>
                <a:cxn ang="0">
                  <a:pos x="T4" y="T5"/>
                </a:cxn>
                <a:cxn ang="0">
                  <a:pos x="T6" y="T7"/>
                </a:cxn>
                <a:cxn ang="0">
                  <a:pos x="T8" y="T9"/>
                </a:cxn>
                <a:cxn ang="0">
                  <a:pos x="T10" y="T11"/>
                </a:cxn>
              </a:cxnLst>
              <a:rect l="0" t="0" r="r" b="b"/>
              <a:pathLst>
                <a:path w="184" h="104">
                  <a:moveTo>
                    <a:pt x="0" y="0"/>
                  </a:moveTo>
                  <a:cubicBezTo>
                    <a:pt x="38" y="0"/>
                    <a:pt x="38" y="0"/>
                    <a:pt x="38" y="0"/>
                  </a:cubicBezTo>
                  <a:cubicBezTo>
                    <a:pt x="66" y="0"/>
                    <a:pt x="90" y="23"/>
                    <a:pt x="90" y="52"/>
                  </a:cubicBezTo>
                  <a:cubicBezTo>
                    <a:pt x="90" y="81"/>
                    <a:pt x="113" y="104"/>
                    <a:pt x="142" y="104"/>
                  </a:cubicBezTo>
                  <a:cubicBezTo>
                    <a:pt x="142" y="104"/>
                    <a:pt x="142" y="104"/>
                    <a:pt x="142" y="104"/>
                  </a:cubicBezTo>
                  <a:cubicBezTo>
                    <a:pt x="184" y="104"/>
                    <a:pt x="184" y="104"/>
                    <a:pt x="184" y="104"/>
                  </a:cubicBezTo>
                </a:path>
              </a:pathLst>
            </a:custGeom>
            <a:noFill/>
            <a:ln w="12700" cap="flat">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solidFill>
                    <a:srgbClr val="41B3FF"/>
                  </a:solidFill>
                </a:ln>
                <a:solidFill>
                  <a:srgbClr val="000000"/>
                </a:solidFill>
                <a:effectLst/>
                <a:uLnTx/>
                <a:uFillTx/>
                <a:latin typeface="Amazon Ember"/>
                <a:ea typeface="+mn-ea"/>
                <a:cs typeface="+mn-cs"/>
              </a:endParaRPr>
            </a:p>
          </p:txBody>
        </p:sp>
        <p:sp>
          <p:nvSpPr>
            <p:cNvPr id="119" name="Freeform 24">
              <a:extLst>
                <a:ext uri="{FF2B5EF4-FFF2-40B4-BE49-F238E27FC236}">
                  <a16:creationId xmlns:a16="http://schemas.microsoft.com/office/drawing/2014/main" id="{E092C423-9A2A-CCAA-695F-FD34FE197981}"/>
                </a:ext>
              </a:extLst>
            </p:cNvPr>
            <p:cNvSpPr>
              <a:spLocks/>
            </p:cNvSpPr>
            <p:nvPr/>
          </p:nvSpPr>
          <p:spPr bwMode="auto">
            <a:xfrm>
              <a:off x="1530421" y="1948447"/>
              <a:ext cx="58954" cy="15102"/>
            </a:xfrm>
            <a:custGeom>
              <a:avLst/>
              <a:gdLst>
                <a:gd name="T0" fmla="*/ 0 w 85"/>
                <a:gd name="T1" fmla="*/ 22 h 22"/>
                <a:gd name="T2" fmla="*/ 43 w 85"/>
                <a:gd name="T3" fmla="*/ 0 h 22"/>
                <a:gd name="T4" fmla="*/ 43 w 85"/>
                <a:gd name="T5" fmla="*/ 0 h 22"/>
                <a:gd name="T6" fmla="*/ 85 w 85"/>
                <a:gd name="T7" fmla="*/ 0 h 22"/>
              </a:gdLst>
              <a:ahLst/>
              <a:cxnLst>
                <a:cxn ang="0">
                  <a:pos x="T0" y="T1"/>
                </a:cxn>
                <a:cxn ang="0">
                  <a:pos x="T2" y="T3"/>
                </a:cxn>
                <a:cxn ang="0">
                  <a:pos x="T4" y="T5"/>
                </a:cxn>
                <a:cxn ang="0">
                  <a:pos x="T6" y="T7"/>
                </a:cxn>
              </a:cxnLst>
              <a:rect l="0" t="0" r="r" b="b"/>
              <a:pathLst>
                <a:path w="85" h="22">
                  <a:moveTo>
                    <a:pt x="0" y="22"/>
                  </a:moveTo>
                  <a:cubicBezTo>
                    <a:pt x="10" y="9"/>
                    <a:pt x="25" y="0"/>
                    <a:pt x="43" y="0"/>
                  </a:cubicBezTo>
                  <a:cubicBezTo>
                    <a:pt x="43" y="0"/>
                    <a:pt x="43" y="0"/>
                    <a:pt x="43" y="0"/>
                  </a:cubicBezTo>
                  <a:cubicBezTo>
                    <a:pt x="85" y="0"/>
                    <a:pt x="85" y="0"/>
                    <a:pt x="85" y="0"/>
                  </a:cubicBezTo>
                </a:path>
              </a:pathLst>
            </a:custGeom>
            <a:noFill/>
            <a:ln w="12700" cap="flat">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0" name="Freeform 25">
              <a:extLst>
                <a:ext uri="{FF2B5EF4-FFF2-40B4-BE49-F238E27FC236}">
                  <a16:creationId xmlns:a16="http://schemas.microsoft.com/office/drawing/2014/main" id="{35B51156-7A14-DACF-DE71-BC3B1A31C6B3}"/>
                </a:ext>
              </a:extLst>
            </p:cNvPr>
            <p:cNvSpPr>
              <a:spLocks/>
            </p:cNvSpPr>
            <p:nvPr/>
          </p:nvSpPr>
          <p:spPr bwMode="auto">
            <a:xfrm>
              <a:off x="1461884" y="2005949"/>
              <a:ext cx="55179" cy="14521"/>
            </a:xfrm>
            <a:custGeom>
              <a:avLst/>
              <a:gdLst>
                <a:gd name="T0" fmla="*/ 0 w 80"/>
                <a:gd name="T1" fmla="*/ 21 h 21"/>
                <a:gd name="T2" fmla="*/ 38 w 80"/>
                <a:gd name="T3" fmla="*/ 21 h 21"/>
                <a:gd name="T4" fmla="*/ 80 w 80"/>
                <a:gd name="T5" fmla="*/ 0 h 21"/>
              </a:gdLst>
              <a:ahLst/>
              <a:cxnLst>
                <a:cxn ang="0">
                  <a:pos x="T0" y="T1"/>
                </a:cxn>
                <a:cxn ang="0">
                  <a:pos x="T2" y="T3"/>
                </a:cxn>
                <a:cxn ang="0">
                  <a:pos x="T4" y="T5"/>
                </a:cxn>
              </a:cxnLst>
              <a:rect l="0" t="0" r="r" b="b"/>
              <a:pathLst>
                <a:path w="80" h="21">
                  <a:moveTo>
                    <a:pt x="0" y="21"/>
                  </a:moveTo>
                  <a:cubicBezTo>
                    <a:pt x="38" y="21"/>
                    <a:pt x="38" y="21"/>
                    <a:pt x="38" y="21"/>
                  </a:cubicBezTo>
                  <a:cubicBezTo>
                    <a:pt x="55" y="21"/>
                    <a:pt x="70" y="13"/>
                    <a:pt x="80" y="0"/>
                  </a:cubicBezTo>
                </a:path>
              </a:pathLst>
            </a:custGeom>
            <a:noFill/>
            <a:ln w="12700" cap="flat">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sp>
        <p:nvSpPr>
          <p:cNvPr id="121" name="Rectangle: Rounded Corners 39">
            <a:extLst>
              <a:ext uri="{FF2B5EF4-FFF2-40B4-BE49-F238E27FC236}">
                <a16:creationId xmlns:a16="http://schemas.microsoft.com/office/drawing/2014/main" id="{CA5586F1-B8EA-E3F2-E059-BDF3B246BBEF}"/>
              </a:ext>
            </a:extLst>
          </p:cNvPr>
          <p:cNvSpPr/>
          <p:nvPr/>
        </p:nvSpPr>
        <p:spPr>
          <a:xfrm flipV="1">
            <a:off x="3598570" y="3332"/>
            <a:ext cx="1412496" cy="346045"/>
          </a:xfrm>
          <a:prstGeom prst="round2SameRect">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685800" rIns="4572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22" name="Rectangle 121">
            <a:extLst>
              <a:ext uri="{FF2B5EF4-FFF2-40B4-BE49-F238E27FC236}">
                <a16:creationId xmlns:a16="http://schemas.microsoft.com/office/drawing/2014/main" id="{B3F2C618-E222-B836-3C85-2C0290BB2E6E}"/>
              </a:ext>
            </a:extLst>
          </p:cNvPr>
          <p:cNvSpPr/>
          <p:nvPr/>
        </p:nvSpPr>
        <p:spPr>
          <a:xfrm>
            <a:off x="3732109" y="93295"/>
            <a:ext cx="803981" cy="161583"/>
          </a:xfrm>
          <a:prstGeom prst="rect">
            <a:avLst/>
          </a:prstGeom>
          <a:noFill/>
          <a:ln w="15875" cap="flat" cmpd="sng" algn="ctr">
            <a:noFill/>
            <a:prstDash val="dash"/>
            <a:miter lim="800000"/>
          </a:ln>
          <a:effectLst/>
        </p:spPr>
        <p:txBody>
          <a:bodyPr lIns="0" tIns="0" rIns="0" bIns="0">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US" sz="1050" b="0" i="0" u="none" strike="noStrike" kern="0" cap="none" spc="0" normalizeH="0" baseline="0" noProof="0">
                <a:ln>
                  <a:noFill/>
                </a:ln>
                <a:solidFill>
                  <a:schemeClr val="accent1">
                    <a:lumMod val="20000"/>
                    <a:lumOff val="80000"/>
                  </a:schemeClr>
                </a:solidFill>
                <a:effectLst/>
                <a:uLnTx/>
                <a:uFillTx/>
                <a:latin typeface="Amazon Ember Heavy"/>
                <a:ea typeface="Amazon Ember Display" panose="020F0603020204020204" pitchFamily="34" charset="0"/>
                <a:cs typeface="Amazon Ember Display" panose="020F0603020204020204" pitchFamily="34" charset="0"/>
              </a:rPr>
              <a:t>Scalable</a:t>
            </a:r>
          </a:p>
        </p:txBody>
      </p:sp>
      <p:grpSp>
        <p:nvGrpSpPr>
          <p:cNvPr id="123" name="Group 122">
            <a:extLst>
              <a:ext uri="{FF2B5EF4-FFF2-40B4-BE49-F238E27FC236}">
                <a16:creationId xmlns:a16="http://schemas.microsoft.com/office/drawing/2014/main" id="{D5D662BA-AAE1-0289-C971-CD5F32A8BF4A}"/>
              </a:ext>
            </a:extLst>
          </p:cNvPr>
          <p:cNvGrpSpPr/>
          <p:nvPr/>
        </p:nvGrpSpPr>
        <p:grpSpPr>
          <a:xfrm>
            <a:off x="4715812" y="78241"/>
            <a:ext cx="191780" cy="192037"/>
            <a:chOff x="9339263" y="-1936750"/>
            <a:chExt cx="1181100" cy="1182687"/>
          </a:xfrm>
        </p:grpSpPr>
        <p:sp>
          <p:nvSpPr>
            <p:cNvPr id="124" name="Line 5">
              <a:extLst>
                <a:ext uri="{FF2B5EF4-FFF2-40B4-BE49-F238E27FC236}">
                  <a16:creationId xmlns:a16="http://schemas.microsoft.com/office/drawing/2014/main" id="{14EDBE29-73ED-B917-3D49-2327BEC98B7F}"/>
                </a:ext>
              </a:extLst>
            </p:cNvPr>
            <p:cNvSpPr>
              <a:spLocks noChangeShapeType="1"/>
            </p:cNvSpPr>
            <p:nvPr/>
          </p:nvSpPr>
          <p:spPr bwMode="auto">
            <a:xfrm flipH="1">
              <a:off x="9347200" y="-966788"/>
              <a:ext cx="204787" cy="204787"/>
            </a:xfrm>
            <a:prstGeom prst="line">
              <a:avLst/>
            </a:pr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5" name="Line 6">
              <a:extLst>
                <a:ext uri="{FF2B5EF4-FFF2-40B4-BE49-F238E27FC236}">
                  <a16:creationId xmlns:a16="http://schemas.microsoft.com/office/drawing/2014/main" id="{EDD9BB71-32F4-A472-0154-7CDE86500E15}"/>
                </a:ext>
              </a:extLst>
            </p:cNvPr>
            <p:cNvSpPr>
              <a:spLocks noChangeShapeType="1"/>
            </p:cNvSpPr>
            <p:nvPr/>
          </p:nvSpPr>
          <p:spPr bwMode="auto">
            <a:xfrm flipH="1">
              <a:off x="10309225" y="-1936750"/>
              <a:ext cx="211137" cy="212725"/>
            </a:xfrm>
            <a:prstGeom prst="line">
              <a:avLst/>
            </a:pr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6" name="Freeform 7">
              <a:extLst>
                <a:ext uri="{FF2B5EF4-FFF2-40B4-BE49-F238E27FC236}">
                  <a16:creationId xmlns:a16="http://schemas.microsoft.com/office/drawing/2014/main" id="{F54BB032-3B73-2891-FF1E-29072C1E881B}"/>
                </a:ext>
              </a:extLst>
            </p:cNvPr>
            <p:cNvSpPr>
              <a:spLocks/>
            </p:cNvSpPr>
            <p:nvPr/>
          </p:nvSpPr>
          <p:spPr bwMode="auto">
            <a:xfrm>
              <a:off x="10429875" y="-846138"/>
              <a:ext cx="90487" cy="92075"/>
            </a:xfrm>
            <a:custGeom>
              <a:avLst/>
              <a:gdLst>
                <a:gd name="T0" fmla="*/ 57 w 57"/>
                <a:gd name="T1" fmla="*/ 0 h 58"/>
                <a:gd name="T2" fmla="*/ 57 w 57"/>
                <a:gd name="T3" fmla="*/ 58 h 58"/>
                <a:gd name="T4" fmla="*/ 0 w 57"/>
                <a:gd name="T5" fmla="*/ 58 h 58"/>
              </a:gdLst>
              <a:ahLst/>
              <a:cxnLst>
                <a:cxn ang="0">
                  <a:pos x="T0" y="T1"/>
                </a:cxn>
                <a:cxn ang="0">
                  <a:pos x="T2" y="T3"/>
                </a:cxn>
                <a:cxn ang="0">
                  <a:pos x="T4" y="T5"/>
                </a:cxn>
              </a:cxnLst>
              <a:rect l="0" t="0" r="r" b="b"/>
              <a:pathLst>
                <a:path w="57" h="58">
                  <a:moveTo>
                    <a:pt x="57" y="0"/>
                  </a:moveTo>
                  <a:lnTo>
                    <a:pt x="57" y="58"/>
                  </a:lnTo>
                  <a:lnTo>
                    <a:pt x="0" y="58"/>
                  </a:lnTo>
                </a:path>
              </a:pathLst>
            </a:cu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7" name="Freeform 8">
              <a:extLst>
                <a:ext uri="{FF2B5EF4-FFF2-40B4-BE49-F238E27FC236}">
                  <a16:creationId xmlns:a16="http://schemas.microsoft.com/office/drawing/2014/main" id="{7C4EDBBD-F912-EC55-1856-7ED798C2EB23}"/>
                </a:ext>
              </a:extLst>
            </p:cNvPr>
            <p:cNvSpPr>
              <a:spLocks noEditPoints="1"/>
            </p:cNvSpPr>
            <p:nvPr/>
          </p:nvSpPr>
          <p:spPr bwMode="auto">
            <a:xfrm>
              <a:off x="9645650" y="-754063"/>
              <a:ext cx="571500" cy="0"/>
            </a:xfrm>
            <a:custGeom>
              <a:avLst/>
              <a:gdLst>
                <a:gd name="T0" fmla="*/ 360 w 360"/>
                <a:gd name="T1" fmla="*/ 246 w 360"/>
                <a:gd name="T2" fmla="*/ 0 w 360"/>
                <a:gd name="T3" fmla="*/ 112 w 360"/>
              </a:gdLst>
              <a:ahLst/>
              <a:cxnLst>
                <a:cxn ang="0">
                  <a:pos x="T0" y="0"/>
                </a:cxn>
                <a:cxn ang="0">
                  <a:pos x="T1" y="0"/>
                </a:cxn>
                <a:cxn ang="0">
                  <a:pos x="T2" y="0"/>
                </a:cxn>
                <a:cxn ang="0">
                  <a:pos x="T3" y="0"/>
                </a:cxn>
              </a:cxnLst>
              <a:rect l="0" t="0" r="r" b="b"/>
              <a:pathLst>
                <a:path w="360">
                  <a:moveTo>
                    <a:pt x="360" y="0"/>
                  </a:moveTo>
                  <a:lnTo>
                    <a:pt x="246" y="0"/>
                  </a:lnTo>
                  <a:moveTo>
                    <a:pt x="0" y="0"/>
                  </a:moveTo>
                  <a:lnTo>
                    <a:pt x="112" y="0"/>
                  </a:lnTo>
                </a:path>
              </a:pathLst>
            </a:cu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8" name="Freeform 9">
              <a:extLst>
                <a:ext uri="{FF2B5EF4-FFF2-40B4-BE49-F238E27FC236}">
                  <a16:creationId xmlns:a16="http://schemas.microsoft.com/office/drawing/2014/main" id="{7E35A67C-EC60-5CFE-D337-89923DE1EFC6}"/>
                </a:ext>
              </a:extLst>
            </p:cNvPr>
            <p:cNvSpPr>
              <a:spLocks noEditPoints="1"/>
            </p:cNvSpPr>
            <p:nvPr/>
          </p:nvSpPr>
          <p:spPr bwMode="auto">
            <a:xfrm>
              <a:off x="9339263" y="-1628775"/>
              <a:ext cx="0" cy="571500"/>
            </a:xfrm>
            <a:custGeom>
              <a:avLst/>
              <a:gdLst>
                <a:gd name="T0" fmla="*/ 248 h 360"/>
                <a:gd name="T1" fmla="*/ 360 h 360"/>
                <a:gd name="T2" fmla="*/ 0 h 360"/>
                <a:gd name="T3" fmla="*/ 109 h 360"/>
              </a:gdLst>
              <a:ahLst/>
              <a:cxnLst>
                <a:cxn ang="0">
                  <a:pos x="0" y="T0"/>
                </a:cxn>
                <a:cxn ang="0">
                  <a:pos x="0" y="T1"/>
                </a:cxn>
                <a:cxn ang="0">
                  <a:pos x="0" y="T2"/>
                </a:cxn>
                <a:cxn ang="0">
                  <a:pos x="0" y="T3"/>
                </a:cxn>
              </a:cxnLst>
              <a:rect l="0" t="0" r="r" b="b"/>
              <a:pathLst>
                <a:path h="360">
                  <a:moveTo>
                    <a:pt x="0" y="248"/>
                  </a:moveTo>
                  <a:lnTo>
                    <a:pt x="0" y="360"/>
                  </a:lnTo>
                  <a:moveTo>
                    <a:pt x="0" y="0"/>
                  </a:moveTo>
                  <a:lnTo>
                    <a:pt x="0" y="109"/>
                  </a:lnTo>
                </a:path>
              </a:pathLst>
            </a:cu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9" name="Freeform 10">
              <a:extLst>
                <a:ext uri="{FF2B5EF4-FFF2-40B4-BE49-F238E27FC236}">
                  <a16:creationId xmlns:a16="http://schemas.microsoft.com/office/drawing/2014/main" id="{B82384DE-567D-A06E-ADFE-DD9E9D217EF3}"/>
                </a:ext>
              </a:extLst>
            </p:cNvPr>
            <p:cNvSpPr>
              <a:spLocks/>
            </p:cNvSpPr>
            <p:nvPr/>
          </p:nvSpPr>
          <p:spPr bwMode="auto">
            <a:xfrm>
              <a:off x="9339263" y="-1936750"/>
              <a:ext cx="90487" cy="92075"/>
            </a:xfrm>
            <a:custGeom>
              <a:avLst/>
              <a:gdLst>
                <a:gd name="T0" fmla="*/ 57 w 57"/>
                <a:gd name="T1" fmla="*/ 0 h 58"/>
                <a:gd name="T2" fmla="*/ 0 w 57"/>
                <a:gd name="T3" fmla="*/ 0 h 58"/>
                <a:gd name="T4" fmla="*/ 0 w 57"/>
                <a:gd name="T5" fmla="*/ 58 h 58"/>
              </a:gdLst>
              <a:ahLst/>
              <a:cxnLst>
                <a:cxn ang="0">
                  <a:pos x="T0" y="T1"/>
                </a:cxn>
                <a:cxn ang="0">
                  <a:pos x="T2" y="T3"/>
                </a:cxn>
                <a:cxn ang="0">
                  <a:pos x="T4" y="T5"/>
                </a:cxn>
              </a:cxnLst>
              <a:rect l="0" t="0" r="r" b="b"/>
              <a:pathLst>
                <a:path w="57" h="58">
                  <a:moveTo>
                    <a:pt x="57" y="0"/>
                  </a:moveTo>
                  <a:lnTo>
                    <a:pt x="0" y="0"/>
                  </a:lnTo>
                  <a:lnTo>
                    <a:pt x="0" y="58"/>
                  </a:lnTo>
                </a:path>
              </a:pathLst>
            </a:cu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0" name="Freeform 11">
              <a:extLst>
                <a:ext uri="{FF2B5EF4-FFF2-40B4-BE49-F238E27FC236}">
                  <a16:creationId xmlns:a16="http://schemas.microsoft.com/office/drawing/2014/main" id="{DA6A32CD-D903-167F-EF76-A5043345B961}"/>
                </a:ext>
              </a:extLst>
            </p:cNvPr>
            <p:cNvSpPr>
              <a:spLocks noEditPoints="1"/>
            </p:cNvSpPr>
            <p:nvPr/>
          </p:nvSpPr>
          <p:spPr bwMode="auto">
            <a:xfrm>
              <a:off x="9645650" y="-1936750"/>
              <a:ext cx="571500" cy="0"/>
            </a:xfrm>
            <a:custGeom>
              <a:avLst/>
              <a:gdLst>
                <a:gd name="T0" fmla="*/ 246 w 360"/>
                <a:gd name="T1" fmla="*/ 360 w 360"/>
                <a:gd name="T2" fmla="*/ 0 w 360"/>
                <a:gd name="T3" fmla="*/ 112 w 360"/>
              </a:gdLst>
              <a:ahLst/>
              <a:cxnLst>
                <a:cxn ang="0">
                  <a:pos x="T0" y="0"/>
                </a:cxn>
                <a:cxn ang="0">
                  <a:pos x="T1" y="0"/>
                </a:cxn>
                <a:cxn ang="0">
                  <a:pos x="T2" y="0"/>
                </a:cxn>
                <a:cxn ang="0">
                  <a:pos x="T3" y="0"/>
                </a:cxn>
              </a:cxnLst>
              <a:rect l="0" t="0" r="r" b="b"/>
              <a:pathLst>
                <a:path w="360">
                  <a:moveTo>
                    <a:pt x="246" y="0"/>
                  </a:moveTo>
                  <a:lnTo>
                    <a:pt x="360" y="0"/>
                  </a:lnTo>
                  <a:moveTo>
                    <a:pt x="0" y="0"/>
                  </a:moveTo>
                  <a:lnTo>
                    <a:pt x="112" y="0"/>
                  </a:lnTo>
                </a:path>
              </a:pathLst>
            </a:cu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1" name="Line 12">
              <a:extLst>
                <a:ext uri="{FF2B5EF4-FFF2-40B4-BE49-F238E27FC236}">
                  <a16:creationId xmlns:a16="http://schemas.microsoft.com/office/drawing/2014/main" id="{947FF3A5-6984-4AEF-8F75-3907CDBC8B97}"/>
                </a:ext>
              </a:extLst>
            </p:cNvPr>
            <p:cNvSpPr>
              <a:spLocks noChangeShapeType="1"/>
            </p:cNvSpPr>
            <p:nvPr/>
          </p:nvSpPr>
          <p:spPr bwMode="auto">
            <a:xfrm>
              <a:off x="10520363" y="-1235075"/>
              <a:ext cx="0" cy="173037"/>
            </a:xfrm>
            <a:prstGeom prst="line">
              <a:avLst/>
            </a:pr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 name="Line 13">
              <a:extLst>
                <a:ext uri="{FF2B5EF4-FFF2-40B4-BE49-F238E27FC236}">
                  <a16:creationId xmlns:a16="http://schemas.microsoft.com/office/drawing/2014/main" id="{187FB96F-C2C6-9065-B5AE-1F10907397E3}"/>
                </a:ext>
              </a:extLst>
            </p:cNvPr>
            <p:cNvSpPr>
              <a:spLocks noChangeShapeType="1"/>
            </p:cNvSpPr>
            <p:nvPr/>
          </p:nvSpPr>
          <p:spPr bwMode="auto">
            <a:xfrm>
              <a:off x="10520363" y="-1628775"/>
              <a:ext cx="0" cy="173037"/>
            </a:xfrm>
            <a:prstGeom prst="line">
              <a:avLst/>
            </a:pr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3" name="Freeform 14">
              <a:extLst>
                <a:ext uri="{FF2B5EF4-FFF2-40B4-BE49-F238E27FC236}">
                  <a16:creationId xmlns:a16="http://schemas.microsoft.com/office/drawing/2014/main" id="{A8651DCF-7D0C-7F46-AFA2-2D2DEED3E5AE}"/>
                </a:ext>
              </a:extLst>
            </p:cNvPr>
            <p:cNvSpPr>
              <a:spLocks/>
            </p:cNvSpPr>
            <p:nvPr/>
          </p:nvSpPr>
          <p:spPr bwMode="auto">
            <a:xfrm>
              <a:off x="10353675" y="-1936750"/>
              <a:ext cx="166687" cy="166687"/>
            </a:xfrm>
            <a:custGeom>
              <a:avLst/>
              <a:gdLst>
                <a:gd name="T0" fmla="*/ 0 w 105"/>
                <a:gd name="T1" fmla="*/ 0 h 105"/>
                <a:gd name="T2" fmla="*/ 105 w 105"/>
                <a:gd name="T3" fmla="*/ 0 h 105"/>
                <a:gd name="T4" fmla="*/ 105 w 105"/>
                <a:gd name="T5" fmla="*/ 105 h 105"/>
              </a:gdLst>
              <a:ahLst/>
              <a:cxnLst>
                <a:cxn ang="0">
                  <a:pos x="T0" y="T1"/>
                </a:cxn>
                <a:cxn ang="0">
                  <a:pos x="T2" y="T3"/>
                </a:cxn>
                <a:cxn ang="0">
                  <a:pos x="T4" y="T5"/>
                </a:cxn>
              </a:cxnLst>
              <a:rect l="0" t="0" r="r" b="b"/>
              <a:pathLst>
                <a:path w="105" h="105">
                  <a:moveTo>
                    <a:pt x="0" y="0"/>
                  </a:moveTo>
                  <a:lnTo>
                    <a:pt x="105" y="0"/>
                  </a:lnTo>
                  <a:lnTo>
                    <a:pt x="105" y="105"/>
                  </a:lnTo>
                </a:path>
              </a:pathLst>
            </a:cu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4" name="Freeform 15">
              <a:extLst>
                <a:ext uri="{FF2B5EF4-FFF2-40B4-BE49-F238E27FC236}">
                  <a16:creationId xmlns:a16="http://schemas.microsoft.com/office/drawing/2014/main" id="{A4DA1529-608B-5F12-662E-5647881A3380}"/>
                </a:ext>
              </a:extLst>
            </p:cNvPr>
            <p:cNvSpPr>
              <a:spLocks/>
            </p:cNvSpPr>
            <p:nvPr/>
          </p:nvSpPr>
          <p:spPr bwMode="auto">
            <a:xfrm>
              <a:off x="9339263" y="-920750"/>
              <a:ext cx="166687" cy="166687"/>
            </a:xfrm>
            <a:custGeom>
              <a:avLst/>
              <a:gdLst>
                <a:gd name="T0" fmla="*/ 105 w 105"/>
                <a:gd name="T1" fmla="*/ 105 h 105"/>
                <a:gd name="T2" fmla="*/ 0 w 105"/>
                <a:gd name="T3" fmla="*/ 105 h 105"/>
                <a:gd name="T4" fmla="*/ 0 w 105"/>
                <a:gd name="T5" fmla="*/ 0 h 105"/>
              </a:gdLst>
              <a:ahLst/>
              <a:cxnLst>
                <a:cxn ang="0">
                  <a:pos x="T0" y="T1"/>
                </a:cxn>
                <a:cxn ang="0">
                  <a:pos x="T2" y="T3"/>
                </a:cxn>
                <a:cxn ang="0">
                  <a:pos x="T4" y="T5"/>
                </a:cxn>
              </a:cxnLst>
              <a:rect l="0" t="0" r="r" b="b"/>
              <a:pathLst>
                <a:path w="105" h="105">
                  <a:moveTo>
                    <a:pt x="105" y="105"/>
                  </a:moveTo>
                  <a:lnTo>
                    <a:pt x="0" y="105"/>
                  </a:lnTo>
                  <a:lnTo>
                    <a:pt x="0" y="0"/>
                  </a:lnTo>
                </a:path>
              </a:pathLst>
            </a:cu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5" name="Rectangle 16">
              <a:extLst>
                <a:ext uri="{FF2B5EF4-FFF2-40B4-BE49-F238E27FC236}">
                  <a16:creationId xmlns:a16="http://schemas.microsoft.com/office/drawing/2014/main" id="{C51D075D-1D0E-AE4F-8D84-16450B33715E}"/>
                </a:ext>
              </a:extLst>
            </p:cNvPr>
            <p:cNvSpPr>
              <a:spLocks noChangeArrowheads="1"/>
            </p:cNvSpPr>
            <p:nvPr/>
          </p:nvSpPr>
          <p:spPr bwMode="auto">
            <a:xfrm>
              <a:off x="9626600" y="-1647825"/>
              <a:ext cx="606425" cy="604837"/>
            </a:xfrm>
            <a:prstGeom prst="rect">
              <a:avLst/>
            </a:prstGeom>
            <a:noFill/>
            <a:ln w="12700" cap="flat">
              <a:solidFill>
                <a:schemeClr val="accent1">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sp>
        <p:nvSpPr>
          <p:cNvPr id="136" name="Rectangle: Rounded Corners 39">
            <a:extLst>
              <a:ext uri="{FF2B5EF4-FFF2-40B4-BE49-F238E27FC236}">
                <a16:creationId xmlns:a16="http://schemas.microsoft.com/office/drawing/2014/main" id="{173FBD3C-789D-5879-895F-923E25F39EA2}"/>
              </a:ext>
            </a:extLst>
          </p:cNvPr>
          <p:cNvSpPr/>
          <p:nvPr/>
        </p:nvSpPr>
        <p:spPr>
          <a:xfrm flipV="1">
            <a:off x="5077052" y="3332"/>
            <a:ext cx="1412496" cy="346045"/>
          </a:xfrm>
          <a:prstGeom prst="round2SameRect">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685800" rIns="4572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37" name="Rectangle 136">
            <a:extLst>
              <a:ext uri="{FF2B5EF4-FFF2-40B4-BE49-F238E27FC236}">
                <a16:creationId xmlns:a16="http://schemas.microsoft.com/office/drawing/2014/main" id="{3DEA0244-B381-312B-10AE-70D917110ED2}"/>
              </a:ext>
            </a:extLst>
          </p:cNvPr>
          <p:cNvSpPr/>
          <p:nvPr/>
        </p:nvSpPr>
        <p:spPr>
          <a:xfrm>
            <a:off x="5210591" y="93295"/>
            <a:ext cx="757068" cy="161583"/>
          </a:xfrm>
          <a:prstGeom prst="rect">
            <a:avLst/>
          </a:prstGeom>
          <a:noFill/>
          <a:ln w="15875" cap="flat" cmpd="sng" algn="ctr">
            <a:noFill/>
            <a:prstDash val="dash"/>
            <a:miter lim="800000"/>
          </a:ln>
          <a:effectLst/>
        </p:spPr>
        <p:txBody>
          <a:bodyPr lIns="0" tIns="0" rIns="0" bIns="0">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US" sz="1050" b="0" i="0" u="none" strike="noStrike" kern="0" cap="none" spc="0" normalizeH="0" baseline="0" noProof="0">
                <a:ln>
                  <a:noFill/>
                </a:ln>
                <a:solidFill>
                  <a:schemeClr val="accent5">
                    <a:lumMod val="20000"/>
                    <a:lumOff val="80000"/>
                  </a:schemeClr>
                </a:solidFill>
                <a:effectLst/>
                <a:uLnTx/>
                <a:uFillTx/>
                <a:latin typeface="Amazon Ember Heavy"/>
                <a:ea typeface="Amazon Ember Display" panose="020F0603020204020204" pitchFamily="34" charset="0"/>
                <a:cs typeface="Amazon Ember Display" panose="020F0603020204020204" pitchFamily="34" charset="0"/>
              </a:rPr>
              <a:t>Efficient</a:t>
            </a:r>
          </a:p>
        </p:txBody>
      </p:sp>
      <p:grpSp>
        <p:nvGrpSpPr>
          <p:cNvPr id="138" name="Group 137">
            <a:extLst>
              <a:ext uri="{FF2B5EF4-FFF2-40B4-BE49-F238E27FC236}">
                <a16:creationId xmlns:a16="http://schemas.microsoft.com/office/drawing/2014/main" id="{38D03CF2-FDC9-F55B-BF78-7EC2F8B5A582}"/>
              </a:ext>
            </a:extLst>
          </p:cNvPr>
          <p:cNvGrpSpPr/>
          <p:nvPr/>
        </p:nvGrpSpPr>
        <p:grpSpPr>
          <a:xfrm>
            <a:off x="6208996" y="74777"/>
            <a:ext cx="203154" cy="203154"/>
            <a:chOff x="4096801" y="1889248"/>
            <a:chExt cx="148563" cy="148563"/>
          </a:xfrm>
        </p:grpSpPr>
        <p:sp>
          <p:nvSpPr>
            <p:cNvPr id="139" name="Freeform 55">
              <a:extLst>
                <a:ext uri="{FF2B5EF4-FFF2-40B4-BE49-F238E27FC236}">
                  <a16:creationId xmlns:a16="http://schemas.microsoft.com/office/drawing/2014/main" id="{30389023-EE21-4B70-0AA4-4591EF85F54F}"/>
                </a:ext>
              </a:extLst>
            </p:cNvPr>
            <p:cNvSpPr>
              <a:spLocks/>
            </p:cNvSpPr>
            <p:nvPr/>
          </p:nvSpPr>
          <p:spPr bwMode="auto">
            <a:xfrm>
              <a:off x="4096801" y="1889248"/>
              <a:ext cx="148563" cy="148563"/>
            </a:xfrm>
            <a:custGeom>
              <a:avLst/>
              <a:gdLst>
                <a:gd name="T0" fmla="*/ 187 w 208"/>
                <a:gd name="T1" fmla="*/ 104 h 208"/>
                <a:gd name="T2" fmla="*/ 204 w 208"/>
                <a:gd name="T3" fmla="*/ 83 h 208"/>
                <a:gd name="T4" fmla="*/ 200 w 208"/>
                <a:gd name="T5" fmla="*/ 62 h 208"/>
                <a:gd name="T6" fmla="*/ 176 w 208"/>
                <a:gd name="T7" fmla="*/ 63 h 208"/>
                <a:gd name="T8" fmla="*/ 180 w 208"/>
                <a:gd name="T9" fmla="*/ 36 h 208"/>
                <a:gd name="T10" fmla="*/ 165 w 208"/>
                <a:gd name="T11" fmla="*/ 19 h 208"/>
                <a:gd name="T12" fmla="*/ 146 w 208"/>
                <a:gd name="T13" fmla="*/ 33 h 208"/>
                <a:gd name="T14" fmla="*/ 135 w 208"/>
                <a:gd name="T15" fmla="*/ 7 h 208"/>
                <a:gd name="T16" fmla="*/ 115 w 208"/>
                <a:gd name="T17" fmla="*/ 0 h 208"/>
                <a:gd name="T18" fmla="*/ 104 w 208"/>
                <a:gd name="T19" fmla="*/ 21 h 208"/>
                <a:gd name="T20" fmla="*/ 83 w 208"/>
                <a:gd name="T21" fmla="*/ 4 h 208"/>
                <a:gd name="T22" fmla="*/ 62 w 208"/>
                <a:gd name="T23" fmla="*/ 8 h 208"/>
                <a:gd name="T24" fmla="*/ 63 w 208"/>
                <a:gd name="T25" fmla="*/ 32 h 208"/>
                <a:gd name="T26" fmla="*/ 36 w 208"/>
                <a:gd name="T27" fmla="*/ 28 h 208"/>
                <a:gd name="T28" fmla="*/ 19 w 208"/>
                <a:gd name="T29" fmla="*/ 43 h 208"/>
                <a:gd name="T30" fmla="*/ 33 w 208"/>
                <a:gd name="T31" fmla="*/ 62 h 208"/>
                <a:gd name="T32" fmla="*/ 7 w 208"/>
                <a:gd name="T33" fmla="*/ 73 h 208"/>
                <a:gd name="T34" fmla="*/ 0 w 208"/>
                <a:gd name="T35" fmla="*/ 93 h 208"/>
                <a:gd name="T36" fmla="*/ 21 w 208"/>
                <a:gd name="T37" fmla="*/ 104 h 208"/>
                <a:gd name="T38" fmla="*/ 4 w 208"/>
                <a:gd name="T39" fmla="*/ 125 h 208"/>
                <a:gd name="T40" fmla="*/ 8 w 208"/>
                <a:gd name="T41" fmla="*/ 146 h 208"/>
                <a:gd name="T42" fmla="*/ 32 w 208"/>
                <a:gd name="T43" fmla="*/ 145 h 208"/>
                <a:gd name="T44" fmla="*/ 28 w 208"/>
                <a:gd name="T45" fmla="*/ 172 h 208"/>
                <a:gd name="T46" fmla="*/ 43 w 208"/>
                <a:gd name="T47" fmla="*/ 189 h 208"/>
                <a:gd name="T48" fmla="*/ 62 w 208"/>
                <a:gd name="T49" fmla="*/ 175 h 208"/>
                <a:gd name="T50" fmla="*/ 73 w 208"/>
                <a:gd name="T51" fmla="*/ 201 h 208"/>
                <a:gd name="T52" fmla="*/ 93 w 208"/>
                <a:gd name="T53" fmla="*/ 208 h 208"/>
                <a:gd name="T54" fmla="*/ 104 w 208"/>
                <a:gd name="T55" fmla="*/ 187 h 208"/>
                <a:gd name="T56" fmla="*/ 125 w 208"/>
                <a:gd name="T57" fmla="*/ 204 h 208"/>
                <a:gd name="T58" fmla="*/ 146 w 208"/>
                <a:gd name="T59" fmla="*/ 200 h 208"/>
                <a:gd name="T60" fmla="*/ 145 w 208"/>
                <a:gd name="T61" fmla="*/ 176 h 208"/>
                <a:gd name="T62" fmla="*/ 172 w 208"/>
                <a:gd name="T63" fmla="*/ 180 h 208"/>
                <a:gd name="T64" fmla="*/ 189 w 208"/>
                <a:gd name="T65" fmla="*/ 165 h 208"/>
                <a:gd name="T66" fmla="*/ 175 w 208"/>
                <a:gd name="T67" fmla="*/ 146 h 208"/>
                <a:gd name="T68" fmla="*/ 201 w 208"/>
                <a:gd name="T69" fmla="*/ 135 h 208"/>
                <a:gd name="T70" fmla="*/ 208 w 208"/>
                <a:gd name="T71" fmla="*/ 115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8" h="208">
                  <a:moveTo>
                    <a:pt x="206" y="111"/>
                  </a:moveTo>
                  <a:cubicBezTo>
                    <a:pt x="187" y="104"/>
                    <a:pt x="187" y="104"/>
                    <a:pt x="187" y="104"/>
                  </a:cubicBezTo>
                  <a:cubicBezTo>
                    <a:pt x="187" y="100"/>
                    <a:pt x="186" y="96"/>
                    <a:pt x="186" y="92"/>
                  </a:cubicBezTo>
                  <a:cubicBezTo>
                    <a:pt x="204" y="83"/>
                    <a:pt x="204" y="83"/>
                    <a:pt x="204" y="83"/>
                  </a:cubicBezTo>
                  <a:cubicBezTo>
                    <a:pt x="205" y="82"/>
                    <a:pt x="206" y="80"/>
                    <a:pt x="205" y="78"/>
                  </a:cubicBezTo>
                  <a:cubicBezTo>
                    <a:pt x="200" y="62"/>
                    <a:pt x="200" y="62"/>
                    <a:pt x="200" y="62"/>
                  </a:cubicBezTo>
                  <a:cubicBezTo>
                    <a:pt x="199" y="60"/>
                    <a:pt x="197" y="59"/>
                    <a:pt x="196" y="59"/>
                  </a:cubicBezTo>
                  <a:cubicBezTo>
                    <a:pt x="176" y="63"/>
                    <a:pt x="176" y="63"/>
                    <a:pt x="176" y="63"/>
                  </a:cubicBezTo>
                  <a:cubicBezTo>
                    <a:pt x="174" y="59"/>
                    <a:pt x="171" y="56"/>
                    <a:pt x="169" y="53"/>
                  </a:cubicBezTo>
                  <a:cubicBezTo>
                    <a:pt x="180" y="36"/>
                    <a:pt x="180" y="36"/>
                    <a:pt x="180" y="36"/>
                  </a:cubicBezTo>
                  <a:cubicBezTo>
                    <a:pt x="181" y="34"/>
                    <a:pt x="180" y="32"/>
                    <a:pt x="179" y="31"/>
                  </a:cubicBezTo>
                  <a:cubicBezTo>
                    <a:pt x="165" y="19"/>
                    <a:pt x="165" y="19"/>
                    <a:pt x="165" y="19"/>
                  </a:cubicBezTo>
                  <a:cubicBezTo>
                    <a:pt x="164" y="18"/>
                    <a:pt x="162" y="18"/>
                    <a:pt x="161" y="19"/>
                  </a:cubicBezTo>
                  <a:cubicBezTo>
                    <a:pt x="146" y="33"/>
                    <a:pt x="146" y="33"/>
                    <a:pt x="146" y="33"/>
                  </a:cubicBezTo>
                  <a:cubicBezTo>
                    <a:pt x="142" y="30"/>
                    <a:pt x="138" y="29"/>
                    <a:pt x="135" y="27"/>
                  </a:cubicBezTo>
                  <a:cubicBezTo>
                    <a:pt x="135" y="7"/>
                    <a:pt x="135" y="7"/>
                    <a:pt x="135" y="7"/>
                  </a:cubicBezTo>
                  <a:cubicBezTo>
                    <a:pt x="135" y="5"/>
                    <a:pt x="134" y="4"/>
                    <a:pt x="133" y="3"/>
                  </a:cubicBezTo>
                  <a:cubicBezTo>
                    <a:pt x="115" y="0"/>
                    <a:pt x="115" y="0"/>
                    <a:pt x="115" y="0"/>
                  </a:cubicBezTo>
                  <a:cubicBezTo>
                    <a:pt x="113" y="0"/>
                    <a:pt x="112" y="1"/>
                    <a:pt x="111" y="2"/>
                  </a:cubicBezTo>
                  <a:cubicBezTo>
                    <a:pt x="104" y="21"/>
                    <a:pt x="104" y="21"/>
                    <a:pt x="104" y="21"/>
                  </a:cubicBezTo>
                  <a:cubicBezTo>
                    <a:pt x="100" y="21"/>
                    <a:pt x="96" y="22"/>
                    <a:pt x="92" y="22"/>
                  </a:cubicBezTo>
                  <a:cubicBezTo>
                    <a:pt x="83" y="4"/>
                    <a:pt x="83" y="4"/>
                    <a:pt x="83" y="4"/>
                  </a:cubicBezTo>
                  <a:cubicBezTo>
                    <a:pt x="82" y="3"/>
                    <a:pt x="80" y="2"/>
                    <a:pt x="78" y="3"/>
                  </a:cubicBezTo>
                  <a:cubicBezTo>
                    <a:pt x="62" y="8"/>
                    <a:pt x="62" y="8"/>
                    <a:pt x="62" y="8"/>
                  </a:cubicBezTo>
                  <a:cubicBezTo>
                    <a:pt x="60" y="9"/>
                    <a:pt x="59" y="11"/>
                    <a:pt x="59" y="12"/>
                  </a:cubicBezTo>
                  <a:cubicBezTo>
                    <a:pt x="63" y="32"/>
                    <a:pt x="63" y="32"/>
                    <a:pt x="63" y="32"/>
                  </a:cubicBezTo>
                  <a:cubicBezTo>
                    <a:pt x="59" y="34"/>
                    <a:pt x="56" y="37"/>
                    <a:pt x="53" y="39"/>
                  </a:cubicBezTo>
                  <a:cubicBezTo>
                    <a:pt x="36" y="28"/>
                    <a:pt x="36" y="28"/>
                    <a:pt x="36" y="28"/>
                  </a:cubicBezTo>
                  <a:cubicBezTo>
                    <a:pt x="34" y="27"/>
                    <a:pt x="32" y="28"/>
                    <a:pt x="31" y="29"/>
                  </a:cubicBezTo>
                  <a:cubicBezTo>
                    <a:pt x="19" y="43"/>
                    <a:pt x="19" y="43"/>
                    <a:pt x="19" y="43"/>
                  </a:cubicBezTo>
                  <a:cubicBezTo>
                    <a:pt x="18" y="44"/>
                    <a:pt x="18" y="46"/>
                    <a:pt x="19" y="47"/>
                  </a:cubicBezTo>
                  <a:cubicBezTo>
                    <a:pt x="33" y="62"/>
                    <a:pt x="33" y="62"/>
                    <a:pt x="33" y="62"/>
                  </a:cubicBezTo>
                  <a:cubicBezTo>
                    <a:pt x="30" y="66"/>
                    <a:pt x="29" y="70"/>
                    <a:pt x="27" y="73"/>
                  </a:cubicBezTo>
                  <a:cubicBezTo>
                    <a:pt x="7" y="73"/>
                    <a:pt x="7" y="73"/>
                    <a:pt x="7" y="73"/>
                  </a:cubicBezTo>
                  <a:cubicBezTo>
                    <a:pt x="5" y="73"/>
                    <a:pt x="4" y="74"/>
                    <a:pt x="3" y="75"/>
                  </a:cubicBezTo>
                  <a:cubicBezTo>
                    <a:pt x="0" y="93"/>
                    <a:pt x="0" y="93"/>
                    <a:pt x="0" y="93"/>
                  </a:cubicBezTo>
                  <a:cubicBezTo>
                    <a:pt x="0" y="95"/>
                    <a:pt x="1" y="96"/>
                    <a:pt x="2" y="97"/>
                  </a:cubicBezTo>
                  <a:cubicBezTo>
                    <a:pt x="21" y="104"/>
                    <a:pt x="21" y="104"/>
                    <a:pt x="21" y="104"/>
                  </a:cubicBezTo>
                  <a:cubicBezTo>
                    <a:pt x="21" y="108"/>
                    <a:pt x="22" y="112"/>
                    <a:pt x="22" y="116"/>
                  </a:cubicBezTo>
                  <a:cubicBezTo>
                    <a:pt x="4" y="125"/>
                    <a:pt x="4" y="125"/>
                    <a:pt x="4" y="125"/>
                  </a:cubicBezTo>
                  <a:cubicBezTo>
                    <a:pt x="3" y="126"/>
                    <a:pt x="2" y="128"/>
                    <a:pt x="3" y="130"/>
                  </a:cubicBezTo>
                  <a:cubicBezTo>
                    <a:pt x="8" y="146"/>
                    <a:pt x="8" y="146"/>
                    <a:pt x="8" y="146"/>
                  </a:cubicBezTo>
                  <a:cubicBezTo>
                    <a:pt x="9" y="148"/>
                    <a:pt x="11" y="149"/>
                    <a:pt x="12" y="149"/>
                  </a:cubicBezTo>
                  <a:cubicBezTo>
                    <a:pt x="32" y="145"/>
                    <a:pt x="32" y="145"/>
                    <a:pt x="32" y="145"/>
                  </a:cubicBezTo>
                  <a:cubicBezTo>
                    <a:pt x="34" y="149"/>
                    <a:pt x="37" y="152"/>
                    <a:pt x="39" y="155"/>
                  </a:cubicBezTo>
                  <a:cubicBezTo>
                    <a:pt x="28" y="172"/>
                    <a:pt x="28" y="172"/>
                    <a:pt x="28" y="172"/>
                  </a:cubicBezTo>
                  <a:cubicBezTo>
                    <a:pt x="27" y="174"/>
                    <a:pt x="28" y="176"/>
                    <a:pt x="29" y="177"/>
                  </a:cubicBezTo>
                  <a:cubicBezTo>
                    <a:pt x="43" y="189"/>
                    <a:pt x="43" y="189"/>
                    <a:pt x="43" y="189"/>
                  </a:cubicBezTo>
                  <a:cubicBezTo>
                    <a:pt x="44" y="190"/>
                    <a:pt x="46" y="190"/>
                    <a:pt x="47" y="189"/>
                  </a:cubicBezTo>
                  <a:cubicBezTo>
                    <a:pt x="62" y="175"/>
                    <a:pt x="62" y="175"/>
                    <a:pt x="62" y="175"/>
                  </a:cubicBezTo>
                  <a:cubicBezTo>
                    <a:pt x="66" y="178"/>
                    <a:pt x="70" y="179"/>
                    <a:pt x="73" y="181"/>
                  </a:cubicBezTo>
                  <a:cubicBezTo>
                    <a:pt x="73" y="201"/>
                    <a:pt x="73" y="201"/>
                    <a:pt x="73" y="201"/>
                  </a:cubicBezTo>
                  <a:cubicBezTo>
                    <a:pt x="73" y="203"/>
                    <a:pt x="74" y="204"/>
                    <a:pt x="75" y="205"/>
                  </a:cubicBezTo>
                  <a:cubicBezTo>
                    <a:pt x="93" y="208"/>
                    <a:pt x="93" y="208"/>
                    <a:pt x="93" y="208"/>
                  </a:cubicBezTo>
                  <a:cubicBezTo>
                    <a:pt x="95" y="208"/>
                    <a:pt x="96" y="207"/>
                    <a:pt x="97" y="206"/>
                  </a:cubicBezTo>
                  <a:cubicBezTo>
                    <a:pt x="104" y="187"/>
                    <a:pt x="104" y="187"/>
                    <a:pt x="104" y="187"/>
                  </a:cubicBezTo>
                  <a:cubicBezTo>
                    <a:pt x="108" y="187"/>
                    <a:pt x="112" y="186"/>
                    <a:pt x="116" y="186"/>
                  </a:cubicBezTo>
                  <a:cubicBezTo>
                    <a:pt x="125" y="204"/>
                    <a:pt x="125" y="204"/>
                    <a:pt x="125" y="204"/>
                  </a:cubicBezTo>
                  <a:cubicBezTo>
                    <a:pt x="126" y="205"/>
                    <a:pt x="128" y="206"/>
                    <a:pt x="130" y="205"/>
                  </a:cubicBezTo>
                  <a:cubicBezTo>
                    <a:pt x="146" y="200"/>
                    <a:pt x="146" y="200"/>
                    <a:pt x="146" y="200"/>
                  </a:cubicBezTo>
                  <a:cubicBezTo>
                    <a:pt x="148" y="199"/>
                    <a:pt x="149" y="197"/>
                    <a:pt x="149" y="196"/>
                  </a:cubicBezTo>
                  <a:cubicBezTo>
                    <a:pt x="145" y="176"/>
                    <a:pt x="145" y="176"/>
                    <a:pt x="145" y="176"/>
                  </a:cubicBezTo>
                  <a:cubicBezTo>
                    <a:pt x="149" y="174"/>
                    <a:pt x="152" y="171"/>
                    <a:pt x="155" y="169"/>
                  </a:cubicBezTo>
                  <a:cubicBezTo>
                    <a:pt x="172" y="180"/>
                    <a:pt x="172" y="180"/>
                    <a:pt x="172" y="180"/>
                  </a:cubicBezTo>
                  <a:cubicBezTo>
                    <a:pt x="174" y="181"/>
                    <a:pt x="176" y="180"/>
                    <a:pt x="177" y="179"/>
                  </a:cubicBezTo>
                  <a:cubicBezTo>
                    <a:pt x="189" y="165"/>
                    <a:pt x="189" y="165"/>
                    <a:pt x="189" y="165"/>
                  </a:cubicBezTo>
                  <a:cubicBezTo>
                    <a:pt x="190" y="164"/>
                    <a:pt x="190" y="162"/>
                    <a:pt x="189" y="161"/>
                  </a:cubicBezTo>
                  <a:cubicBezTo>
                    <a:pt x="175" y="146"/>
                    <a:pt x="175" y="146"/>
                    <a:pt x="175" y="146"/>
                  </a:cubicBezTo>
                  <a:cubicBezTo>
                    <a:pt x="178" y="142"/>
                    <a:pt x="179" y="138"/>
                    <a:pt x="181" y="135"/>
                  </a:cubicBezTo>
                  <a:cubicBezTo>
                    <a:pt x="201" y="135"/>
                    <a:pt x="201" y="135"/>
                    <a:pt x="201" y="135"/>
                  </a:cubicBezTo>
                  <a:cubicBezTo>
                    <a:pt x="203" y="135"/>
                    <a:pt x="204" y="134"/>
                    <a:pt x="205" y="133"/>
                  </a:cubicBezTo>
                  <a:cubicBezTo>
                    <a:pt x="208" y="115"/>
                    <a:pt x="208" y="115"/>
                    <a:pt x="208" y="115"/>
                  </a:cubicBezTo>
                  <a:cubicBezTo>
                    <a:pt x="208" y="113"/>
                    <a:pt x="207" y="112"/>
                    <a:pt x="206" y="111"/>
                  </a:cubicBezTo>
                  <a:close/>
                </a:path>
              </a:pathLst>
            </a:custGeom>
            <a:noFill/>
            <a:ln w="9525" cap="flat">
              <a:solidFill>
                <a:schemeClr val="accent5">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0" name="Freeform 56">
              <a:extLst>
                <a:ext uri="{FF2B5EF4-FFF2-40B4-BE49-F238E27FC236}">
                  <a16:creationId xmlns:a16="http://schemas.microsoft.com/office/drawing/2014/main" id="{75CE4747-6A88-5381-B62D-870EAC5C0628}"/>
                </a:ext>
              </a:extLst>
            </p:cNvPr>
            <p:cNvSpPr>
              <a:spLocks/>
            </p:cNvSpPr>
            <p:nvPr/>
          </p:nvSpPr>
          <p:spPr bwMode="auto">
            <a:xfrm>
              <a:off x="4131289" y="1924399"/>
              <a:ext cx="78924" cy="78261"/>
            </a:xfrm>
            <a:custGeom>
              <a:avLst/>
              <a:gdLst>
                <a:gd name="T0" fmla="*/ 87 w 110"/>
                <a:gd name="T1" fmla="*/ 18 h 110"/>
                <a:gd name="T2" fmla="*/ 92 w 110"/>
                <a:gd name="T3" fmla="*/ 87 h 110"/>
                <a:gd name="T4" fmla="*/ 23 w 110"/>
                <a:gd name="T5" fmla="*/ 92 h 110"/>
                <a:gd name="T6" fmla="*/ 18 w 110"/>
                <a:gd name="T7" fmla="*/ 23 h 110"/>
                <a:gd name="T8" fmla="*/ 87 w 110"/>
                <a:gd name="T9" fmla="*/ 18 h 110"/>
              </a:gdLst>
              <a:ahLst/>
              <a:cxnLst>
                <a:cxn ang="0">
                  <a:pos x="T0" y="T1"/>
                </a:cxn>
                <a:cxn ang="0">
                  <a:pos x="T2" y="T3"/>
                </a:cxn>
                <a:cxn ang="0">
                  <a:pos x="T4" y="T5"/>
                </a:cxn>
                <a:cxn ang="0">
                  <a:pos x="T6" y="T7"/>
                </a:cxn>
                <a:cxn ang="0">
                  <a:pos x="T8" y="T9"/>
                </a:cxn>
              </a:cxnLst>
              <a:rect l="0" t="0" r="r" b="b"/>
              <a:pathLst>
                <a:path w="110" h="110">
                  <a:moveTo>
                    <a:pt x="87" y="18"/>
                  </a:moveTo>
                  <a:cubicBezTo>
                    <a:pt x="108" y="35"/>
                    <a:pt x="110" y="67"/>
                    <a:pt x="92" y="87"/>
                  </a:cubicBezTo>
                  <a:cubicBezTo>
                    <a:pt x="75" y="108"/>
                    <a:pt x="43" y="110"/>
                    <a:pt x="23" y="92"/>
                  </a:cubicBezTo>
                  <a:cubicBezTo>
                    <a:pt x="2" y="75"/>
                    <a:pt x="0" y="43"/>
                    <a:pt x="18" y="23"/>
                  </a:cubicBezTo>
                  <a:cubicBezTo>
                    <a:pt x="35" y="2"/>
                    <a:pt x="67" y="0"/>
                    <a:pt x="87" y="18"/>
                  </a:cubicBezTo>
                  <a:close/>
                </a:path>
              </a:pathLst>
            </a:custGeom>
            <a:noFill/>
            <a:ln w="9525" cap="flat">
              <a:solidFill>
                <a:schemeClr val="accent5">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3" name="Group 2">
            <a:extLst>
              <a:ext uri="{FF2B5EF4-FFF2-40B4-BE49-F238E27FC236}">
                <a16:creationId xmlns:a16="http://schemas.microsoft.com/office/drawing/2014/main" id="{28646C9C-F5BE-6BD4-3671-5CE4467AFB74}"/>
              </a:ext>
            </a:extLst>
          </p:cNvPr>
          <p:cNvGrpSpPr/>
          <p:nvPr/>
        </p:nvGrpSpPr>
        <p:grpSpPr>
          <a:xfrm>
            <a:off x="641604" y="3332"/>
            <a:ext cx="1412496" cy="346045"/>
            <a:chOff x="641604" y="3332"/>
            <a:chExt cx="1412496" cy="346045"/>
          </a:xfrm>
        </p:grpSpPr>
        <p:grpSp>
          <p:nvGrpSpPr>
            <p:cNvPr id="4" name="Group 3">
              <a:extLst>
                <a:ext uri="{FF2B5EF4-FFF2-40B4-BE49-F238E27FC236}">
                  <a16:creationId xmlns:a16="http://schemas.microsoft.com/office/drawing/2014/main" id="{7C715CB9-23A1-8011-FE15-FE0FF280AD4A}"/>
                </a:ext>
              </a:extLst>
            </p:cNvPr>
            <p:cNvGrpSpPr/>
            <p:nvPr/>
          </p:nvGrpSpPr>
          <p:grpSpPr>
            <a:xfrm>
              <a:off x="641604" y="3332"/>
              <a:ext cx="1412496" cy="346045"/>
              <a:chOff x="304801" y="690563"/>
              <a:chExt cx="1412496" cy="346045"/>
            </a:xfrm>
          </p:grpSpPr>
          <p:sp>
            <p:nvSpPr>
              <p:cNvPr id="13" name="Rectangle: Rounded Corners 39">
                <a:extLst>
                  <a:ext uri="{FF2B5EF4-FFF2-40B4-BE49-F238E27FC236}">
                    <a16:creationId xmlns:a16="http://schemas.microsoft.com/office/drawing/2014/main" id="{AE04BB2C-A34E-8514-98B2-2010B26DE85A}"/>
                  </a:ext>
                </a:extLst>
              </p:cNvPr>
              <p:cNvSpPr/>
              <p:nvPr/>
            </p:nvSpPr>
            <p:spPr>
              <a:xfrm flipV="1">
                <a:off x="304801" y="690563"/>
                <a:ext cx="1412496" cy="346045"/>
              </a:xfrm>
              <a:prstGeom prst="round2SameRect">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685800" rIns="4572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4" name="Rectangle 13">
                <a:extLst>
                  <a:ext uri="{FF2B5EF4-FFF2-40B4-BE49-F238E27FC236}">
                    <a16:creationId xmlns:a16="http://schemas.microsoft.com/office/drawing/2014/main" id="{E871282A-F1C6-613A-338C-F3ADA7E3A27C}"/>
                  </a:ext>
                </a:extLst>
              </p:cNvPr>
              <p:cNvSpPr/>
              <p:nvPr/>
            </p:nvSpPr>
            <p:spPr>
              <a:xfrm>
                <a:off x="438339" y="780526"/>
                <a:ext cx="754228" cy="161583"/>
              </a:xfrm>
              <a:prstGeom prst="rect">
                <a:avLst/>
              </a:prstGeom>
              <a:noFill/>
              <a:ln w="15875" cap="flat" cmpd="sng" algn="ctr">
                <a:noFill/>
                <a:prstDash val="dash"/>
                <a:miter lim="800000"/>
              </a:ln>
              <a:effectLst/>
            </p:spPr>
            <p:txBody>
              <a:bodyPr lIns="0" tIns="0" rIns="0" bIns="0">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US" sz="1050" b="0" i="0" u="none" strike="noStrike" kern="0" cap="none" spc="0" normalizeH="0" baseline="0" noProof="0">
                    <a:ln>
                      <a:noFill/>
                    </a:ln>
                    <a:solidFill>
                      <a:schemeClr val="accent2">
                        <a:lumMod val="20000"/>
                        <a:lumOff val="80000"/>
                      </a:schemeClr>
                    </a:solidFill>
                    <a:effectLst/>
                    <a:uLnTx/>
                    <a:uFillTx/>
                    <a:latin typeface="Amazon Ember Heavy"/>
                    <a:ea typeface="Amazon Ember Display" panose="020F0603020204020204" pitchFamily="34" charset="0"/>
                    <a:cs typeface="Amazon Ember Display" panose="020F0603020204020204" pitchFamily="34" charset="0"/>
                  </a:rPr>
                  <a:t>Resilient</a:t>
                </a:r>
                <a:endParaRPr kumimoji="0" lang="en-US" sz="1050" b="0" i="0" u="none" strike="noStrike" kern="0" cap="none" spc="0" normalizeH="0" baseline="0" noProof="0">
                  <a:ln>
                    <a:noFill/>
                  </a:ln>
                  <a:solidFill>
                    <a:schemeClr val="accent2">
                      <a:lumMod val="20000"/>
                      <a:lumOff val="80000"/>
                    </a:schemeClr>
                  </a:solidFill>
                  <a:effectLst/>
                  <a:uLnTx/>
                  <a:uFillTx/>
                  <a:latin typeface="Amazon Ember Heavy"/>
                  <a:ea typeface="Amazon Ember Display Light" panose="020F0403020204020204" pitchFamily="34" charset="0"/>
                  <a:cs typeface="Amazon Ember Display Light" panose="020F0403020204020204" pitchFamily="34" charset="0"/>
                </a:endParaRPr>
              </a:p>
            </p:txBody>
          </p:sp>
        </p:grpSp>
        <p:grpSp>
          <p:nvGrpSpPr>
            <p:cNvPr id="5" name="Group 4">
              <a:extLst>
                <a:ext uri="{FF2B5EF4-FFF2-40B4-BE49-F238E27FC236}">
                  <a16:creationId xmlns:a16="http://schemas.microsoft.com/office/drawing/2014/main" id="{403CD58D-1273-D0AA-0C65-209BC68F5A10}"/>
                </a:ext>
              </a:extLst>
            </p:cNvPr>
            <p:cNvGrpSpPr/>
            <p:nvPr/>
          </p:nvGrpSpPr>
          <p:grpSpPr>
            <a:xfrm>
              <a:off x="1689181" y="69114"/>
              <a:ext cx="170193" cy="176140"/>
              <a:chOff x="4843463" y="-1970088"/>
              <a:chExt cx="1317625" cy="1363663"/>
            </a:xfrm>
          </p:grpSpPr>
          <p:sp>
            <p:nvSpPr>
              <p:cNvPr id="6" name="Line 45">
                <a:extLst>
                  <a:ext uri="{FF2B5EF4-FFF2-40B4-BE49-F238E27FC236}">
                    <a16:creationId xmlns:a16="http://schemas.microsoft.com/office/drawing/2014/main" id="{B1BFED4A-DDC2-BA8B-8DE2-BF8B8BB8EF74}"/>
                  </a:ext>
                </a:extLst>
              </p:cNvPr>
              <p:cNvSpPr>
                <a:spLocks noChangeShapeType="1"/>
              </p:cNvSpPr>
              <p:nvPr/>
            </p:nvSpPr>
            <p:spPr bwMode="auto">
              <a:xfrm>
                <a:off x="4843463" y="-606425"/>
                <a:ext cx="1317625" cy="0"/>
              </a:xfrm>
              <a:prstGeom prst="line">
                <a:avLst/>
              </a:prstGeom>
              <a:noFill/>
              <a:ln w="6350" cap="flat">
                <a:solidFill>
                  <a:schemeClr val="accent2">
                    <a:lumMod val="20000"/>
                    <a:lumOff val="8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 name="Freeform 46">
                <a:extLst>
                  <a:ext uri="{FF2B5EF4-FFF2-40B4-BE49-F238E27FC236}">
                    <a16:creationId xmlns:a16="http://schemas.microsoft.com/office/drawing/2014/main" id="{6C2318B1-7770-AA79-A756-1044BEB8FB9E}"/>
                  </a:ext>
                </a:extLst>
              </p:cNvPr>
              <p:cNvSpPr>
                <a:spLocks/>
              </p:cNvSpPr>
              <p:nvPr/>
            </p:nvSpPr>
            <p:spPr bwMode="auto">
              <a:xfrm>
                <a:off x="4843463" y="-935038"/>
                <a:ext cx="1306513" cy="139700"/>
              </a:xfrm>
              <a:custGeom>
                <a:avLst/>
                <a:gdLst>
                  <a:gd name="T0" fmla="*/ 345 w 345"/>
                  <a:gd name="T1" fmla="*/ 3 h 37"/>
                  <a:gd name="T2" fmla="*/ 176 w 345"/>
                  <a:gd name="T3" fmla="*/ 37 h 37"/>
                  <a:gd name="T4" fmla="*/ 0 w 345"/>
                  <a:gd name="T5" fmla="*/ 0 h 37"/>
                </a:gdLst>
                <a:ahLst/>
                <a:cxnLst>
                  <a:cxn ang="0">
                    <a:pos x="T0" y="T1"/>
                  </a:cxn>
                  <a:cxn ang="0">
                    <a:pos x="T2" y="T3"/>
                  </a:cxn>
                  <a:cxn ang="0">
                    <a:pos x="T4" y="T5"/>
                  </a:cxn>
                </a:cxnLst>
                <a:rect l="0" t="0" r="r" b="b"/>
                <a:pathLst>
                  <a:path w="345" h="37">
                    <a:moveTo>
                      <a:pt x="345" y="3"/>
                    </a:moveTo>
                    <a:cubicBezTo>
                      <a:pt x="303" y="22"/>
                      <a:pt x="242" y="37"/>
                      <a:pt x="176" y="37"/>
                    </a:cubicBezTo>
                    <a:cubicBezTo>
                      <a:pt x="106" y="37"/>
                      <a:pt x="43" y="20"/>
                      <a:pt x="0" y="0"/>
                    </a:cubicBezTo>
                  </a:path>
                </a:pathLst>
              </a:custGeom>
              <a:noFill/>
              <a:ln w="6350" cap="flat">
                <a:solidFill>
                  <a:schemeClr val="accent2">
                    <a:lumMod val="20000"/>
                    <a:lumOff val="8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 name="Freeform 47">
                <a:extLst>
                  <a:ext uri="{FF2B5EF4-FFF2-40B4-BE49-F238E27FC236}">
                    <a16:creationId xmlns:a16="http://schemas.microsoft.com/office/drawing/2014/main" id="{935264BC-40F2-9AF2-B345-C60C79C82373}"/>
                  </a:ext>
                </a:extLst>
              </p:cNvPr>
              <p:cNvSpPr>
                <a:spLocks/>
              </p:cNvSpPr>
              <p:nvPr/>
            </p:nvSpPr>
            <p:spPr bwMode="auto">
              <a:xfrm>
                <a:off x="4843463" y="-1287463"/>
                <a:ext cx="1309688" cy="268288"/>
              </a:xfrm>
              <a:custGeom>
                <a:avLst/>
                <a:gdLst>
                  <a:gd name="T0" fmla="*/ 346 w 346"/>
                  <a:gd name="T1" fmla="*/ 5 h 71"/>
                  <a:gd name="T2" fmla="*/ 176 w 346"/>
                  <a:gd name="T3" fmla="*/ 71 h 71"/>
                  <a:gd name="T4" fmla="*/ 0 w 346"/>
                  <a:gd name="T5" fmla="*/ 0 h 71"/>
                </a:gdLst>
                <a:ahLst/>
                <a:cxnLst>
                  <a:cxn ang="0">
                    <a:pos x="T0" y="T1"/>
                  </a:cxn>
                  <a:cxn ang="0">
                    <a:pos x="T2" y="T3"/>
                  </a:cxn>
                  <a:cxn ang="0">
                    <a:pos x="T4" y="T5"/>
                  </a:cxn>
                </a:cxnLst>
                <a:rect l="0" t="0" r="r" b="b"/>
                <a:pathLst>
                  <a:path w="346" h="71">
                    <a:moveTo>
                      <a:pt x="346" y="5"/>
                    </a:moveTo>
                    <a:cubicBezTo>
                      <a:pt x="303" y="36"/>
                      <a:pt x="243" y="71"/>
                      <a:pt x="176" y="71"/>
                    </a:cubicBezTo>
                    <a:cubicBezTo>
                      <a:pt x="106" y="71"/>
                      <a:pt x="43" y="33"/>
                      <a:pt x="0" y="0"/>
                    </a:cubicBezTo>
                  </a:path>
                </a:pathLst>
              </a:custGeom>
              <a:noFill/>
              <a:ln w="6350" cap="flat">
                <a:solidFill>
                  <a:schemeClr val="accent2">
                    <a:lumMod val="20000"/>
                    <a:lumOff val="8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 name="Line 48">
                <a:extLst>
                  <a:ext uri="{FF2B5EF4-FFF2-40B4-BE49-F238E27FC236}">
                    <a16:creationId xmlns:a16="http://schemas.microsoft.com/office/drawing/2014/main" id="{76C27046-D827-323C-61C1-37E8964A8087}"/>
                  </a:ext>
                </a:extLst>
              </p:cNvPr>
              <p:cNvSpPr>
                <a:spLocks noChangeShapeType="1"/>
              </p:cNvSpPr>
              <p:nvPr/>
            </p:nvSpPr>
            <p:spPr bwMode="auto">
              <a:xfrm flipV="1">
                <a:off x="5494338" y="-1935163"/>
                <a:ext cx="0" cy="703263"/>
              </a:xfrm>
              <a:prstGeom prst="line">
                <a:avLst/>
              </a:prstGeom>
              <a:noFill/>
              <a:ln w="6350" cap="flat">
                <a:solidFill>
                  <a:schemeClr val="accent2">
                    <a:lumMod val="20000"/>
                    <a:lumOff val="8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 name="Freeform 49">
                <a:extLst>
                  <a:ext uri="{FF2B5EF4-FFF2-40B4-BE49-F238E27FC236}">
                    <a16:creationId xmlns:a16="http://schemas.microsoft.com/office/drawing/2014/main" id="{31F50001-683F-CAE1-A42D-BDBE17FC6873}"/>
                  </a:ext>
                </a:extLst>
              </p:cNvPr>
              <p:cNvSpPr>
                <a:spLocks/>
              </p:cNvSpPr>
              <p:nvPr/>
            </p:nvSpPr>
            <p:spPr bwMode="auto">
              <a:xfrm>
                <a:off x="5368925" y="-1352550"/>
                <a:ext cx="250825" cy="155575"/>
              </a:xfrm>
              <a:custGeom>
                <a:avLst/>
                <a:gdLst>
                  <a:gd name="T0" fmla="*/ 158 w 158"/>
                  <a:gd name="T1" fmla="*/ 14 h 98"/>
                  <a:gd name="T2" fmla="*/ 143 w 158"/>
                  <a:gd name="T3" fmla="*/ 0 h 98"/>
                  <a:gd name="T4" fmla="*/ 79 w 158"/>
                  <a:gd name="T5" fmla="*/ 69 h 98"/>
                  <a:gd name="T6" fmla="*/ 15 w 158"/>
                  <a:gd name="T7" fmla="*/ 0 h 98"/>
                  <a:gd name="T8" fmla="*/ 0 w 158"/>
                  <a:gd name="T9" fmla="*/ 14 h 98"/>
                  <a:gd name="T10" fmla="*/ 79 w 158"/>
                  <a:gd name="T11" fmla="*/ 98 h 98"/>
                  <a:gd name="T12" fmla="*/ 158 w 158"/>
                  <a:gd name="T13" fmla="*/ 14 h 98"/>
                </a:gdLst>
                <a:ahLst/>
                <a:cxnLst>
                  <a:cxn ang="0">
                    <a:pos x="T0" y="T1"/>
                  </a:cxn>
                  <a:cxn ang="0">
                    <a:pos x="T2" y="T3"/>
                  </a:cxn>
                  <a:cxn ang="0">
                    <a:pos x="T4" y="T5"/>
                  </a:cxn>
                  <a:cxn ang="0">
                    <a:pos x="T6" y="T7"/>
                  </a:cxn>
                  <a:cxn ang="0">
                    <a:pos x="T8" y="T9"/>
                  </a:cxn>
                  <a:cxn ang="0">
                    <a:pos x="T10" y="T11"/>
                  </a:cxn>
                  <a:cxn ang="0">
                    <a:pos x="T12" y="T13"/>
                  </a:cxn>
                </a:cxnLst>
                <a:rect l="0" t="0" r="r" b="b"/>
                <a:pathLst>
                  <a:path w="158" h="98">
                    <a:moveTo>
                      <a:pt x="158" y="14"/>
                    </a:moveTo>
                    <a:lnTo>
                      <a:pt x="143" y="0"/>
                    </a:lnTo>
                    <a:lnTo>
                      <a:pt x="79" y="69"/>
                    </a:lnTo>
                    <a:lnTo>
                      <a:pt x="15" y="0"/>
                    </a:lnTo>
                    <a:lnTo>
                      <a:pt x="0" y="14"/>
                    </a:lnTo>
                    <a:lnTo>
                      <a:pt x="79" y="98"/>
                    </a:lnTo>
                    <a:lnTo>
                      <a:pt x="158" y="14"/>
                    </a:lnTo>
                    <a:close/>
                  </a:path>
                </a:pathLst>
              </a:custGeom>
              <a:solidFill>
                <a:schemeClr val="accent2"/>
              </a:solidFill>
              <a:ln w="0">
                <a:solidFill>
                  <a:schemeClr val="accent2">
                    <a:lumMod val="20000"/>
                    <a:lumOff val="80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 name="Freeform 50">
                <a:extLst>
                  <a:ext uri="{FF2B5EF4-FFF2-40B4-BE49-F238E27FC236}">
                    <a16:creationId xmlns:a16="http://schemas.microsoft.com/office/drawing/2014/main" id="{2BCD2C94-AC20-BB61-30CE-E9DB92BA381C}"/>
                  </a:ext>
                </a:extLst>
              </p:cNvPr>
              <p:cNvSpPr>
                <a:spLocks/>
              </p:cNvSpPr>
              <p:nvPr/>
            </p:nvSpPr>
            <p:spPr bwMode="auto">
              <a:xfrm>
                <a:off x="5368925" y="-1970088"/>
                <a:ext cx="250825" cy="155575"/>
              </a:xfrm>
              <a:custGeom>
                <a:avLst/>
                <a:gdLst>
                  <a:gd name="T0" fmla="*/ 158 w 158"/>
                  <a:gd name="T1" fmla="*/ 84 h 98"/>
                  <a:gd name="T2" fmla="*/ 143 w 158"/>
                  <a:gd name="T3" fmla="*/ 98 h 98"/>
                  <a:gd name="T4" fmla="*/ 79 w 158"/>
                  <a:gd name="T5" fmla="*/ 29 h 98"/>
                  <a:gd name="T6" fmla="*/ 15 w 158"/>
                  <a:gd name="T7" fmla="*/ 98 h 98"/>
                  <a:gd name="T8" fmla="*/ 0 w 158"/>
                  <a:gd name="T9" fmla="*/ 84 h 98"/>
                  <a:gd name="T10" fmla="*/ 79 w 158"/>
                  <a:gd name="T11" fmla="*/ 0 h 98"/>
                  <a:gd name="T12" fmla="*/ 158 w 158"/>
                  <a:gd name="T13" fmla="*/ 84 h 98"/>
                </a:gdLst>
                <a:ahLst/>
                <a:cxnLst>
                  <a:cxn ang="0">
                    <a:pos x="T0" y="T1"/>
                  </a:cxn>
                  <a:cxn ang="0">
                    <a:pos x="T2" y="T3"/>
                  </a:cxn>
                  <a:cxn ang="0">
                    <a:pos x="T4" y="T5"/>
                  </a:cxn>
                  <a:cxn ang="0">
                    <a:pos x="T6" y="T7"/>
                  </a:cxn>
                  <a:cxn ang="0">
                    <a:pos x="T8" y="T9"/>
                  </a:cxn>
                  <a:cxn ang="0">
                    <a:pos x="T10" y="T11"/>
                  </a:cxn>
                  <a:cxn ang="0">
                    <a:pos x="T12" y="T13"/>
                  </a:cxn>
                </a:cxnLst>
                <a:rect l="0" t="0" r="r" b="b"/>
                <a:pathLst>
                  <a:path w="158" h="98">
                    <a:moveTo>
                      <a:pt x="158" y="84"/>
                    </a:moveTo>
                    <a:lnTo>
                      <a:pt x="143" y="98"/>
                    </a:lnTo>
                    <a:lnTo>
                      <a:pt x="79" y="29"/>
                    </a:lnTo>
                    <a:lnTo>
                      <a:pt x="15" y="98"/>
                    </a:lnTo>
                    <a:lnTo>
                      <a:pt x="0" y="84"/>
                    </a:lnTo>
                    <a:lnTo>
                      <a:pt x="79" y="0"/>
                    </a:lnTo>
                    <a:lnTo>
                      <a:pt x="158" y="84"/>
                    </a:lnTo>
                    <a:close/>
                  </a:path>
                </a:pathLst>
              </a:custGeom>
              <a:solidFill>
                <a:schemeClr val="accent2"/>
              </a:solidFill>
              <a:ln w="0">
                <a:solidFill>
                  <a:schemeClr val="accent2">
                    <a:lumMod val="20000"/>
                    <a:lumOff val="80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spTree>
    <p:extLst>
      <p:ext uri="{BB962C8B-B14F-4D97-AF65-F5344CB8AC3E}">
        <p14:creationId xmlns:p14="http://schemas.microsoft.com/office/powerpoint/2010/main" val="68943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5A414-A2A5-96F6-EE98-C22328BDC4F6}"/>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B6694BE-61D2-21D2-D01E-B5856BF5AE13}"/>
              </a:ext>
            </a:extLst>
          </p:cNvPr>
          <p:cNvSpPr/>
          <p:nvPr/>
        </p:nvSpPr>
        <p:spPr>
          <a:xfrm>
            <a:off x="2435913" y="1357772"/>
            <a:ext cx="8320119" cy="4802188"/>
          </a:xfrm>
          <a:prstGeom prst="roundRect">
            <a:avLst>
              <a:gd name="adj" fmla="val 3994"/>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a:ea typeface="+mn-ea"/>
              <a:cs typeface="+mn-cs"/>
            </a:endParaRPr>
          </a:p>
        </p:txBody>
      </p:sp>
      <p:sp>
        <p:nvSpPr>
          <p:cNvPr id="96" name="Rectangle: Rounded Corners 95">
            <a:extLst>
              <a:ext uri="{FF2B5EF4-FFF2-40B4-BE49-F238E27FC236}">
                <a16:creationId xmlns:a16="http://schemas.microsoft.com/office/drawing/2014/main" id="{D7CDA2E2-2835-547E-0029-A9E526EA3A3A}"/>
              </a:ext>
            </a:extLst>
          </p:cNvPr>
          <p:cNvSpPr/>
          <p:nvPr/>
        </p:nvSpPr>
        <p:spPr>
          <a:xfrm>
            <a:off x="4328160" y="1574800"/>
            <a:ext cx="6189754" cy="2954264"/>
          </a:xfrm>
          <a:prstGeom prst="roundRect">
            <a:avLst>
              <a:gd name="adj" fmla="val 4581"/>
            </a:avLst>
          </a:prstGeom>
          <a:solidFill>
            <a:schemeClr val="accent5">
              <a:lumMod val="20000"/>
              <a:lumOff val="80000"/>
              <a:alpha val="50000"/>
            </a:schemeClr>
          </a:solidFill>
          <a:ln w="1587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a:ea typeface="+mn-ea"/>
              <a:cs typeface="+mn-cs"/>
            </a:endParaRPr>
          </a:p>
        </p:txBody>
      </p:sp>
      <p:cxnSp>
        <p:nvCxnSpPr>
          <p:cNvPr id="8" name="Straight Arrow Connector 7">
            <a:extLst>
              <a:ext uri="{FF2B5EF4-FFF2-40B4-BE49-F238E27FC236}">
                <a16:creationId xmlns:a16="http://schemas.microsoft.com/office/drawing/2014/main" id="{CC19F4CF-7E09-EBCF-43E5-DD8DD715C025}"/>
              </a:ext>
            </a:extLst>
          </p:cNvPr>
          <p:cNvCxnSpPr>
            <a:cxnSpLocks/>
          </p:cNvCxnSpPr>
          <p:nvPr/>
        </p:nvCxnSpPr>
        <p:spPr>
          <a:xfrm>
            <a:off x="2146605" y="2998878"/>
            <a:ext cx="3034995" cy="0"/>
          </a:xfrm>
          <a:prstGeom prst="straightConnector1">
            <a:avLst/>
          </a:prstGeom>
          <a:ln w="15875">
            <a:solidFill>
              <a:schemeClr val="bg1">
                <a:lumMod val="50000"/>
              </a:schemeClr>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3EAD437-6785-8A15-E4DC-99E19EE4AB11}"/>
              </a:ext>
            </a:extLst>
          </p:cNvPr>
          <p:cNvCxnSpPr>
            <a:cxnSpLocks/>
          </p:cNvCxnSpPr>
          <p:nvPr/>
        </p:nvCxnSpPr>
        <p:spPr>
          <a:xfrm>
            <a:off x="4080483" y="3176369"/>
            <a:ext cx="1101117" cy="0"/>
          </a:xfrm>
          <a:prstGeom prst="line">
            <a:avLst/>
          </a:prstGeom>
          <a:ln w="15875" cap="rnd">
            <a:solidFill>
              <a:schemeClr val="bg1">
                <a:lumMod val="50000"/>
              </a:schemeClr>
            </a:solidFill>
            <a:round/>
            <a:tailEnd type="arrow" w="med" len="sm"/>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55926FD1-9864-3365-01FF-91555ADAC8EB}"/>
              </a:ext>
            </a:extLst>
          </p:cNvPr>
          <p:cNvSpPr/>
          <p:nvPr/>
        </p:nvSpPr>
        <p:spPr>
          <a:xfrm>
            <a:off x="7186970" y="4906446"/>
            <a:ext cx="3330946" cy="1058317"/>
          </a:xfrm>
          <a:prstGeom prst="roundRect">
            <a:avLst>
              <a:gd name="adj" fmla="val 7866"/>
            </a:avLst>
          </a:prstGeom>
          <a:solidFill>
            <a:srgbClr val="F4E7FF"/>
          </a:solidFill>
          <a:ln w="19050" cap="rnd" cmpd="sng" algn="ctr">
            <a:noFill/>
            <a:prstDash val="solid"/>
            <a:round/>
            <a:extLst>
              <a:ext uri="{C807C97D-BFC1-408E-A445-0C87EB9F89A2}">
                <ask:lineSketchStyleProps xmlns:ask="http://schemas.microsoft.com/office/drawing/2018/sketchyshapes">
                  <ask:type>
                    <ask:lineSketchNone/>
                  </ask:type>
                </ask:lineSketchStyleProps>
              </a:ext>
            </a:extLst>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a:ln>
                <a:noFill/>
              </a:ln>
              <a:solidFill>
                <a:srgbClr val="000000"/>
              </a:solidFill>
              <a:effectLst/>
              <a:uLnTx/>
              <a:uFillTx/>
              <a:latin typeface="Amazon Ember"/>
              <a:ea typeface="+mn-ea"/>
              <a:cs typeface="Arial" panose="020B0604020202020204" pitchFamily="34" charset="0"/>
            </a:endParaRPr>
          </a:p>
        </p:txBody>
      </p:sp>
      <p:pic>
        <p:nvPicPr>
          <p:cNvPr id="130" name="Graphic 23">
            <a:extLst>
              <a:ext uri="{FF2B5EF4-FFF2-40B4-BE49-F238E27FC236}">
                <a16:creationId xmlns:a16="http://schemas.microsoft.com/office/drawing/2014/main" id="{42D05BB5-892E-0EDA-A619-D1F9AB2D1E4F}"/>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flipH="1">
            <a:off x="1506844" y="2653214"/>
            <a:ext cx="461085" cy="461086"/>
          </a:xfrm>
          <a:prstGeom prst="rect">
            <a:avLst/>
          </a:prstGeom>
          <a:noFill/>
          <a:ln>
            <a:noFill/>
          </a:ln>
        </p:spPr>
      </p:pic>
      <p:sp>
        <p:nvSpPr>
          <p:cNvPr id="131" name="TextBox 40">
            <a:extLst>
              <a:ext uri="{FF2B5EF4-FFF2-40B4-BE49-F238E27FC236}">
                <a16:creationId xmlns:a16="http://schemas.microsoft.com/office/drawing/2014/main" id="{FB5B6096-A637-C495-444C-C234E709A051}"/>
              </a:ext>
            </a:extLst>
          </p:cNvPr>
          <p:cNvSpPr txBox="1">
            <a:spLocks noChangeArrowheads="1"/>
          </p:cNvSpPr>
          <p:nvPr/>
        </p:nvSpPr>
        <p:spPr bwMode="auto">
          <a:xfrm>
            <a:off x="1149395" y="3150208"/>
            <a:ext cx="1175982" cy="400110"/>
          </a:xfrm>
          <a:prstGeom prst="rect">
            <a:avLst/>
          </a:prstGeom>
          <a:noFill/>
          <a:ln>
            <a:noFill/>
          </a:ln>
        </p:spPr>
        <p:txBody>
          <a:bodyPr wrap="square"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Engineers &amp; Researchers</a:t>
            </a:r>
          </a:p>
        </p:txBody>
      </p:sp>
      <p:sp>
        <p:nvSpPr>
          <p:cNvPr id="136" name="TextBox 22">
            <a:extLst>
              <a:ext uri="{FF2B5EF4-FFF2-40B4-BE49-F238E27FC236}">
                <a16:creationId xmlns:a16="http://schemas.microsoft.com/office/drawing/2014/main" id="{52155A85-1625-6D0E-2CBE-751F88E6D104}"/>
              </a:ext>
            </a:extLst>
          </p:cNvPr>
          <p:cNvSpPr txBox="1">
            <a:spLocks noChangeArrowheads="1"/>
          </p:cNvSpPr>
          <p:nvPr/>
        </p:nvSpPr>
        <p:spPr bwMode="auto">
          <a:xfrm>
            <a:off x="7206492" y="5452238"/>
            <a:ext cx="12821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err="1">
                <a:ln>
                  <a:noFill/>
                </a:ln>
                <a:solidFill>
                  <a:srgbClr val="AD5CFF"/>
                </a:solidFill>
                <a:effectLst/>
                <a:uLnTx/>
                <a:uFillTx/>
                <a:latin typeface="Amazon Ember"/>
                <a:ea typeface="Amazon Ember" panose="020B0603020204020204" pitchFamily="34" charset="0"/>
                <a:cs typeface="Amazon Ember" panose="020B0603020204020204" pitchFamily="34" charset="0"/>
              </a:rPr>
              <a:t>FSxL</a:t>
            </a:r>
            <a:b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br>
            <a: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t>distributed FS</a:t>
            </a:r>
          </a:p>
        </p:txBody>
      </p:sp>
      <p:pic>
        <p:nvPicPr>
          <p:cNvPr id="137" name="Graphic 136">
            <a:extLst>
              <a:ext uri="{FF2B5EF4-FFF2-40B4-BE49-F238E27FC236}">
                <a16:creationId xmlns:a16="http://schemas.microsoft.com/office/drawing/2014/main" id="{B07649FE-E3A9-2536-5F40-EE046A25F3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70053" y="5133754"/>
            <a:ext cx="310866" cy="310866"/>
          </a:xfrm>
          <a:prstGeom prst="rect">
            <a:avLst/>
          </a:prstGeom>
        </p:spPr>
      </p:pic>
      <p:sp>
        <p:nvSpPr>
          <p:cNvPr id="140" name="TextBox 20">
            <a:extLst>
              <a:ext uri="{FF2B5EF4-FFF2-40B4-BE49-F238E27FC236}">
                <a16:creationId xmlns:a16="http://schemas.microsoft.com/office/drawing/2014/main" id="{E4870331-2648-A70A-F031-D5F507CE59FB}"/>
              </a:ext>
            </a:extLst>
          </p:cNvPr>
          <p:cNvSpPr txBox="1">
            <a:spLocks noChangeArrowheads="1"/>
          </p:cNvSpPr>
          <p:nvPr/>
        </p:nvSpPr>
        <p:spPr bwMode="auto">
          <a:xfrm>
            <a:off x="9032721" y="5452238"/>
            <a:ext cx="14053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t>Datasets &amp;</a:t>
            </a:r>
            <a:b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br>
            <a:r>
              <a:rPr kumimoji="0" lang="en-US" altLang="en-US" sz="1300" b="0" i="0" u="none" strike="noStrike" kern="1200" cap="none" spc="0" normalizeH="0" baseline="0" noProof="0">
                <a:ln>
                  <a:noFill/>
                </a:ln>
                <a:solidFill>
                  <a:srgbClr val="AD5CFF"/>
                </a:solidFill>
                <a:effectLst/>
                <a:uLnTx/>
                <a:uFillTx/>
                <a:latin typeface="Amazon Ember"/>
                <a:ea typeface="Amazon Ember" panose="020B0603020204020204" pitchFamily="34" charset="0"/>
                <a:cs typeface="Amazon Ember" panose="020B0603020204020204" pitchFamily="34" charset="0"/>
              </a:rPr>
              <a:t>checkpoints in S3</a:t>
            </a:r>
          </a:p>
        </p:txBody>
      </p:sp>
      <p:pic>
        <p:nvPicPr>
          <p:cNvPr id="141" name="Graphic 140">
            <a:extLst>
              <a:ext uri="{FF2B5EF4-FFF2-40B4-BE49-F238E27FC236}">
                <a16:creationId xmlns:a16="http://schemas.microsoft.com/office/drawing/2014/main" id="{23ACAEA6-9EBA-DAD2-B17A-915E36CEF0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6394" y="5142542"/>
            <a:ext cx="266150" cy="281316"/>
          </a:xfrm>
          <a:prstGeom prst="rect">
            <a:avLst/>
          </a:prstGeom>
        </p:spPr>
      </p:pic>
      <p:cxnSp>
        <p:nvCxnSpPr>
          <p:cNvPr id="4" name="Straight Arrow Connector 3">
            <a:extLst>
              <a:ext uri="{FF2B5EF4-FFF2-40B4-BE49-F238E27FC236}">
                <a16:creationId xmlns:a16="http://schemas.microsoft.com/office/drawing/2014/main" id="{1EA2ADA6-1C08-3055-1D62-7304BD5E0A43}"/>
              </a:ext>
            </a:extLst>
          </p:cNvPr>
          <p:cNvCxnSpPr>
            <a:cxnSpLocks/>
          </p:cNvCxnSpPr>
          <p:nvPr/>
        </p:nvCxnSpPr>
        <p:spPr>
          <a:xfrm flipH="1">
            <a:off x="8230326" y="5323659"/>
            <a:ext cx="1244234" cy="0"/>
          </a:xfrm>
          <a:prstGeom prst="straightConnector1">
            <a:avLst/>
          </a:prstGeom>
          <a:ln w="19050">
            <a:solidFill>
              <a:schemeClr val="bg1">
                <a:lumMod val="50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CA0A660-1C35-D828-AD0F-BAB6FB22BBA8}"/>
              </a:ext>
            </a:extLst>
          </p:cNvPr>
          <p:cNvCxnSpPr>
            <a:cxnSpLocks/>
          </p:cNvCxnSpPr>
          <p:nvPr/>
        </p:nvCxnSpPr>
        <p:spPr>
          <a:xfrm>
            <a:off x="6083300" y="3092703"/>
            <a:ext cx="979153" cy="0"/>
          </a:xfrm>
          <a:prstGeom prst="straightConnector1">
            <a:avLst/>
          </a:prstGeom>
          <a:ln w="15875">
            <a:solidFill>
              <a:schemeClr val="bg1">
                <a:lumMod val="50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9" name="Graphic 22">
            <a:extLst>
              <a:ext uri="{FF2B5EF4-FFF2-40B4-BE49-F238E27FC236}">
                <a16:creationId xmlns:a16="http://schemas.microsoft.com/office/drawing/2014/main" id="{84AD3CD0-860A-3954-3297-4C50D0397996}"/>
              </a:ext>
            </a:extLst>
          </p:cNvPr>
          <p:cNvPicPr>
            <a:picLocks noChangeAspect="1" noChangeArrowheads="1"/>
          </p:cNvPicPr>
          <p:nvPr/>
        </p:nvPicPr>
        <p:blipFill>
          <a:blip r:embed="rId9">
            <a:extLst>
              <a:ext uri="{96DAC541-7B7A-43D3-8B79-37D633B846F1}">
                <asvg:svgBlip xmlns:asvg="http://schemas.microsoft.com/office/drawing/2016/SVG/main" r:embed="rId10"/>
              </a:ext>
            </a:extLst>
          </a:blip>
          <a:srcRect/>
          <a:stretch/>
        </p:blipFill>
        <p:spPr bwMode="auto">
          <a:xfrm>
            <a:off x="1552054" y="4452742"/>
            <a:ext cx="370664" cy="370664"/>
          </a:xfrm>
          <a:prstGeom prst="rect">
            <a:avLst/>
          </a:prstGeom>
          <a:noFill/>
          <a:ln>
            <a:noFill/>
          </a:ln>
        </p:spPr>
      </p:pic>
      <p:sp>
        <p:nvSpPr>
          <p:cNvPr id="10" name="TextBox 39">
            <a:extLst>
              <a:ext uri="{FF2B5EF4-FFF2-40B4-BE49-F238E27FC236}">
                <a16:creationId xmlns:a16="http://schemas.microsoft.com/office/drawing/2014/main" id="{F2071C26-3600-651C-A554-74BA2F78B794}"/>
              </a:ext>
            </a:extLst>
          </p:cNvPr>
          <p:cNvSpPr txBox="1">
            <a:spLocks noChangeArrowheads="1"/>
          </p:cNvSpPr>
          <p:nvPr/>
        </p:nvSpPr>
        <p:spPr bwMode="auto">
          <a:xfrm>
            <a:off x="1247276" y="4900573"/>
            <a:ext cx="980221" cy="400110"/>
          </a:xfrm>
          <a:prstGeom prst="rect">
            <a:avLst/>
          </a:prstGeom>
          <a:noFill/>
          <a:ln>
            <a:noFill/>
          </a:ln>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Admin &amp; Ops</a:t>
            </a:r>
          </a:p>
        </p:txBody>
      </p:sp>
      <p:sp>
        <p:nvSpPr>
          <p:cNvPr id="14" name="Rectangle: Rounded Corners 13">
            <a:extLst>
              <a:ext uri="{FF2B5EF4-FFF2-40B4-BE49-F238E27FC236}">
                <a16:creationId xmlns:a16="http://schemas.microsoft.com/office/drawing/2014/main" id="{7B865E75-8DDC-59FD-17F4-8B26C2985117}"/>
              </a:ext>
            </a:extLst>
          </p:cNvPr>
          <p:cNvSpPr/>
          <p:nvPr/>
        </p:nvSpPr>
        <p:spPr>
          <a:xfrm>
            <a:off x="7186970" y="1711960"/>
            <a:ext cx="3176231" cy="2653494"/>
          </a:xfrm>
          <a:prstGeom prst="roundRect">
            <a:avLst>
              <a:gd name="adj" fmla="val 2914"/>
            </a:avLst>
          </a:prstGeom>
          <a:noFill/>
          <a:ln w="15875" cap="rnd">
            <a:solidFill>
              <a:schemeClr val="accent5"/>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a:ea typeface="+mn-ea"/>
              <a:cs typeface="+mn-cs"/>
            </a:endParaRPr>
          </a:p>
        </p:txBody>
      </p:sp>
      <p:sp>
        <p:nvSpPr>
          <p:cNvPr id="3" name="TextBox 2">
            <a:extLst>
              <a:ext uri="{FF2B5EF4-FFF2-40B4-BE49-F238E27FC236}">
                <a16:creationId xmlns:a16="http://schemas.microsoft.com/office/drawing/2014/main" id="{2A505D82-F560-0C46-CF52-E1D7134A9D11}"/>
              </a:ext>
            </a:extLst>
          </p:cNvPr>
          <p:cNvSpPr txBox="1"/>
          <p:nvPr/>
        </p:nvSpPr>
        <p:spPr>
          <a:xfrm>
            <a:off x="8146736" y="2060562"/>
            <a:ext cx="1410014" cy="1615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150" normalizeH="0" baseline="0" noProof="0">
                <a:ln>
                  <a:noFill/>
                </a:ln>
                <a:solidFill>
                  <a:srgbClr val="FF693C"/>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COMPUTE NODES</a:t>
            </a:r>
          </a:p>
        </p:txBody>
      </p:sp>
      <p:sp>
        <p:nvSpPr>
          <p:cNvPr id="49" name="TextBox 48">
            <a:extLst>
              <a:ext uri="{FF2B5EF4-FFF2-40B4-BE49-F238E27FC236}">
                <a16:creationId xmlns:a16="http://schemas.microsoft.com/office/drawing/2014/main" id="{93A6C3E0-EBFF-96A6-B3C7-311F22D98E85}"/>
              </a:ext>
            </a:extLst>
          </p:cNvPr>
          <p:cNvSpPr txBox="1"/>
          <p:nvPr/>
        </p:nvSpPr>
        <p:spPr>
          <a:xfrm>
            <a:off x="7544886" y="5008196"/>
            <a:ext cx="2615114" cy="20005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AD5CFF"/>
                </a:solidFill>
                <a:effectLst/>
                <a:uLnTx/>
                <a:uFillTx/>
                <a:latin typeface="Amazon Ember Heavy"/>
                <a:ea typeface="Amazon Ember" panose="020B0603020204020204" pitchFamily="34" charset="0"/>
                <a:cs typeface="Amazon Ember" panose="020B0603020204020204" pitchFamily="34" charset="0"/>
              </a:rPr>
              <a:t>Customer Account</a:t>
            </a:r>
          </a:p>
        </p:txBody>
      </p:sp>
      <p:grpSp>
        <p:nvGrpSpPr>
          <p:cNvPr id="47" name="Group 46">
            <a:extLst>
              <a:ext uri="{FF2B5EF4-FFF2-40B4-BE49-F238E27FC236}">
                <a16:creationId xmlns:a16="http://schemas.microsoft.com/office/drawing/2014/main" id="{301EDCA6-A9F4-97FA-EF9D-6E904CCCC8A8}"/>
              </a:ext>
            </a:extLst>
          </p:cNvPr>
          <p:cNvGrpSpPr/>
          <p:nvPr/>
        </p:nvGrpSpPr>
        <p:grpSpPr>
          <a:xfrm>
            <a:off x="7480102" y="2304108"/>
            <a:ext cx="2744682" cy="1919359"/>
            <a:chOff x="7424843" y="2304108"/>
            <a:chExt cx="2744682" cy="1919359"/>
          </a:xfrm>
        </p:grpSpPr>
        <p:pic>
          <p:nvPicPr>
            <p:cNvPr id="84" name="Graphic 83">
              <a:extLst>
                <a:ext uri="{FF2B5EF4-FFF2-40B4-BE49-F238E27FC236}">
                  <a16:creationId xmlns:a16="http://schemas.microsoft.com/office/drawing/2014/main" id="{19448305-0EB3-44CC-2C2C-82DBE7361D7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24843" y="2304108"/>
              <a:ext cx="530878" cy="530876"/>
            </a:xfrm>
            <a:prstGeom prst="rect">
              <a:avLst/>
            </a:prstGeom>
          </p:spPr>
        </p:pic>
        <p:pic>
          <p:nvPicPr>
            <p:cNvPr id="85" name="Graphic 84">
              <a:extLst>
                <a:ext uri="{FF2B5EF4-FFF2-40B4-BE49-F238E27FC236}">
                  <a16:creationId xmlns:a16="http://schemas.microsoft.com/office/drawing/2014/main" id="{21A8861F-814A-615B-70A0-E918A9CED9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27573" y="2998349"/>
              <a:ext cx="530878" cy="530876"/>
            </a:xfrm>
            <a:prstGeom prst="rect">
              <a:avLst/>
            </a:prstGeom>
          </p:spPr>
        </p:pic>
        <p:pic>
          <p:nvPicPr>
            <p:cNvPr id="86" name="Graphic 85">
              <a:extLst>
                <a:ext uri="{FF2B5EF4-FFF2-40B4-BE49-F238E27FC236}">
                  <a16:creationId xmlns:a16="http://schemas.microsoft.com/office/drawing/2014/main" id="{29EC9536-2E88-65D3-0B7D-41E1A573E2E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427573" y="3692591"/>
              <a:ext cx="530878" cy="530876"/>
            </a:xfrm>
            <a:prstGeom prst="rect">
              <a:avLst/>
            </a:prstGeom>
          </p:spPr>
        </p:pic>
        <p:pic>
          <p:nvPicPr>
            <p:cNvPr id="87" name="Graphic 86">
              <a:extLst>
                <a:ext uri="{FF2B5EF4-FFF2-40B4-BE49-F238E27FC236}">
                  <a16:creationId xmlns:a16="http://schemas.microsoft.com/office/drawing/2014/main" id="{CECA512A-1819-9FFD-7808-AD5DD2A8CB9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45945" y="2304108"/>
              <a:ext cx="530878" cy="530876"/>
            </a:xfrm>
            <a:prstGeom prst="rect">
              <a:avLst/>
            </a:prstGeom>
          </p:spPr>
        </p:pic>
        <p:pic>
          <p:nvPicPr>
            <p:cNvPr id="88" name="Graphic 87">
              <a:extLst>
                <a:ext uri="{FF2B5EF4-FFF2-40B4-BE49-F238E27FC236}">
                  <a16:creationId xmlns:a16="http://schemas.microsoft.com/office/drawing/2014/main" id="{6B213ECD-A69F-DBAC-2341-CAFE13BB327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73924" y="2998349"/>
              <a:ext cx="530878" cy="530876"/>
            </a:xfrm>
            <a:prstGeom prst="rect">
              <a:avLst/>
            </a:prstGeom>
          </p:spPr>
        </p:pic>
        <p:pic>
          <p:nvPicPr>
            <p:cNvPr id="89" name="Graphic 88">
              <a:extLst>
                <a:ext uri="{FF2B5EF4-FFF2-40B4-BE49-F238E27FC236}">
                  <a16:creationId xmlns:a16="http://schemas.microsoft.com/office/drawing/2014/main" id="{8B4E2889-08F0-9BA8-1D44-F7ADDC7513C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73924" y="3692591"/>
              <a:ext cx="530878" cy="530876"/>
            </a:xfrm>
            <a:prstGeom prst="rect">
              <a:avLst/>
            </a:prstGeom>
          </p:spPr>
        </p:pic>
        <p:pic>
          <p:nvPicPr>
            <p:cNvPr id="90" name="Graphic 89">
              <a:extLst>
                <a:ext uri="{FF2B5EF4-FFF2-40B4-BE49-F238E27FC236}">
                  <a16:creationId xmlns:a16="http://schemas.microsoft.com/office/drawing/2014/main" id="{19DAC402-C2EE-64A9-D7A0-CBAB1E9B3CB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92296" y="2304108"/>
              <a:ext cx="530878" cy="530876"/>
            </a:xfrm>
            <a:prstGeom prst="rect">
              <a:avLst/>
            </a:prstGeom>
          </p:spPr>
        </p:pic>
        <p:pic>
          <p:nvPicPr>
            <p:cNvPr id="91" name="Graphic 90">
              <a:extLst>
                <a:ext uri="{FF2B5EF4-FFF2-40B4-BE49-F238E27FC236}">
                  <a16:creationId xmlns:a16="http://schemas.microsoft.com/office/drawing/2014/main" id="{CF43C1AC-B5B4-0752-7885-FF8A46CF139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20276" y="2998349"/>
              <a:ext cx="530878" cy="530876"/>
            </a:xfrm>
            <a:prstGeom prst="rect">
              <a:avLst/>
            </a:prstGeom>
          </p:spPr>
        </p:pic>
        <p:pic>
          <p:nvPicPr>
            <p:cNvPr id="92" name="Graphic 91">
              <a:extLst>
                <a:ext uri="{FF2B5EF4-FFF2-40B4-BE49-F238E27FC236}">
                  <a16:creationId xmlns:a16="http://schemas.microsoft.com/office/drawing/2014/main" id="{5D3F2BA8-F8F1-21EF-460C-5E0CE72B73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20276" y="3692591"/>
              <a:ext cx="530878" cy="530876"/>
            </a:xfrm>
            <a:prstGeom prst="rect">
              <a:avLst/>
            </a:prstGeom>
          </p:spPr>
        </p:pic>
        <p:pic>
          <p:nvPicPr>
            <p:cNvPr id="93" name="Graphic 92">
              <a:extLst>
                <a:ext uri="{FF2B5EF4-FFF2-40B4-BE49-F238E27FC236}">
                  <a16:creationId xmlns:a16="http://schemas.microsoft.com/office/drawing/2014/main" id="{0EEB737B-EB4D-224C-3C9D-C64BCF6506C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38647" y="2304108"/>
              <a:ext cx="530878" cy="530876"/>
            </a:xfrm>
            <a:prstGeom prst="rect">
              <a:avLst/>
            </a:prstGeom>
          </p:spPr>
        </p:pic>
        <p:pic>
          <p:nvPicPr>
            <p:cNvPr id="94" name="Graphic 93">
              <a:extLst>
                <a:ext uri="{FF2B5EF4-FFF2-40B4-BE49-F238E27FC236}">
                  <a16:creationId xmlns:a16="http://schemas.microsoft.com/office/drawing/2014/main" id="{B70D24C3-533B-ED8D-C08B-0B286A983BF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38647" y="2990350"/>
              <a:ext cx="530878" cy="530876"/>
            </a:xfrm>
            <a:prstGeom prst="rect">
              <a:avLst/>
            </a:prstGeom>
          </p:spPr>
        </p:pic>
        <p:pic>
          <p:nvPicPr>
            <p:cNvPr id="95" name="Graphic 94">
              <a:extLst>
                <a:ext uri="{FF2B5EF4-FFF2-40B4-BE49-F238E27FC236}">
                  <a16:creationId xmlns:a16="http://schemas.microsoft.com/office/drawing/2014/main" id="{452186B6-A52C-2607-5E16-0B9D4C329D5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25798" y="3692591"/>
              <a:ext cx="530878" cy="530876"/>
            </a:xfrm>
            <a:prstGeom prst="rect">
              <a:avLst/>
            </a:prstGeom>
          </p:spPr>
        </p:pic>
      </p:grpSp>
      <p:sp>
        <p:nvSpPr>
          <p:cNvPr id="98" name="TextBox 97">
            <a:extLst>
              <a:ext uri="{FF2B5EF4-FFF2-40B4-BE49-F238E27FC236}">
                <a16:creationId xmlns:a16="http://schemas.microsoft.com/office/drawing/2014/main" id="{D6A1FE49-ABF5-9B2C-486B-76B676592F77}"/>
              </a:ext>
            </a:extLst>
          </p:cNvPr>
          <p:cNvSpPr txBox="1"/>
          <p:nvPr/>
        </p:nvSpPr>
        <p:spPr>
          <a:xfrm>
            <a:off x="4480769" y="1703627"/>
            <a:ext cx="2205386" cy="20005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err="1">
                <a:ln>
                  <a:noFill/>
                </a:ln>
                <a:solidFill>
                  <a:srgbClr val="FF693C"/>
                </a:solidFill>
                <a:effectLst/>
                <a:uLnTx/>
                <a:uFillTx/>
                <a:latin typeface="Amazon Ember Heavy"/>
                <a:ea typeface="Amazon Ember" panose="020B0603020204020204" pitchFamily="34" charset="0"/>
                <a:cs typeface="Amazon Ember" panose="020B0603020204020204" pitchFamily="34" charset="0"/>
              </a:rPr>
              <a:t>HyperPod</a:t>
            </a:r>
            <a:r>
              <a:rPr kumimoji="0" lang="en-US" sz="1300" b="0" i="0" u="none" strike="noStrike" kern="1200" cap="none" spc="0" normalizeH="0" baseline="0" noProof="0">
                <a:ln>
                  <a:noFill/>
                </a:ln>
                <a:solidFill>
                  <a:srgbClr val="FF693C"/>
                </a:solidFill>
                <a:effectLst/>
                <a:uLnTx/>
                <a:uFillTx/>
                <a:latin typeface="Amazon Ember Heavy"/>
                <a:ea typeface="Amazon Ember" panose="020B0603020204020204" pitchFamily="34" charset="0"/>
                <a:cs typeface="Amazon Ember" panose="020B0603020204020204" pitchFamily="34" charset="0"/>
              </a:rPr>
              <a:t> Service Account</a:t>
            </a:r>
          </a:p>
        </p:txBody>
      </p:sp>
      <p:cxnSp>
        <p:nvCxnSpPr>
          <p:cNvPr id="99" name="Straight Arrow Connector 98">
            <a:extLst>
              <a:ext uri="{FF2B5EF4-FFF2-40B4-BE49-F238E27FC236}">
                <a16:creationId xmlns:a16="http://schemas.microsoft.com/office/drawing/2014/main" id="{9024192E-7D1F-D113-9960-28A4CCC75853}"/>
              </a:ext>
            </a:extLst>
          </p:cNvPr>
          <p:cNvCxnSpPr>
            <a:cxnSpLocks/>
          </p:cNvCxnSpPr>
          <p:nvPr/>
        </p:nvCxnSpPr>
        <p:spPr>
          <a:xfrm flipV="1">
            <a:off x="8852443" y="4419600"/>
            <a:ext cx="0" cy="445098"/>
          </a:xfrm>
          <a:prstGeom prst="straightConnector1">
            <a:avLst/>
          </a:prstGeom>
          <a:ln w="15875">
            <a:solidFill>
              <a:schemeClr val="bg1">
                <a:lumMod val="50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5C66E3AE-F0F0-AD06-4531-1A5F18101C08}"/>
              </a:ext>
            </a:extLst>
          </p:cNvPr>
          <p:cNvSpPr txBox="1"/>
          <p:nvPr/>
        </p:nvSpPr>
        <p:spPr>
          <a:xfrm>
            <a:off x="5260040" y="5170167"/>
            <a:ext cx="1556333" cy="20005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Configure storage</a:t>
            </a:r>
          </a:p>
        </p:txBody>
      </p:sp>
      <p:sp>
        <p:nvSpPr>
          <p:cNvPr id="105" name="TextBox 104">
            <a:extLst>
              <a:ext uri="{FF2B5EF4-FFF2-40B4-BE49-F238E27FC236}">
                <a16:creationId xmlns:a16="http://schemas.microsoft.com/office/drawing/2014/main" id="{CAF95051-00F7-239E-FF11-93198D16B72D}"/>
              </a:ext>
            </a:extLst>
          </p:cNvPr>
          <p:cNvSpPr txBox="1"/>
          <p:nvPr/>
        </p:nvSpPr>
        <p:spPr>
          <a:xfrm>
            <a:off x="6144097" y="2367870"/>
            <a:ext cx="832643" cy="48474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Jobs, SSH, &amp; cluster state management</a:t>
            </a:r>
          </a:p>
        </p:txBody>
      </p:sp>
      <p:sp>
        <p:nvSpPr>
          <p:cNvPr id="5" name="Title 4">
            <a:extLst>
              <a:ext uri="{FF2B5EF4-FFF2-40B4-BE49-F238E27FC236}">
                <a16:creationId xmlns:a16="http://schemas.microsoft.com/office/drawing/2014/main" id="{37B006D1-AC16-45AB-AA74-7466FAB2AF4C}"/>
              </a:ext>
            </a:extLst>
          </p:cNvPr>
          <p:cNvSpPr>
            <a:spLocks noGrp="1"/>
          </p:cNvSpPr>
          <p:nvPr>
            <p:ph type="title"/>
          </p:nvPr>
        </p:nvSpPr>
        <p:spPr>
          <a:xfrm>
            <a:off x="609600" y="598584"/>
            <a:ext cx="10972800" cy="590931"/>
          </a:xfrm>
        </p:spPr>
        <p:txBody>
          <a:bodyPr>
            <a:normAutofit/>
          </a:bodyPr>
          <a:lstStyle/>
          <a:p>
            <a:r>
              <a:rPr lang="en-US" dirty="0" err="1">
                <a:latin typeface="+mj-lt"/>
              </a:rPr>
              <a:t>HyperPod-Slurm</a:t>
            </a:r>
            <a:r>
              <a:rPr lang="en-US" dirty="0">
                <a:latin typeface="+mj-lt"/>
              </a:rPr>
              <a:t>: </a:t>
            </a:r>
            <a:r>
              <a:rPr lang="en-US" dirty="0">
                <a:latin typeface="+mn-lt"/>
              </a:rPr>
              <a:t>Simplified architecture</a:t>
            </a:r>
          </a:p>
        </p:txBody>
      </p:sp>
      <p:cxnSp>
        <p:nvCxnSpPr>
          <p:cNvPr id="19" name="Straight Connector 18">
            <a:extLst>
              <a:ext uri="{FF2B5EF4-FFF2-40B4-BE49-F238E27FC236}">
                <a16:creationId xmlns:a16="http://schemas.microsoft.com/office/drawing/2014/main" id="{6443E19D-4B70-A04D-EDA8-FF78A7F2F629}"/>
              </a:ext>
            </a:extLst>
          </p:cNvPr>
          <p:cNvCxnSpPr>
            <a:cxnSpLocks/>
          </p:cNvCxnSpPr>
          <p:nvPr/>
        </p:nvCxnSpPr>
        <p:spPr>
          <a:xfrm>
            <a:off x="5181600" y="5422904"/>
            <a:ext cx="1880853" cy="0"/>
          </a:xfrm>
          <a:prstGeom prst="line">
            <a:avLst/>
          </a:prstGeom>
          <a:ln w="15875" cap="rnd">
            <a:solidFill>
              <a:schemeClr val="bg1">
                <a:lumMod val="50000"/>
              </a:schemeClr>
            </a:solidFill>
            <a:round/>
            <a:headEnd type="none" w="sm" len="sm"/>
            <a:tailEnd type="arrow" w="med" len="sm"/>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FD5E5D-282D-E819-658B-EAEE66E6F78F}"/>
              </a:ext>
            </a:extLst>
          </p:cNvPr>
          <p:cNvCxnSpPr>
            <a:cxnSpLocks/>
          </p:cNvCxnSpPr>
          <p:nvPr/>
        </p:nvCxnSpPr>
        <p:spPr>
          <a:xfrm>
            <a:off x="2045794" y="4663585"/>
            <a:ext cx="2968166" cy="0"/>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E960827-2E63-6238-F624-972FB14D28C5}"/>
              </a:ext>
            </a:extLst>
          </p:cNvPr>
          <p:cNvCxnSpPr>
            <a:cxnSpLocks/>
          </p:cNvCxnSpPr>
          <p:nvPr/>
        </p:nvCxnSpPr>
        <p:spPr>
          <a:xfrm flipV="1">
            <a:off x="4070323" y="3175000"/>
            <a:ext cx="0" cy="1488585"/>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1AF3E834-E685-7A48-74D6-A826131230C4}"/>
              </a:ext>
            </a:extLst>
          </p:cNvPr>
          <p:cNvGrpSpPr/>
          <p:nvPr/>
        </p:nvGrpSpPr>
        <p:grpSpPr>
          <a:xfrm>
            <a:off x="5280640" y="2744696"/>
            <a:ext cx="696015" cy="696015"/>
            <a:chOff x="5280640" y="2744696"/>
            <a:chExt cx="696015" cy="696015"/>
          </a:xfrm>
        </p:grpSpPr>
        <p:sp>
          <p:nvSpPr>
            <p:cNvPr id="15" name="Oval 14">
              <a:extLst>
                <a:ext uri="{FF2B5EF4-FFF2-40B4-BE49-F238E27FC236}">
                  <a16:creationId xmlns:a16="http://schemas.microsoft.com/office/drawing/2014/main" id="{4D2A02D8-C260-8902-54E2-857381B682EF}"/>
                </a:ext>
              </a:extLst>
            </p:cNvPr>
            <p:cNvSpPr/>
            <p:nvPr/>
          </p:nvSpPr>
          <p:spPr>
            <a:xfrm>
              <a:off x="5280640" y="2744696"/>
              <a:ext cx="696015" cy="696015"/>
            </a:xfrm>
            <a:prstGeom prst="ellipse">
              <a:avLst/>
            </a:prstGeom>
            <a:solidFill>
              <a:schemeClr val="accent5"/>
            </a:solidFill>
            <a:ln w="869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pic>
          <p:nvPicPr>
            <p:cNvPr id="7" name="Graphic 6">
              <a:extLst>
                <a:ext uri="{FF2B5EF4-FFF2-40B4-BE49-F238E27FC236}">
                  <a16:creationId xmlns:a16="http://schemas.microsoft.com/office/drawing/2014/main" id="{18FA2A9B-890B-3247-2B55-7C8E2C92FCF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31543" y="2895600"/>
              <a:ext cx="394208" cy="394206"/>
            </a:xfrm>
            <a:prstGeom prst="rect">
              <a:avLst/>
            </a:prstGeom>
          </p:spPr>
        </p:pic>
      </p:grpSp>
      <p:sp>
        <p:nvSpPr>
          <p:cNvPr id="12" name="TextBox 11">
            <a:extLst>
              <a:ext uri="{FF2B5EF4-FFF2-40B4-BE49-F238E27FC236}">
                <a16:creationId xmlns:a16="http://schemas.microsoft.com/office/drawing/2014/main" id="{ADFFF935-97AD-2B4A-8F70-ECE7D1B325A6}"/>
              </a:ext>
            </a:extLst>
          </p:cNvPr>
          <p:cNvSpPr txBox="1"/>
          <p:nvPr/>
        </p:nvSpPr>
        <p:spPr>
          <a:xfrm>
            <a:off x="5398917" y="2378500"/>
            <a:ext cx="507066"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150" normalizeH="0" baseline="0" noProof="0">
                <a:ln>
                  <a:noFill/>
                </a:ln>
                <a:solidFill>
                  <a:srgbClr val="FF693C"/>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HEAD NODE</a:t>
            </a:r>
          </a:p>
        </p:txBody>
      </p:sp>
      <p:sp>
        <p:nvSpPr>
          <p:cNvPr id="13" name="TextBox 12">
            <a:extLst>
              <a:ext uri="{FF2B5EF4-FFF2-40B4-BE49-F238E27FC236}">
                <a16:creationId xmlns:a16="http://schemas.microsoft.com/office/drawing/2014/main" id="{680A9784-1EB1-A8BD-4B26-11C72E415C3B}"/>
              </a:ext>
            </a:extLst>
          </p:cNvPr>
          <p:cNvSpPr txBox="1"/>
          <p:nvPr/>
        </p:nvSpPr>
        <p:spPr>
          <a:xfrm>
            <a:off x="5225676" y="3941272"/>
            <a:ext cx="1200150" cy="48474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SSH/SSM,</a:t>
            </a:r>
            <a:br>
              <a:rPr kumimoji="0" lang="en-US" sz="105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br>
            <a:r>
              <a:rPr kumimoji="0" lang="en-US" sz="1050" b="0" i="0" u="none" strike="noStrike" kern="1200" cap="none" spc="0" normalizeH="0" baseline="0" noProof="0">
                <a:ln>
                  <a:noFill/>
                </a:ln>
                <a:solidFill>
                  <a:srgbClr val="FFFFFF">
                    <a:lumMod val="50000"/>
                  </a:srgbClr>
                </a:solidFill>
                <a:effectLst/>
                <a:uLnTx/>
                <a:uFillTx/>
                <a:latin typeface="Amazon Ember"/>
                <a:ea typeface="Amazon Ember" panose="020B0603020204020204" pitchFamily="34" charset="0"/>
                <a:cs typeface="Amazon Ember" panose="020B0603020204020204" pitchFamily="34" charset="0"/>
              </a:rPr>
              <a:t>Cluster config and customization</a:t>
            </a:r>
          </a:p>
        </p:txBody>
      </p:sp>
      <p:cxnSp>
        <p:nvCxnSpPr>
          <p:cNvPr id="18" name="Straight Connector 17">
            <a:extLst>
              <a:ext uri="{FF2B5EF4-FFF2-40B4-BE49-F238E27FC236}">
                <a16:creationId xmlns:a16="http://schemas.microsoft.com/office/drawing/2014/main" id="{9E908AB5-FBEC-09CD-E584-82F9E378B91E}"/>
              </a:ext>
            </a:extLst>
          </p:cNvPr>
          <p:cNvCxnSpPr>
            <a:cxnSpLocks/>
          </p:cNvCxnSpPr>
          <p:nvPr/>
        </p:nvCxnSpPr>
        <p:spPr>
          <a:xfrm>
            <a:off x="5012372" y="4663585"/>
            <a:ext cx="1502728" cy="0"/>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4122064-B4F3-8693-5093-D659C5CB8FB0}"/>
              </a:ext>
            </a:extLst>
          </p:cNvPr>
          <p:cNvCxnSpPr>
            <a:cxnSpLocks/>
          </p:cNvCxnSpPr>
          <p:nvPr/>
        </p:nvCxnSpPr>
        <p:spPr>
          <a:xfrm>
            <a:off x="6517640" y="3957105"/>
            <a:ext cx="544813" cy="0"/>
          </a:xfrm>
          <a:prstGeom prst="straightConnector1">
            <a:avLst/>
          </a:prstGeom>
          <a:ln w="15875" cap="rnd">
            <a:solidFill>
              <a:schemeClr val="bg1">
                <a:lumMod val="50000"/>
              </a:schemeClr>
            </a:solidFill>
            <a:round/>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F93E920-2719-F599-B35D-E783E6917BE1}"/>
              </a:ext>
            </a:extLst>
          </p:cNvPr>
          <p:cNvCxnSpPr>
            <a:cxnSpLocks/>
          </p:cNvCxnSpPr>
          <p:nvPr/>
        </p:nvCxnSpPr>
        <p:spPr>
          <a:xfrm>
            <a:off x="6515970" y="3952875"/>
            <a:ext cx="0" cy="710710"/>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F26D2CE-1459-392B-5445-65A0E138A75C}"/>
              </a:ext>
            </a:extLst>
          </p:cNvPr>
          <p:cNvCxnSpPr>
            <a:cxnSpLocks/>
          </p:cNvCxnSpPr>
          <p:nvPr/>
        </p:nvCxnSpPr>
        <p:spPr>
          <a:xfrm flipV="1">
            <a:off x="5181600" y="4663585"/>
            <a:ext cx="0" cy="756140"/>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79B180B-A1CA-F657-CB81-18D84698C317}"/>
              </a:ext>
            </a:extLst>
          </p:cNvPr>
          <p:cNvSpPr txBox="1"/>
          <p:nvPr/>
        </p:nvSpPr>
        <p:spPr>
          <a:xfrm>
            <a:off x="2641482" y="1579583"/>
            <a:ext cx="1312250" cy="266011"/>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61D26"/>
                </a:solidFill>
                <a:effectLst/>
                <a:uLnTx/>
                <a:uFillTx/>
                <a:latin typeface="Amazon Ember Heavy"/>
                <a:ea typeface="Amazon Ember" panose="020B0603020204020204" pitchFamily="34" charset="0"/>
                <a:cs typeface="Amazon Ember" panose="020B0603020204020204" pitchFamily="34" charset="0"/>
              </a:rPr>
              <a:t>AWS Cloud</a:t>
            </a:r>
          </a:p>
        </p:txBody>
      </p:sp>
    </p:spTree>
    <p:extLst>
      <p:ext uri="{BB962C8B-B14F-4D97-AF65-F5344CB8AC3E}">
        <p14:creationId xmlns:p14="http://schemas.microsoft.com/office/powerpoint/2010/main" val="256019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CD113-3DD1-DD5F-ACCB-F51A95C97B69}"/>
            </a:ext>
          </a:extLst>
        </p:cNvPr>
        <p:cNvGrpSpPr/>
        <p:nvPr/>
      </p:nvGrpSpPr>
      <p:grpSpPr>
        <a:xfrm>
          <a:off x="0" y="0"/>
          <a:ext cx="0" cy="0"/>
          <a:chOff x="0" y="0"/>
          <a:chExt cx="0" cy="0"/>
        </a:xfrm>
      </p:grpSpPr>
      <p:sp>
        <p:nvSpPr>
          <p:cNvPr id="40" name="Rectangle: Rounded Corners 39">
            <a:extLst>
              <a:ext uri="{FF2B5EF4-FFF2-40B4-BE49-F238E27FC236}">
                <a16:creationId xmlns:a16="http://schemas.microsoft.com/office/drawing/2014/main" id="{7E351757-803C-343C-1313-2EF6EC8C52FE}"/>
              </a:ext>
            </a:extLst>
          </p:cNvPr>
          <p:cNvSpPr/>
          <p:nvPr/>
        </p:nvSpPr>
        <p:spPr>
          <a:xfrm>
            <a:off x="4062412" y="2036893"/>
            <a:ext cx="7519988" cy="4079061"/>
          </a:xfrm>
          <a:prstGeom prst="roundRect">
            <a:avLst>
              <a:gd name="adj" fmla="val 3380"/>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err="1">
              <a:ln>
                <a:noFill/>
              </a:ln>
              <a:solidFill>
                <a:srgbClr val="000000"/>
              </a:solidFill>
              <a:effectLst/>
              <a:uLnTx/>
              <a:uFillTx/>
              <a:latin typeface="Amazon Ember Heavy"/>
              <a:ea typeface="+mn-ea"/>
              <a:cs typeface="+mn-cs"/>
            </a:endParaRPr>
          </a:p>
        </p:txBody>
      </p:sp>
      <p:sp>
        <p:nvSpPr>
          <p:cNvPr id="2" name="Title 1">
            <a:extLst>
              <a:ext uri="{FF2B5EF4-FFF2-40B4-BE49-F238E27FC236}">
                <a16:creationId xmlns:a16="http://schemas.microsoft.com/office/drawing/2014/main" id="{5C121B9C-7F3D-78C1-8D7B-E41C35DE4DF5}"/>
              </a:ext>
            </a:extLst>
          </p:cNvPr>
          <p:cNvSpPr>
            <a:spLocks noGrp="1"/>
          </p:cNvSpPr>
          <p:nvPr>
            <p:ph type="title"/>
          </p:nvPr>
        </p:nvSpPr>
        <p:spPr>
          <a:xfrm>
            <a:off x="609600" y="680935"/>
            <a:ext cx="10577209" cy="1385067"/>
          </a:xfrm>
        </p:spPr>
        <p:txBody>
          <a:bodyPr tIns="0" rIns="0" bIns="0" anchor="t" anchorCtr="0">
            <a:noAutofit/>
          </a:bodyPr>
          <a:lstStyle/>
          <a:p>
            <a:r>
              <a:rPr lang="en-US" dirty="0">
                <a:solidFill>
                  <a:schemeClr val="tx1"/>
                </a:solidFill>
                <a:latin typeface="+mj-lt"/>
              </a:rPr>
              <a:t>Optimized</a:t>
            </a:r>
            <a:r>
              <a:rPr lang="en-US" dirty="0">
                <a:solidFill>
                  <a:schemeClr val="tx1"/>
                </a:solidFill>
                <a:latin typeface="+mn-lt"/>
              </a:rPr>
              <a:t> </a:t>
            </a:r>
            <a:r>
              <a:rPr lang="en-US" b="1" dirty="0">
                <a:solidFill>
                  <a:schemeClr val="tx1"/>
                </a:solidFill>
                <a:latin typeface="+mj-lt"/>
              </a:rPr>
              <a:t>recipes</a:t>
            </a:r>
            <a:r>
              <a:rPr lang="en-US" dirty="0">
                <a:solidFill>
                  <a:schemeClr val="tx1"/>
                </a:solidFill>
                <a:latin typeface="+mn-lt"/>
              </a:rPr>
              <a:t> for </a:t>
            </a:r>
            <a:r>
              <a:rPr lang="en-US" dirty="0" err="1">
                <a:solidFill>
                  <a:schemeClr val="tx1"/>
                </a:solidFill>
                <a:latin typeface="+mn-lt"/>
              </a:rPr>
              <a:t>HyperPod</a:t>
            </a:r>
            <a:r>
              <a:rPr lang="en-US" dirty="0">
                <a:solidFill>
                  <a:schemeClr val="tx1"/>
                </a:solidFill>
                <a:latin typeface="+mn-lt"/>
              </a:rPr>
              <a:t> get you started to fine-tune publicly available FMs in minutes</a:t>
            </a:r>
          </a:p>
        </p:txBody>
      </p:sp>
      <p:sp>
        <p:nvSpPr>
          <p:cNvPr id="13" name="TextBox 12">
            <a:extLst>
              <a:ext uri="{FF2B5EF4-FFF2-40B4-BE49-F238E27FC236}">
                <a16:creationId xmlns:a16="http://schemas.microsoft.com/office/drawing/2014/main" id="{5EE6AA9C-FD91-7826-F290-8FB02D45D568}"/>
              </a:ext>
            </a:extLst>
          </p:cNvPr>
          <p:cNvSpPr txBox="1"/>
          <p:nvPr/>
        </p:nvSpPr>
        <p:spPr>
          <a:xfrm>
            <a:off x="7727065" y="5415346"/>
            <a:ext cx="3263198" cy="419474"/>
          </a:xfrm>
          <a:prstGeom prst="rect">
            <a:avLst/>
          </a:prstGeom>
          <a:noFill/>
        </p:spPr>
        <p:txBody>
          <a:bodyPr wrap="square" lIns="0" tIns="0" rIns="0" bIns="0" rtlCol="0">
            <a:no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vl2pPr marL="0" lvl="1" indent="0">
              <a:lnSpc>
                <a:spcPct val="90000"/>
              </a:lnSpc>
              <a:spcBef>
                <a:spcPts val="0"/>
              </a:spcBef>
              <a:spcAft>
                <a:spcPts val="1200"/>
              </a:spcAft>
              <a:buSzPct val="90000"/>
              <a:buFont typeface="Wingdings" panose="05000000000000000000" pitchFamily="2" charset="2"/>
              <a:buNone/>
              <a:defRPr sz="1600"/>
            </a:lvl2pPr>
            <a:lvl3pPr marL="628650" indent="0">
              <a:lnSpc>
                <a:spcPct val="90000"/>
              </a:lnSpc>
              <a:spcBef>
                <a:spcPts val="0"/>
              </a:spcBef>
              <a:spcAft>
                <a:spcPts val="1200"/>
              </a:spcAft>
              <a:buFont typeface="Amazon Ember" panose="020B0603020204020204" pitchFamily="34" charset="0"/>
              <a:buNone/>
              <a:defRPr sz="1600"/>
            </a:lvl3pPr>
            <a:lvl4pPr marL="858838" indent="0">
              <a:lnSpc>
                <a:spcPct val="90000"/>
              </a:lnSpc>
              <a:spcBef>
                <a:spcPts val="0"/>
              </a:spcBef>
              <a:spcAft>
                <a:spcPts val="1200"/>
              </a:spcAft>
              <a:buFont typeface="Arial" panose="020B0604020202020204" pitchFamily="34" charset="0"/>
              <a:buNone/>
              <a:defRPr sz="1200"/>
            </a:lvl4pPr>
            <a:lvl5pPr marL="1030288" indent="0">
              <a:lnSpc>
                <a:spcPct val="90000"/>
              </a:lnSpc>
              <a:spcBef>
                <a:spcPts val="0"/>
              </a:spcBef>
              <a:spcAft>
                <a:spcPts val="1200"/>
              </a:spcAft>
              <a:buFont typeface="Arial" panose="020B0604020202020204" pitchFamily="34" charset="0"/>
              <a:buNone/>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Run the recipe on SageMaker </a:t>
            </a:r>
            <a:r>
              <a:rPr kumimoji="0" lang="en-US" sz="1300" b="0" i="0" u="none" strike="noStrike" kern="1200" cap="none" spc="0" normalizeH="0" baseline="0" noProof="0" dirty="0" err="1">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HyperPod</a:t>
            </a: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p:txBody>
      </p:sp>
      <p:sp>
        <p:nvSpPr>
          <p:cNvPr id="9" name="TextBox 8">
            <a:extLst>
              <a:ext uri="{FF2B5EF4-FFF2-40B4-BE49-F238E27FC236}">
                <a16:creationId xmlns:a16="http://schemas.microsoft.com/office/drawing/2014/main" id="{1F38C507-C489-8ABB-767F-1C1BFD3B78FF}"/>
              </a:ext>
            </a:extLst>
          </p:cNvPr>
          <p:cNvSpPr txBox="1"/>
          <p:nvPr/>
        </p:nvSpPr>
        <p:spPr>
          <a:xfrm>
            <a:off x="609600" y="2131853"/>
            <a:ext cx="2716776" cy="351378"/>
          </a:xfrm>
          <a:prstGeom prst="rect">
            <a:avLst/>
          </a:prstGeom>
          <a:noFill/>
        </p:spPr>
        <p:txBody>
          <a:bodyPr wrap="square" lIns="0" tIns="0" rIns="0" bIns="0" rtlCol="0" anchor="b">
            <a:noAutofit/>
          </a:bodyPr>
          <a:lstStyle/>
          <a:p>
            <a:pPr marL="0" marR="0" lvl="0" indent="0" algn="l" defTabSz="914400" rtl="0" eaLnBrk="1" fontAlgn="auto" latinLnBrk="0" hangingPunct="1">
              <a:lnSpc>
                <a:spcPts val="288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mn-ea"/>
                <a:cs typeface="+mn-cs"/>
              </a:rPr>
              <a:t>Business value</a:t>
            </a:r>
          </a:p>
        </p:txBody>
      </p:sp>
      <p:sp>
        <p:nvSpPr>
          <p:cNvPr id="10" name="TextBox 9">
            <a:extLst>
              <a:ext uri="{FF2B5EF4-FFF2-40B4-BE49-F238E27FC236}">
                <a16:creationId xmlns:a16="http://schemas.microsoft.com/office/drawing/2014/main" id="{053E5048-B4F4-89FF-007D-8D4A01C4130A}"/>
              </a:ext>
            </a:extLst>
          </p:cNvPr>
          <p:cNvSpPr txBox="1"/>
          <p:nvPr/>
        </p:nvSpPr>
        <p:spPr>
          <a:xfrm>
            <a:off x="609600" y="2630720"/>
            <a:ext cx="2547402" cy="2790572"/>
          </a:xfrm>
          <a:prstGeom prst="rect">
            <a:avLst/>
          </a:prstGeom>
          <a:noFill/>
        </p:spPr>
        <p:txBody>
          <a:bodyPr wrap="square" lIns="0" tIns="0" rIns="0" bIns="0" rtlCol="0">
            <a:sp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7000"/>
              </a:lnSpc>
              <a:spcBef>
                <a:spcPts val="0"/>
              </a:spcBef>
              <a:spcAft>
                <a:spcPts val="3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Reduce FM training setup time and get started in minutes</a:t>
            </a:r>
          </a:p>
          <a:p>
            <a:pPr marL="0" marR="0" lvl="0" indent="0" algn="l" defTabSz="914400" rtl="0" eaLnBrk="1" fontAlgn="auto" latinLnBrk="0" hangingPunct="1">
              <a:lnSpc>
                <a:spcPct val="107000"/>
              </a:lnSpc>
              <a:spcBef>
                <a:spcPts val="0"/>
              </a:spcBef>
              <a:spcAft>
                <a:spcPts val="30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3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Pre-tested training stack configurations for fine-tuning and pre-training publicly available FMs</a:t>
            </a:r>
          </a:p>
          <a:p>
            <a:pPr marL="0" marR="0" lvl="0" indent="0" algn="l" defTabSz="914400" rtl="0" eaLnBrk="1" fontAlgn="auto" latinLnBrk="0" hangingPunct="1">
              <a:lnSpc>
                <a:spcPct val="107000"/>
              </a:lnSpc>
              <a:spcBef>
                <a:spcPts val="0"/>
              </a:spcBef>
              <a:spcAft>
                <a:spcPts val="30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3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Recipes for GPU or AWS </a:t>
            </a:r>
            <a:r>
              <a:rPr kumimoji="0" lang="en-US" sz="1300" b="0" i="0" u="none" strike="noStrike" kern="1200" cap="none" spc="0" normalizeH="0" baseline="0" noProof="0" dirty="0" err="1">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Trainium</a:t>
            </a:r>
            <a:endParaRPr lang="en-US" dirty="0">
              <a:solidFill>
                <a:srgbClr val="000000"/>
              </a:solidFill>
              <a:latin typeface="Amazon Ember"/>
            </a:endParaRPr>
          </a:p>
          <a:p>
            <a:pPr marL="0" marR="0" lvl="0" indent="0" algn="l" defTabSz="914400" rtl="0" eaLnBrk="1" fontAlgn="auto" latinLnBrk="0" hangingPunct="1">
              <a:lnSpc>
                <a:spcPct val="107000"/>
              </a:lnSpc>
              <a:spcBef>
                <a:spcPts val="0"/>
              </a:spcBef>
              <a:spcAft>
                <a:spcPts val="30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3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Open-source and customizable, with a growing list </a:t>
            </a:r>
            <a:r>
              <a:rPr lang="en-US" dirty="0">
                <a:solidFill>
                  <a:srgbClr val="000000"/>
                </a:solidFill>
                <a:latin typeface="Amazon Ember"/>
              </a:rPr>
              <a:t>of </a:t>
            </a: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recipes</a:t>
            </a:r>
          </a:p>
        </p:txBody>
      </p:sp>
      <p:sp>
        <p:nvSpPr>
          <p:cNvPr id="14" name="TextBox 13">
            <a:extLst>
              <a:ext uri="{FF2B5EF4-FFF2-40B4-BE49-F238E27FC236}">
                <a16:creationId xmlns:a16="http://schemas.microsoft.com/office/drawing/2014/main" id="{29202B13-3CF7-727D-24A7-0ABAF205EDAD}"/>
              </a:ext>
            </a:extLst>
          </p:cNvPr>
          <p:cNvSpPr txBox="1"/>
          <p:nvPr/>
        </p:nvSpPr>
        <p:spPr>
          <a:xfrm>
            <a:off x="4400153" y="2131853"/>
            <a:ext cx="2254250" cy="351378"/>
          </a:xfrm>
          <a:prstGeom prst="rect">
            <a:avLst/>
          </a:prstGeom>
          <a:noFill/>
        </p:spPr>
        <p:txBody>
          <a:bodyPr wrap="square" lIns="0" tIns="0" rIns="0" bIns="0" rtlCol="0" anchor="b">
            <a:noAutofit/>
          </a:bodyPr>
          <a:lstStyle/>
          <a:p>
            <a:pPr marL="0" marR="0" lvl="0" indent="0" algn="l" defTabSz="914400" rtl="0" eaLnBrk="1" fontAlgn="auto" latinLnBrk="0" hangingPunct="1">
              <a:lnSpc>
                <a:spcPts val="288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mn-ea"/>
                <a:cs typeface="+mn-cs"/>
              </a:rPr>
              <a:t>How it works</a:t>
            </a:r>
          </a:p>
        </p:txBody>
      </p:sp>
      <p:pic>
        <p:nvPicPr>
          <p:cNvPr id="4" name="Graphic 3">
            <a:extLst>
              <a:ext uri="{FF2B5EF4-FFF2-40B4-BE49-F238E27FC236}">
                <a16:creationId xmlns:a16="http://schemas.microsoft.com/office/drawing/2014/main" id="{013FE6A1-BE20-1856-731B-55C08DD0AF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31325" y="2354780"/>
            <a:ext cx="977701" cy="977700"/>
          </a:xfrm>
          <a:prstGeom prst="rect">
            <a:avLst/>
          </a:prstGeom>
        </p:spPr>
      </p:pic>
      <p:pic>
        <p:nvPicPr>
          <p:cNvPr id="8" name="Graphic 7">
            <a:extLst>
              <a:ext uri="{FF2B5EF4-FFF2-40B4-BE49-F238E27FC236}">
                <a16:creationId xmlns:a16="http://schemas.microsoft.com/office/drawing/2014/main" id="{22163483-0EED-4C24-931C-0E981DACF7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37409" y="3644962"/>
            <a:ext cx="1080129" cy="1080129"/>
          </a:xfrm>
          <a:prstGeom prst="rect">
            <a:avLst/>
          </a:prstGeom>
        </p:spPr>
      </p:pic>
      <p:pic>
        <p:nvPicPr>
          <p:cNvPr id="12" name="Graphic 11">
            <a:extLst>
              <a:ext uri="{FF2B5EF4-FFF2-40B4-BE49-F238E27FC236}">
                <a16:creationId xmlns:a16="http://schemas.microsoft.com/office/drawing/2014/main" id="{7A16E47F-291D-F8FA-E97C-F2B267417AB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35687" y="5112111"/>
            <a:ext cx="837008" cy="837008"/>
          </a:xfrm>
          <a:prstGeom prst="rect">
            <a:avLst/>
          </a:prstGeom>
        </p:spPr>
      </p:pic>
      <p:sp>
        <p:nvSpPr>
          <p:cNvPr id="21" name="TextBox 20">
            <a:extLst>
              <a:ext uri="{FF2B5EF4-FFF2-40B4-BE49-F238E27FC236}">
                <a16:creationId xmlns:a16="http://schemas.microsoft.com/office/drawing/2014/main" id="{C31D6BCE-7094-2F39-DBF2-1529F2A478BF}"/>
              </a:ext>
            </a:extLst>
          </p:cNvPr>
          <p:cNvSpPr txBox="1"/>
          <p:nvPr/>
        </p:nvSpPr>
        <p:spPr>
          <a:xfrm>
            <a:off x="5136107" y="2633893"/>
            <a:ext cx="2536588" cy="419474"/>
          </a:xfrm>
          <a:prstGeom prst="rect">
            <a:avLst/>
          </a:prstGeom>
          <a:noFill/>
        </p:spPr>
        <p:txBody>
          <a:bodyPr wrap="square" lIns="0" tIns="0" rIns="0" bIns="0" rtlCol="0">
            <a:no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vl2pPr marL="0" lvl="1" indent="0">
              <a:lnSpc>
                <a:spcPct val="90000"/>
              </a:lnSpc>
              <a:spcBef>
                <a:spcPts val="0"/>
              </a:spcBef>
              <a:spcAft>
                <a:spcPts val="1200"/>
              </a:spcAft>
              <a:buSzPct val="90000"/>
              <a:buFont typeface="Wingdings" panose="05000000000000000000" pitchFamily="2" charset="2"/>
              <a:buNone/>
              <a:defRPr sz="1600"/>
            </a:lvl2pPr>
            <a:lvl3pPr marL="628650" indent="0">
              <a:lnSpc>
                <a:spcPct val="90000"/>
              </a:lnSpc>
              <a:spcBef>
                <a:spcPts val="0"/>
              </a:spcBef>
              <a:spcAft>
                <a:spcPts val="1200"/>
              </a:spcAft>
              <a:buFont typeface="Amazon Ember" panose="020B0603020204020204" pitchFamily="34" charset="0"/>
              <a:buNone/>
              <a:defRPr sz="1600"/>
            </a:lvl3pPr>
            <a:lvl4pPr marL="858838" indent="0">
              <a:lnSpc>
                <a:spcPct val="90000"/>
              </a:lnSpc>
              <a:spcBef>
                <a:spcPts val="0"/>
              </a:spcBef>
              <a:spcAft>
                <a:spcPts val="1200"/>
              </a:spcAft>
              <a:buFont typeface="Arial" panose="020B0604020202020204" pitchFamily="34" charset="0"/>
              <a:buNone/>
              <a:defRPr sz="1200"/>
            </a:lvl4pPr>
            <a:lvl5pPr marL="1030288" indent="0">
              <a:lnSpc>
                <a:spcPct val="90000"/>
              </a:lnSpc>
              <a:spcBef>
                <a:spcPts val="0"/>
              </a:spcBef>
              <a:spcAft>
                <a:spcPts val="1200"/>
              </a:spcAft>
              <a:buFont typeface="Arial" panose="020B0604020202020204" pitchFamily="34" charset="0"/>
              <a:buNone/>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Specify directories for training and validation data</a:t>
            </a:r>
          </a:p>
        </p:txBody>
      </p:sp>
      <p:sp>
        <p:nvSpPr>
          <p:cNvPr id="25" name="TextBox 24">
            <a:extLst>
              <a:ext uri="{FF2B5EF4-FFF2-40B4-BE49-F238E27FC236}">
                <a16:creationId xmlns:a16="http://schemas.microsoft.com/office/drawing/2014/main" id="{2A2F1B69-4635-5306-DACB-353EB510F42C}"/>
              </a:ext>
            </a:extLst>
          </p:cNvPr>
          <p:cNvSpPr txBox="1"/>
          <p:nvPr/>
        </p:nvSpPr>
        <p:spPr>
          <a:xfrm>
            <a:off x="6335341" y="3982088"/>
            <a:ext cx="2487665" cy="419474"/>
          </a:xfrm>
          <a:prstGeom prst="rect">
            <a:avLst/>
          </a:prstGeom>
          <a:noFill/>
        </p:spPr>
        <p:txBody>
          <a:bodyPr wrap="square" lIns="0" tIns="0" rIns="0" bIns="0" rtlCol="0">
            <a:no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vl2pPr marL="0" lvl="1" indent="0">
              <a:lnSpc>
                <a:spcPct val="90000"/>
              </a:lnSpc>
              <a:spcBef>
                <a:spcPts val="0"/>
              </a:spcBef>
              <a:spcAft>
                <a:spcPts val="1200"/>
              </a:spcAft>
              <a:buSzPct val="90000"/>
              <a:buFont typeface="Wingdings" panose="05000000000000000000" pitchFamily="2" charset="2"/>
              <a:buNone/>
              <a:defRPr sz="1600"/>
            </a:lvl2pPr>
            <a:lvl3pPr marL="628650" indent="0">
              <a:lnSpc>
                <a:spcPct val="90000"/>
              </a:lnSpc>
              <a:spcBef>
                <a:spcPts val="0"/>
              </a:spcBef>
              <a:spcAft>
                <a:spcPts val="1200"/>
              </a:spcAft>
              <a:buFont typeface="Amazon Ember" panose="020B0603020204020204" pitchFamily="34" charset="0"/>
              <a:buNone/>
              <a:defRPr sz="1600"/>
            </a:lvl3pPr>
            <a:lvl4pPr marL="858838" indent="0">
              <a:lnSpc>
                <a:spcPct val="90000"/>
              </a:lnSpc>
              <a:spcBef>
                <a:spcPts val="0"/>
              </a:spcBef>
              <a:spcAft>
                <a:spcPts val="1200"/>
              </a:spcAft>
              <a:buFont typeface="Arial" panose="020B0604020202020204" pitchFamily="34" charset="0"/>
              <a:buNone/>
              <a:defRPr sz="1200"/>
            </a:lvl4pPr>
            <a:lvl5pPr marL="1030288" indent="0">
              <a:lnSpc>
                <a:spcPct val="90000"/>
              </a:lnSpc>
              <a:spcBef>
                <a:spcPts val="0"/>
              </a:spcBef>
              <a:spcAft>
                <a:spcPts val="1200"/>
              </a:spcAft>
              <a:buFont typeface="Arial" panose="020B0604020202020204" pitchFamily="34" charset="0"/>
              <a:buNone/>
              <a:defRPr sz="12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dirty="0">
                <a:solidFill>
                  <a:srgbClr val="000000"/>
                </a:solidFill>
                <a:latin typeface="Amazon Ember"/>
              </a:rPr>
              <a:t>Select from over 30 curated model training recipes</a:t>
            </a: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p:txBody>
      </p:sp>
      <p:cxnSp>
        <p:nvCxnSpPr>
          <p:cNvPr id="27" name="Straight Connector 26">
            <a:extLst>
              <a:ext uri="{FF2B5EF4-FFF2-40B4-BE49-F238E27FC236}">
                <a16:creationId xmlns:a16="http://schemas.microsoft.com/office/drawing/2014/main" id="{1A77D70D-B753-90F1-8E8B-EE4AB01D8C31}"/>
              </a:ext>
            </a:extLst>
          </p:cNvPr>
          <p:cNvCxnSpPr>
            <a:cxnSpLocks/>
          </p:cNvCxnSpPr>
          <p:nvPr/>
        </p:nvCxnSpPr>
        <p:spPr>
          <a:xfrm flipH="1" flipV="1">
            <a:off x="4709160" y="3128608"/>
            <a:ext cx="0" cy="381389"/>
          </a:xfrm>
          <a:prstGeom prst="line">
            <a:avLst/>
          </a:prstGeom>
          <a:ln w="15875" cap="rnd">
            <a:solidFill>
              <a:schemeClr val="accent2"/>
            </a:solidFill>
            <a:round/>
            <a:headEnd type="none" w="sm" len="sm"/>
            <a:tailEnd type="none" w="med" len="sm"/>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686D28-594F-623D-5D92-E6E6192E2DE9}"/>
              </a:ext>
            </a:extLst>
          </p:cNvPr>
          <p:cNvCxnSpPr>
            <a:cxnSpLocks/>
          </p:cNvCxnSpPr>
          <p:nvPr/>
        </p:nvCxnSpPr>
        <p:spPr>
          <a:xfrm rot="16200000">
            <a:off x="5351919" y="2872794"/>
            <a:ext cx="0" cy="1274800"/>
          </a:xfrm>
          <a:prstGeom prst="line">
            <a:avLst/>
          </a:prstGeom>
          <a:ln w="158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EF9A99-C274-F948-56E5-8BB0E246EF6B}"/>
              </a:ext>
            </a:extLst>
          </p:cNvPr>
          <p:cNvCxnSpPr>
            <a:cxnSpLocks/>
          </p:cNvCxnSpPr>
          <p:nvPr/>
        </p:nvCxnSpPr>
        <p:spPr>
          <a:xfrm rot="16200000" flipV="1">
            <a:off x="5803971" y="3695344"/>
            <a:ext cx="370697" cy="0"/>
          </a:xfrm>
          <a:prstGeom prst="line">
            <a:avLst/>
          </a:prstGeom>
          <a:ln w="15875" cap="rnd">
            <a:gradFill>
              <a:gsLst>
                <a:gs pos="0">
                  <a:schemeClr val="accent2"/>
                </a:gs>
                <a:gs pos="85000">
                  <a:schemeClr val="accent1">
                    <a:lumMod val="75000"/>
                  </a:schemeClr>
                </a:gs>
              </a:gsLst>
              <a:lin ang="10800000" scaled="0"/>
            </a:gradFill>
            <a:round/>
            <a:headEnd type="arrow" w="med" len="sm"/>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BE44BCB-8AB1-5500-6450-12633E138670}"/>
              </a:ext>
            </a:extLst>
          </p:cNvPr>
          <p:cNvCxnSpPr>
            <a:cxnSpLocks/>
          </p:cNvCxnSpPr>
          <p:nvPr/>
        </p:nvCxnSpPr>
        <p:spPr>
          <a:xfrm flipH="1" flipV="1">
            <a:off x="5989318" y="4472287"/>
            <a:ext cx="0" cy="396868"/>
          </a:xfrm>
          <a:prstGeom prst="line">
            <a:avLst/>
          </a:prstGeom>
          <a:ln w="15875" cap="rnd">
            <a:solidFill>
              <a:schemeClr val="accent1"/>
            </a:solidFill>
            <a:round/>
            <a:headEnd type="none" w="sm" len="sm"/>
            <a:tailEnd type="none" w="med" len="sm"/>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668A4F5-DFEC-C0B4-C60C-FDC430C3BFA1}"/>
              </a:ext>
            </a:extLst>
          </p:cNvPr>
          <p:cNvCxnSpPr>
            <a:cxnSpLocks/>
          </p:cNvCxnSpPr>
          <p:nvPr/>
        </p:nvCxnSpPr>
        <p:spPr>
          <a:xfrm rot="16200000">
            <a:off x="6614223" y="4249665"/>
            <a:ext cx="0" cy="1239390"/>
          </a:xfrm>
          <a:prstGeom prst="line">
            <a:avLst/>
          </a:prstGeom>
          <a:ln w="158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3DC5F1B-C574-3A70-D103-F3C13173B4E2}"/>
              </a:ext>
            </a:extLst>
          </p:cNvPr>
          <p:cNvCxnSpPr>
            <a:cxnSpLocks/>
          </p:cNvCxnSpPr>
          <p:nvPr/>
        </p:nvCxnSpPr>
        <p:spPr>
          <a:xfrm rot="16200000" flipV="1">
            <a:off x="7041048" y="5062024"/>
            <a:ext cx="385742" cy="0"/>
          </a:xfrm>
          <a:prstGeom prst="line">
            <a:avLst/>
          </a:prstGeom>
          <a:ln w="15875" cap="rnd">
            <a:gradFill>
              <a:gsLst>
                <a:gs pos="0">
                  <a:schemeClr val="accent1">
                    <a:lumMod val="75000"/>
                  </a:schemeClr>
                </a:gs>
                <a:gs pos="85000">
                  <a:schemeClr val="accent1"/>
                </a:gs>
              </a:gsLst>
              <a:lin ang="10800000" scaled="0"/>
            </a:gradFill>
            <a:round/>
            <a:headEnd type="arrow" w="med" len="sm"/>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513F49E-1033-87A2-E6AC-42A8269DDFD8}"/>
              </a:ext>
            </a:extLst>
          </p:cNvPr>
          <p:cNvCxnSpPr>
            <a:cxnSpLocks/>
          </p:cNvCxnSpPr>
          <p:nvPr/>
        </p:nvCxnSpPr>
        <p:spPr>
          <a:xfrm flipH="1">
            <a:off x="609600" y="3188014"/>
            <a:ext cx="2743200"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CB0053B-65AE-68FD-94D5-C236EE3DAEE1}"/>
              </a:ext>
            </a:extLst>
          </p:cNvPr>
          <p:cNvCxnSpPr>
            <a:cxnSpLocks/>
          </p:cNvCxnSpPr>
          <p:nvPr/>
        </p:nvCxnSpPr>
        <p:spPr>
          <a:xfrm flipH="1">
            <a:off x="609600" y="4290361"/>
            <a:ext cx="2743200"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17E23EC-F4FE-DBA2-B735-61093F9A0C78}"/>
              </a:ext>
            </a:extLst>
          </p:cNvPr>
          <p:cNvCxnSpPr>
            <a:cxnSpLocks/>
          </p:cNvCxnSpPr>
          <p:nvPr/>
        </p:nvCxnSpPr>
        <p:spPr>
          <a:xfrm flipH="1">
            <a:off x="583176" y="4888603"/>
            <a:ext cx="2743200"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6770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78" name="Straight Connector 677">
            <a:extLst>
              <a:ext uri="{FF2B5EF4-FFF2-40B4-BE49-F238E27FC236}">
                <a16:creationId xmlns:a16="http://schemas.microsoft.com/office/drawing/2014/main" id="{90789B4B-8D5A-E665-FC57-CD7B19E66EAA}"/>
              </a:ext>
            </a:extLst>
          </p:cNvPr>
          <p:cNvCxnSpPr>
            <a:cxnSpLocks/>
          </p:cNvCxnSpPr>
          <p:nvPr/>
        </p:nvCxnSpPr>
        <p:spPr>
          <a:xfrm>
            <a:off x="1551523" y="3351148"/>
            <a:ext cx="4383096" cy="0"/>
          </a:xfrm>
          <a:prstGeom prst="line">
            <a:avLst/>
          </a:prstGeom>
          <a:ln w="15875"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DAC18EE-021B-4F74-940D-84A16F97955C}"/>
              </a:ext>
            </a:extLst>
          </p:cNvPr>
          <p:cNvSpPr>
            <a:spLocks noGrp="1"/>
          </p:cNvSpPr>
          <p:nvPr>
            <p:ph type="title"/>
          </p:nvPr>
        </p:nvSpPr>
        <p:spPr>
          <a:xfrm>
            <a:off x="609600" y="598584"/>
            <a:ext cx="10972800" cy="590931"/>
          </a:xfrm>
        </p:spPr>
        <p:txBody>
          <a:bodyPr/>
          <a:lstStyle/>
          <a:p>
            <a:r>
              <a:rPr lang="en-US" err="1"/>
              <a:t>HyperPod</a:t>
            </a:r>
            <a:r>
              <a:rPr lang="en-US"/>
              <a:t> provides a </a:t>
            </a:r>
            <a:r>
              <a:rPr lang="en-US">
                <a:solidFill>
                  <a:schemeClr val="tx1"/>
                </a:solidFill>
                <a:latin typeface="+mj-lt"/>
              </a:rPr>
              <a:t>scalable</a:t>
            </a:r>
            <a:r>
              <a:rPr lang="en-US"/>
              <a:t> infrastructure </a:t>
            </a:r>
          </a:p>
        </p:txBody>
      </p:sp>
      <p:sp>
        <p:nvSpPr>
          <p:cNvPr id="656" name="TextBox 655">
            <a:extLst>
              <a:ext uri="{FF2B5EF4-FFF2-40B4-BE49-F238E27FC236}">
                <a16:creationId xmlns:a16="http://schemas.microsoft.com/office/drawing/2014/main" id="{E5577325-1B10-42A6-ACF0-E74E4FDD20CA}"/>
              </a:ext>
            </a:extLst>
          </p:cNvPr>
          <p:cNvSpPr txBox="1"/>
          <p:nvPr/>
        </p:nvSpPr>
        <p:spPr>
          <a:xfrm>
            <a:off x="1880246" y="3550089"/>
            <a:ext cx="3053752" cy="633507"/>
          </a:xfrm>
          <a:prstGeom prst="rect">
            <a:avLst/>
          </a:prstGeom>
          <a:noFill/>
        </p:spPr>
        <p:txBody>
          <a:bodyPr wrap="square" lIns="0" tIns="0" rIns="0" bIns="0" rtlCol="0">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Rapidly scale-up cluster to tens of thousands of accelerator instances</a:t>
            </a:r>
            <a:b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for the most demanding FM training</a:t>
            </a:r>
          </a:p>
        </p:txBody>
      </p:sp>
      <p:sp>
        <p:nvSpPr>
          <p:cNvPr id="657" name="TextBox 656">
            <a:extLst>
              <a:ext uri="{FF2B5EF4-FFF2-40B4-BE49-F238E27FC236}">
                <a16:creationId xmlns:a16="http://schemas.microsoft.com/office/drawing/2014/main" id="{DB5C4F86-1054-40B2-ACA7-BD2A5FE37EB6}"/>
              </a:ext>
            </a:extLst>
          </p:cNvPr>
          <p:cNvSpPr txBox="1"/>
          <p:nvPr/>
        </p:nvSpPr>
        <p:spPr>
          <a:xfrm>
            <a:off x="1877855" y="2180902"/>
            <a:ext cx="2986731" cy="633507"/>
          </a:xfrm>
          <a:prstGeom prst="rect">
            <a:avLst/>
          </a:prstGeom>
          <a:noFill/>
        </p:spPr>
        <p:txBody>
          <a:bodyPr wrap="square" lIns="0" tIns="0" rIns="0" bIns="0" rtlCol="0">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Nodes are co-located on a single network spine, reducing network</a:t>
            </a:r>
            <a:b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hops for inter-node communication</a:t>
            </a:r>
          </a:p>
        </p:txBody>
      </p:sp>
      <p:sp>
        <p:nvSpPr>
          <p:cNvPr id="658" name="TextBox 657">
            <a:extLst>
              <a:ext uri="{FF2B5EF4-FFF2-40B4-BE49-F238E27FC236}">
                <a16:creationId xmlns:a16="http://schemas.microsoft.com/office/drawing/2014/main" id="{7F17D0D1-103D-4EC2-A737-590BCD48E257}"/>
              </a:ext>
            </a:extLst>
          </p:cNvPr>
          <p:cNvSpPr txBox="1"/>
          <p:nvPr/>
        </p:nvSpPr>
        <p:spPr>
          <a:xfrm>
            <a:off x="1877856" y="4919276"/>
            <a:ext cx="2837952" cy="633507"/>
          </a:xfrm>
          <a:prstGeom prst="rect">
            <a:avLst/>
          </a:prstGeom>
          <a:noFill/>
        </p:spPr>
        <p:txBody>
          <a:bodyPr wrap="square" lIns="0" tIns="0" rIns="0" bIns="0" rtlCol="0">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Elastic Fabric Adapter (EFA) ensures fastest inter-node communication, optimized for AWS infrastructure</a:t>
            </a:r>
          </a:p>
        </p:txBody>
      </p:sp>
      <p:sp>
        <p:nvSpPr>
          <p:cNvPr id="659" name="TextBox 658">
            <a:extLst>
              <a:ext uri="{FF2B5EF4-FFF2-40B4-BE49-F238E27FC236}">
                <a16:creationId xmlns:a16="http://schemas.microsoft.com/office/drawing/2014/main" id="{61D393F5-1A66-42F4-9B66-7BDFFC460BF6}"/>
              </a:ext>
            </a:extLst>
          </p:cNvPr>
          <p:cNvSpPr txBox="1"/>
          <p:nvPr/>
        </p:nvSpPr>
        <p:spPr>
          <a:xfrm>
            <a:off x="7175850" y="2808847"/>
            <a:ext cx="2799692" cy="205441"/>
          </a:xfrm>
          <a:prstGeom prst="rect">
            <a:avLst/>
          </a:prstGeom>
          <a:noFill/>
        </p:spPr>
        <p:txBody>
          <a:bodyPr wrap="square" lIns="0" tIns="0" rIns="0" bIns="0" rtlCol="0">
            <a:spAutoFit/>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Cluster instance groups</a:t>
            </a:r>
          </a:p>
        </p:txBody>
      </p:sp>
      <p:pic>
        <p:nvPicPr>
          <p:cNvPr id="662" name="Graphic 661">
            <a:extLst>
              <a:ext uri="{FF2B5EF4-FFF2-40B4-BE49-F238E27FC236}">
                <a16:creationId xmlns:a16="http://schemas.microsoft.com/office/drawing/2014/main" id="{32F8437E-9A39-4462-BCBE-FF3648FF64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65204" y="1539618"/>
            <a:ext cx="1020984" cy="1020984"/>
          </a:xfrm>
          <a:prstGeom prst="rect">
            <a:avLst/>
          </a:prstGeom>
        </p:spPr>
      </p:pic>
      <p:sp>
        <p:nvSpPr>
          <p:cNvPr id="663" name="TextBox 662">
            <a:extLst>
              <a:ext uri="{FF2B5EF4-FFF2-40B4-BE49-F238E27FC236}">
                <a16:creationId xmlns:a16="http://schemas.microsoft.com/office/drawing/2014/main" id="{B41E50A4-0AA4-4706-8BCF-A3EE38C72EC4}"/>
              </a:ext>
            </a:extLst>
          </p:cNvPr>
          <p:cNvSpPr txBox="1"/>
          <p:nvPr/>
        </p:nvSpPr>
        <p:spPr>
          <a:xfrm>
            <a:off x="9024719" y="1879241"/>
            <a:ext cx="1931921" cy="205441"/>
          </a:xfrm>
          <a:prstGeom prst="rect">
            <a:avLst/>
          </a:prstGeom>
          <a:noFill/>
        </p:spPr>
        <p:txBody>
          <a:bodyPr wrap="square" lIns="0" tIns="0" rIns="0" bIns="0" rtlCol="0">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Single network switch</a:t>
            </a:r>
          </a:p>
        </p:txBody>
      </p:sp>
      <p:pic>
        <p:nvPicPr>
          <p:cNvPr id="665" name="Graphic 664">
            <a:extLst>
              <a:ext uri="{FF2B5EF4-FFF2-40B4-BE49-F238E27FC236}">
                <a16:creationId xmlns:a16="http://schemas.microsoft.com/office/drawing/2014/main" id="{B6AA1802-B44F-4EE1-87C0-CBB7BB69476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96908" y="1793951"/>
            <a:ext cx="376021" cy="376021"/>
          </a:xfrm>
          <a:prstGeom prst="rect">
            <a:avLst/>
          </a:prstGeom>
        </p:spPr>
      </p:pic>
      <p:pic>
        <p:nvPicPr>
          <p:cNvPr id="666" name="Graphic 665">
            <a:extLst>
              <a:ext uri="{FF2B5EF4-FFF2-40B4-BE49-F238E27FC236}">
                <a16:creationId xmlns:a16="http://schemas.microsoft.com/office/drawing/2014/main" id="{C07DA4CB-51F0-452D-AA7C-CCBA30AA1CF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96908" y="3163138"/>
            <a:ext cx="376021" cy="376021"/>
          </a:xfrm>
          <a:prstGeom prst="rect">
            <a:avLst/>
          </a:prstGeom>
        </p:spPr>
      </p:pic>
      <p:pic>
        <p:nvPicPr>
          <p:cNvPr id="667" name="Graphic 666">
            <a:extLst>
              <a:ext uri="{FF2B5EF4-FFF2-40B4-BE49-F238E27FC236}">
                <a16:creationId xmlns:a16="http://schemas.microsoft.com/office/drawing/2014/main" id="{A2D12764-C3BE-4BA6-8D7B-81F91C35A2E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96908" y="4532325"/>
            <a:ext cx="376021" cy="376021"/>
          </a:xfrm>
          <a:prstGeom prst="rect">
            <a:avLst/>
          </a:prstGeom>
        </p:spPr>
      </p:pic>
      <p:grpSp>
        <p:nvGrpSpPr>
          <p:cNvPr id="7" name="Group 6">
            <a:extLst>
              <a:ext uri="{FF2B5EF4-FFF2-40B4-BE49-F238E27FC236}">
                <a16:creationId xmlns:a16="http://schemas.microsoft.com/office/drawing/2014/main" id="{0E20B00D-FB95-17E4-2B20-F4565C7B0F66}"/>
              </a:ext>
            </a:extLst>
          </p:cNvPr>
          <p:cNvGrpSpPr/>
          <p:nvPr/>
        </p:nvGrpSpPr>
        <p:grpSpPr>
          <a:xfrm>
            <a:off x="7160712" y="2438320"/>
            <a:ext cx="2829970" cy="387234"/>
            <a:chOff x="6177881" y="2149176"/>
            <a:chExt cx="842840" cy="387234"/>
          </a:xfrm>
        </p:grpSpPr>
        <p:cxnSp>
          <p:nvCxnSpPr>
            <p:cNvPr id="8" name="Straight Connector 7">
              <a:extLst>
                <a:ext uri="{FF2B5EF4-FFF2-40B4-BE49-F238E27FC236}">
                  <a16:creationId xmlns:a16="http://schemas.microsoft.com/office/drawing/2014/main" id="{38E86F3A-D30A-C15B-C4D5-13A086AA7AE2}"/>
                </a:ext>
              </a:extLst>
            </p:cNvPr>
            <p:cNvCxnSpPr>
              <a:cxnSpLocks/>
            </p:cNvCxnSpPr>
            <p:nvPr/>
          </p:nvCxnSpPr>
          <p:spPr>
            <a:xfrm>
              <a:off x="6177881" y="2350410"/>
              <a:ext cx="842840" cy="0"/>
            </a:xfrm>
            <a:prstGeom prst="line">
              <a:avLst/>
            </a:prstGeom>
            <a:ln w="15875"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29D1DE-C40B-24CE-3539-BED0E10BE852}"/>
                </a:ext>
              </a:extLst>
            </p:cNvPr>
            <p:cNvCxnSpPr>
              <a:cxnSpLocks/>
            </p:cNvCxnSpPr>
            <p:nvPr/>
          </p:nvCxnSpPr>
          <p:spPr>
            <a:xfrm rot="5400000">
              <a:off x="6927720" y="2443410"/>
              <a:ext cx="186001" cy="0"/>
            </a:xfrm>
            <a:prstGeom prst="line">
              <a:avLst/>
            </a:prstGeom>
            <a:ln w="15875"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E293E02-A813-2657-94E5-F468F03C63E9}"/>
                </a:ext>
              </a:extLst>
            </p:cNvPr>
            <p:cNvCxnSpPr>
              <a:cxnSpLocks/>
            </p:cNvCxnSpPr>
            <p:nvPr/>
          </p:nvCxnSpPr>
          <p:spPr>
            <a:xfrm rot="5400000">
              <a:off x="6084880" y="2443410"/>
              <a:ext cx="186001" cy="0"/>
            </a:xfrm>
            <a:prstGeom prst="line">
              <a:avLst/>
            </a:prstGeom>
            <a:ln w="15875"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F198A8-AC8E-231E-13FD-4AAFFC374EC5}"/>
                </a:ext>
              </a:extLst>
            </p:cNvPr>
            <p:cNvCxnSpPr>
              <a:cxnSpLocks/>
            </p:cNvCxnSpPr>
            <p:nvPr/>
          </p:nvCxnSpPr>
          <p:spPr>
            <a:xfrm>
              <a:off x="6599301" y="2149176"/>
              <a:ext cx="0" cy="201232"/>
            </a:xfrm>
            <a:prstGeom prst="line">
              <a:avLst/>
            </a:prstGeom>
            <a:ln w="15875" cap="rnd">
              <a:solidFill>
                <a:schemeClr val="tx1"/>
              </a:solidFill>
              <a:round/>
            </a:ln>
          </p:spPr>
          <p:style>
            <a:lnRef idx="1">
              <a:schemeClr val="accent1"/>
            </a:lnRef>
            <a:fillRef idx="0">
              <a:schemeClr val="accent1"/>
            </a:fillRef>
            <a:effectRef idx="0">
              <a:schemeClr val="accent1"/>
            </a:effectRef>
            <a:fontRef idx="minor">
              <a:schemeClr val="tx1"/>
            </a:fontRef>
          </p:style>
        </p:cxnSp>
      </p:grpSp>
      <p:cxnSp>
        <p:nvCxnSpPr>
          <p:cNvPr id="20" name="Straight Connector 19">
            <a:extLst>
              <a:ext uri="{FF2B5EF4-FFF2-40B4-BE49-F238E27FC236}">
                <a16:creationId xmlns:a16="http://schemas.microsoft.com/office/drawing/2014/main" id="{71235C75-A68E-CC4C-9193-AC95AE89D26E}"/>
              </a:ext>
            </a:extLst>
          </p:cNvPr>
          <p:cNvCxnSpPr>
            <a:cxnSpLocks/>
          </p:cNvCxnSpPr>
          <p:nvPr/>
        </p:nvCxnSpPr>
        <p:spPr>
          <a:xfrm>
            <a:off x="1551523" y="1981961"/>
            <a:ext cx="6562733" cy="0"/>
          </a:xfrm>
          <a:prstGeom prst="line">
            <a:avLst/>
          </a:prstGeom>
          <a:ln w="15875" cap="rnd">
            <a:solidFill>
              <a:schemeClr val="accent2"/>
            </a:solidFill>
            <a:round/>
            <a:headEnd type="none" w="sm" len="sm"/>
            <a:tailEnd type="none"/>
          </a:ln>
        </p:spPr>
        <p:style>
          <a:lnRef idx="1">
            <a:schemeClr val="accent1"/>
          </a:lnRef>
          <a:fillRef idx="0">
            <a:schemeClr val="accent1"/>
          </a:fillRef>
          <a:effectRef idx="0">
            <a:schemeClr val="accent1"/>
          </a:effectRef>
          <a:fontRef idx="minor">
            <a:schemeClr val="tx1"/>
          </a:fontRef>
        </p:style>
      </p:cxnSp>
      <p:grpSp>
        <p:nvGrpSpPr>
          <p:cNvPr id="669" name="Group 668">
            <a:extLst>
              <a:ext uri="{FF2B5EF4-FFF2-40B4-BE49-F238E27FC236}">
                <a16:creationId xmlns:a16="http://schemas.microsoft.com/office/drawing/2014/main" id="{77AC5518-6D46-FA6E-F3B8-6E79E0357CF4}"/>
              </a:ext>
            </a:extLst>
          </p:cNvPr>
          <p:cNvGrpSpPr/>
          <p:nvPr/>
        </p:nvGrpSpPr>
        <p:grpSpPr>
          <a:xfrm>
            <a:off x="7156503" y="3236988"/>
            <a:ext cx="2099799" cy="2151059"/>
            <a:chOff x="7250617" y="3323750"/>
            <a:chExt cx="2140389" cy="2192639"/>
          </a:xfrm>
        </p:grpSpPr>
        <p:sp>
          <p:nvSpPr>
            <p:cNvPr id="257" name="Rectangle: Rounded Corners 256">
              <a:extLst>
                <a:ext uri="{FF2B5EF4-FFF2-40B4-BE49-F238E27FC236}">
                  <a16:creationId xmlns:a16="http://schemas.microsoft.com/office/drawing/2014/main" id="{605B8249-7691-4EC9-A65E-CE607F3E2CC0}"/>
                </a:ext>
              </a:extLst>
            </p:cNvPr>
            <p:cNvSpPr/>
            <p:nvPr/>
          </p:nvSpPr>
          <p:spPr>
            <a:xfrm>
              <a:off x="7250617" y="3323750"/>
              <a:ext cx="2140389" cy="2192639"/>
            </a:xfrm>
            <a:prstGeom prst="roundRect">
              <a:avLst>
                <a:gd name="adj" fmla="val 2635"/>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Heavy"/>
                <a:ea typeface="+mn-ea"/>
                <a:cs typeface="+mn-cs"/>
              </a:endParaRPr>
            </a:p>
          </p:txBody>
        </p:sp>
        <p:grpSp>
          <p:nvGrpSpPr>
            <p:cNvPr id="258" name="Group 257">
              <a:extLst>
                <a:ext uri="{FF2B5EF4-FFF2-40B4-BE49-F238E27FC236}">
                  <a16:creationId xmlns:a16="http://schemas.microsoft.com/office/drawing/2014/main" id="{54012E83-70CE-4CA1-AED4-676B454260BF}"/>
                </a:ext>
              </a:extLst>
            </p:cNvPr>
            <p:cNvGrpSpPr>
              <a:grpSpLocks noChangeAspect="1"/>
            </p:cNvGrpSpPr>
            <p:nvPr/>
          </p:nvGrpSpPr>
          <p:grpSpPr>
            <a:xfrm>
              <a:off x="7425712" y="3510745"/>
              <a:ext cx="500469" cy="499394"/>
              <a:chOff x="6153698" y="5155204"/>
              <a:chExt cx="1186596" cy="1184049"/>
            </a:xfrm>
          </p:grpSpPr>
          <p:sp>
            <p:nvSpPr>
              <p:cNvPr id="435" name="Rectangle: Rounded Corners 10">
                <a:extLst>
                  <a:ext uri="{FF2B5EF4-FFF2-40B4-BE49-F238E27FC236}">
                    <a16:creationId xmlns:a16="http://schemas.microsoft.com/office/drawing/2014/main" id="{D8058A72-F0AD-427D-AC76-548F8D4A5956}"/>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6" name="Freeform: Shape 435">
                <a:extLst>
                  <a:ext uri="{FF2B5EF4-FFF2-40B4-BE49-F238E27FC236}">
                    <a16:creationId xmlns:a16="http://schemas.microsoft.com/office/drawing/2014/main" id="{C594CB57-67F4-422E-AF02-20502A85C189}"/>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7" name="Freeform: Shape 436">
                <a:extLst>
                  <a:ext uri="{FF2B5EF4-FFF2-40B4-BE49-F238E27FC236}">
                    <a16:creationId xmlns:a16="http://schemas.microsoft.com/office/drawing/2014/main" id="{556D943E-F5C7-44A5-B6F5-6F43EFAC846E}"/>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8" name="Freeform: Shape 437">
                <a:extLst>
                  <a:ext uri="{FF2B5EF4-FFF2-40B4-BE49-F238E27FC236}">
                    <a16:creationId xmlns:a16="http://schemas.microsoft.com/office/drawing/2014/main" id="{26179B46-551D-4C70-BF77-930B46396187}"/>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9" name="Freeform: Shape 438">
                <a:extLst>
                  <a:ext uri="{FF2B5EF4-FFF2-40B4-BE49-F238E27FC236}">
                    <a16:creationId xmlns:a16="http://schemas.microsoft.com/office/drawing/2014/main" id="{2D099C05-4158-4BD4-8CCC-05CD92C1EEBA}"/>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0" name="Freeform: Shape 439">
                <a:extLst>
                  <a:ext uri="{FF2B5EF4-FFF2-40B4-BE49-F238E27FC236}">
                    <a16:creationId xmlns:a16="http://schemas.microsoft.com/office/drawing/2014/main" id="{9367E46F-48EA-47B7-B334-BD40DBDB333E}"/>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1" name="Freeform: Shape 440">
                <a:extLst>
                  <a:ext uri="{FF2B5EF4-FFF2-40B4-BE49-F238E27FC236}">
                    <a16:creationId xmlns:a16="http://schemas.microsoft.com/office/drawing/2014/main" id="{FC2888CF-058D-4550-BB2C-CBE1F5D64F8B}"/>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2" name="Freeform: Shape 441">
                <a:extLst>
                  <a:ext uri="{FF2B5EF4-FFF2-40B4-BE49-F238E27FC236}">
                    <a16:creationId xmlns:a16="http://schemas.microsoft.com/office/drawing/2014/main" id="{F93D6FC5-FF39-4946-A7CA-3F5396002513}"/>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3" name="Freeform: Shape 442">
                <a:extLst>
                  <a:ext uri="{FF2B5EF4-FFF2-40B4-BE49-F238E27FC236}">
                    <a16:creationId xmlns:a16="http://schemas.microsoft.com/office/drawing/2014/main" id="{584F6A05-C706-4816-8591-B698D961F921}"/>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4" name="Freeform: Shape 443">
                <a:extLst>
                  <a:ext uri="{FF2B5EF4-FFF2-40B4-BE49-F238E27FC236}">
                    <a16:creationId xmlns:a16="http://schemas.microsoft.com/office/drawing/2014/main" id="{72484330-1976-4EE8-8D5C-EDCE0F6976E5}"/>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5" name="Freeform: Shape 444">
                <a:extLst>
                  <a:ext uri="{FF2B5EF4-FFF2-40B4-BE49-F238E27FC236}">
                    <a16:creationId xmlns:a16="http://schemas.microsoft.com/office/drawing/2014/main" id="{2B775E41-AC7A-4C52-9C00-50F954323216}"/>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6" name="Freeform: Shape 445">
                <a:extLst>
                  <a:ext uri="{FF2B5EF4-FFF2-40B4-BE49-F238E27FC236}">
                    <a16:creationId xmlns:a16="http://schemas.microsoft.com/office/drawing/2014/main" id="{98052102-96F4-4E25-9020-DA36E2528757}"/>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7" name="Freeform: Shape 446">
                <a:extLst>
                  <a:ext uri="{FF2B5EF4-FFF2-40B4-BE49-F238E27FC236}">
                    <a16:creationId xmlns:a16="http://schemas.microsoft.com/office/drawing/2014/main" id="{60534FE2-709B-42D8-8D6C-A6D743368DF8}"/>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8" name="Freeform: Shape 447">
                <a:extLst>
                  <a:ext uri="{FF2B5EF4-FFF2-40B4-BE49-F238E27FC236}">
                    <a16:creationId xmlns:a16="http://schemas.microsoft.com/office/drawing/2014/main" id="{E532B2C1-9410-4D21-A6AD-E17E209FA09C}"/>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9" name="Freeform: Shape 448">
                <a:extLst>
                  <a:ext uri="{FF2B5EF4-FFF2-40B4-BE49-F238E27FC236}">
                    <a16:creationId xmlns:a16="http://schemas.microsoft.com/office/drawing/2014/main" id="{52061C23-D357-4054-A744-F4985F4F3D2E}"/>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50" name="Freeform: Shape 449">
                <a:extLst>
                  <a:ext uri="{FF2B5EF4-FFF2-40B4-BE49-F238E27FC236}">
                    <a16:creationId xmlns:a16="http://schemas.microsoft.com/office/drawing/2014/main" id="{593FCFF9-9790-4EC4-87ED-321AA8718B5F}"/>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51" name="Freeform: Shape 450">
                <a:extLst>
                  <a:ext uri="{FF2B5EF4-FFF2-40B4-BE49-F238E27FC236}">
                    <a16:creationId xmlns:a16="http://schemas.microsoft.com/office/drawing/2014/main" id="{C85C6487-AF22-488E-B979-D8B960FB6B7F}"/>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52" name="Freeform: Shape 451">
                <a:extLst>
                  <a:ext uri="{FF2B5EF4-FFF2-40B4-BE49-F238E27FC236}">
                    <a16:creationId xmlns:a16="http://schemas.microsoft.com/office/drawing/2014/main" id="{3BAD49BF-5DBA-46D6-A842-3EC916E75998}"/>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53" name="Freeform: Shape 452">
                <a:extLst>
                  <a:ext uri="{FF2B5EF4-FFF2-40B4-BE49-F238E27FC236}">
                    <a16:creationId xmlns:a16="http://schemas.microsoft.com/office/drawing/2014/main" id="{BD4835E2-4B4A-4372-9F79-CCBFF4D4CF04}"/>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54" name="Freeform: Shape 453">
                <a:extLst>
                  <a:ext uri="{FF2B5EF4-FFF2-40B4-BE49-F238E27FC236}">
                    <a16:creationId xmlns:a16="http://schemas.microsoft.com/office/drawing/2014/main" id="{7BC28485-1379-4C2D-8024-4E7E2483AB89}"/>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55" name="Freeform: Shape 454">
                <a:extLst>
                  <a:ext uri="{FF2B5EF4-FFF2-40B4-BE49-F238E27FC236}">
                    <a16:creationId xmlns:a16="http://schemas.microsoft.com/office/drawing/2014/main" id="{38C3E3B8-0E31-49E4-9530-E9AA202A608F}"/>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59" name="Group 258">
              <a:extLst>
                <a:ext uri="{FF2B5EF4-FFF2-40B4-BE49-F238E27FC236}">
                  <a16:creationId xmlns:a16="http://schemas.microsoft.com/office/drawing/2014/main" id="{7590086B-EFE4-4E2A-9D65-F63F165DCF78}"/>
                </a:ext>
              </a:extLst>
            </p:cNvPr>
            <p:cNvGrpSpPr>
              <a:grpSpLocks noChangeAspect="1"/>
            </p:cNvGrpSpPr>
            <p:nvPr/>
          </p:nvGrpSpPr>
          <p:grpSpPr>
            <a:xfrm>
              <a:off x="7425712" y="4165920"/>
              <a:ext cx="500469" cy="499394"/>
              <a:chOff x="6153698" y="5155204"/>
              <a:chExt cx="1186596" cy="1184049"/>
            </a:xfrm>
          </p:grpSpPr>
          <p:sp>
            <p:nvSpPr>
              <p:cNvPr id="414" name="Rectangle: Rounded Corners 10">
                <a:extLst>
                  <a:ext uri="{FF2B5EF4-FFF2-40B4-BE49-F238E27FC236}">
                    <a16:creationId xmlns:a16="http://schemas.microsoft.com/office/drawing/2014/main" id="{A5D37708-3EF7-4FDE-9C68-D6D48E4E645C}"/>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5" name="Freeform: Shape 414">
                <a:extLst>
                  <a:ext uri="{FF2B5EF4-FFF2-40B4-BE49-F238E27FC236}">
                    <a16:creationId xmlns:a16="http://schemas.microsoft.com/office/drawing/2014/main" id="{0A82CDD4-C70A-487F-97F1-22E75C1C807B}"/>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6" name="Freeform: Shape 415">
                <a:extLst>
                  <a:ext uri="{FF2B5EF4-FFF2-40B4-BE49-F238E27FC236}">
                    <a16:creationId xmlns:a16="http://schemas.microsoft.com/office/drawing/2014/main" id="{137D3AD4-D158-40AD-832E-F9ECF6542928}"/>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7" name="Freeform: Shape 416">
                <a:extLst>
                  <a:ext uri="{FF2B5EF4-FFF2-40B4-BE49-F238E27FC236}">
                    <a16:creationId xmlns:a16="http://schemas.microsoft.com/office/drawing/2014/main" id="{51C0AFE0-F663-4A8B-A05E-5D524230E1C7}"/>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8" name="Freeform: Shape 417">
                <a:extLst>
                  <a:ext uri="{FF2B5EF4-FFF2-40B4-BE49-F238E27FC236}">
                    <a16:creationId xmlns:a16="http://schemas.microsoft.com/office/drawing/2014/main" id="{5F416BC6-BD6C-4BED-ABB4-84986B2338FF}"/>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9" name="Freeform: Shape 418">
                <a:extLst>
                  <a:ext uri="{FF2B5EF4-FFF2-40B4-BE49-F238E27FC236}">
                    <a16:creationId xmlns:a16="http://schemas.microsoft.com/office/drawing/2014/main" id="{B33B019D-A1B5-4BAA-B9F5-FA3C19611B88}"/>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0" name="Freeform: Shape 419">
                <a:extLst>
                  <a:ext uri="{FF2B5EF4-FFF2-40B4-BE49-F238E27FC236}">
                    <a16:creationId xmlns:a16="http://schemas.microsoft.com/office/drawing/2014/main" id="{40E890C8-0050-49EC-A5CA-CE4BF1748D63}"/>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1" name="Freeform: Shape 420">
                <a:extLst>
                  <a:ext uri="{FF2B5EF4-FFF2-40B4-BE49-F238E27FC236}">
                    <a16:creationId xmlns:a16="http://schemas.microsoft.com/office/drawing/2014/main" id="{EB7E32E2-CB32-4B66-8A70-B4C3ADFCD371}"/>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2" name="Freeform: Shape 421">
                <a:extLst>
                  <a:ext uri="{FF2B5EF4-FFF2-40B4-BE49-F238E27FC236}">
                    <a16:creationId xmlns:a16="http://schemas.microsoft.com/office/drawing/2014/main" id="{378E3B20-5B40-44DA-9C91-9998E67101D6}"/>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3" name="Freeform: Shape 422">
                <a:extLst>
                  <a:ext uri="{FF2B5EF4-FFF2-40B4-BE49-F238E27FC236}">
                    <a16:creationId xmlns:a16="http://schemas.microsoft.com/office/drawing/2014/main" id="{007710D1-4D3A-479B-B0D3-EE4699B829E7}"/>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4" name="Freeform: Shape 423">
                <a:extLst>
                  <a:ext uri="{FF2B5EF4-FFF2-40B4-BE49-F238E27FC236}">
                    <a16:creationId xmlns:a16="http://schemas.microsoft.com/office/drawing/2014/main" id="{3A76D716-69BD-4EEA-8489-FC429D53EF6F}"/>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5" name="Freeform: Shape 424">
                <a:extLst>
                  <a:ext uri="{FF2B5EF4-FFF2-40B4-BE49-F238E27FC236}">
                    <a16:creationId xmlns:a16="http://schemas.microsoft.com/office/drawing/2014/main" id="{A6F58D81-CCDF-41D5-8673-96B90B1DE717}"/>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6" name="Freeform: Shape 425">
                <a:extLst>
                  <a:ext uri="{FF2B5EF4-FFF2-40B4-BE49-F238E27FC236}">
                    <a16:creationId xmlns:a16="http://schemas.microsoft.com/office/drawing/2014/main" id="{2BF9AF2B-A77E-4B6A-B7A3-76E190145515}"/>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7" name="Freeform: Shape 426">
                <a:extLst>
                  <a:ext uri="{FF2B5EF4-FFF2-40B4-BE49-F238E27FC236}">
                    <a16:creationId xmlns:a16="http://schemas.microsoft.com/office/drawing/2014/main" id="{81B6538C-E097-4A1B-A3C4-5A0D15CABC4E}"/>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8" name="Freeform: Shape 427">
                <a:extLst>
                  <a:ext uri="{FF2B5EF4-FFF2-40B4-BE49-F238E27FC236}">
                    <a16:creationId xmlns:a16="http://schemas.microsoft.com/office/drawing/2014/main" id="{F7AF74C5-17B8-44F1-A447-9BE74997FF19}"/>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9" name="Freeform: Shape 428">
                <a:extLst>
                  <a:ext uri="{FF2B5EF4-FFF2-40B4-BE49-F238E27FC236}">
                    <a16:creationId xmlns:a16="http://schemas.microsoft.com/office/drawing/2014/main" id="{2E073EED-078A-4840-92A7-06AEE7A9485B}"/>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0" name="Freeform: Shape 429">
                <a:extLst>
                  <a:ext uri="{FF2B5EF4-FFF2-40B4-BE49-F238E27FC236}">
                    <a16:creationId xmlns:a16="http://schemas.microsoft.com/office/drawing/2014/main" id="{B5EC0662-9D05-45C1-BD5C-BE08521B1FC0}"/>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1" name="Freeform: Shape 430">
                <a:extLst>
                  <a:ext uri="{FF2B5EF4-FFF2-40B4-BE49-F238E27FC236}">
                    <a16:creationId xmlns:a16="http://schemas.microsoft.com/office/drawing/2014/main" id="{C7FA7E30-780B-49AC-9086-F1AF22426202}"/>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2" name="Freeform: Shape 431">
                <a:extLst>
                  <a:ext uri="{FF2B5EF4-FFF2-40B4-BE49-F238E27FC236}">
                    <a16:creationId xmlns:a16="http://schemas.microsoft.com/office/drawing/2014/main" id="{7C1167CF-4B90-4C82-91B3-E76FE6C61F25}"/>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3" name="Freeform: Shape 432">
                <a:extLst>
                  <a:ext uri="{FF2B5EF4-FFF2-40B4-BE49-F238E27FC236}">
                    <a16:creationId xmlns:a16="http://schemas.microsoft.com/office/drawing/2014/main" id="{8E634726-CBF2-4E8C-8ECB-B25DDD8C4221}"/>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4" name="Freeform: Shape 433">
                <a:extLst>
                  <a:ext uri="{FF2B5EF4-FFF2-40B4-BE49-F238E27FC236}">
                    <a16:creationId xmlns:a16="http://schemas.microsoft.com/office/drawing/2014/main" id="{877C0B64-834E-4AB3-B66E-2A9D63FB7ECB}"/>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60" name="Group 259">
              <a:extLst>
                <a:ext uri="{FF2B5EF4-FFF2-40B4-BE49-F238E27FC236}">
                  <a16:creationId xmlns:a16="http://schemas.microsoft.com/office/drawing/2014/main" id="{5771D9D8-4923-4B82-B566-8ADBFCB38E9E}"/>
                </a:ext>
              </a:extLst>
            </p:cNvPr>
            <p:cNvGrpSpPr>
              <a:grpSpLocks noChangeAspect="1"/>
            </p:cNvGrpSpPr>
            <p:nvPr/>
          </p:nvGrpSpPr>
          <p:grpSpPr>
            <a:xfrm>
              <a:off x="7425712" y="4821095"/>
              <a:ext cx="500469" cy="499394"/>
              <a:chOff x="6153698" y="5155204"/>
              <a:chExt cx="1186596" cy="1184049"/>
            </a:xfrm>
          </p:grpSpPr>
          <p:sp>
            <p:nvSpPr>
              <p:cNvPr id="393" name="Rectangle: Rounded Corners 10">
                <a:extLst>
                  <a:ext uri="{FF2B5EF4-FFF2-40B4-BE49-F238E27FC236}">
                    <a16:creationId xmlns:a16="http://schemas.microsoft.com/office/drawing/2014/main" id="{D1440A70-6C92-4DAC-A481-852FCE0EA09F}"/>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4" name="Freeform: Shape 393">
                <a:extLst>
                  <a:ext uri="{FF2B5EF4-FFF2-40B4-BE49-F238E27FC236}">
                    <a16:creationId xmlns:a16="http://schemas.microsoft.com/office/drawing/2014/main" id="{76B920E9-C84F-44E7-8871-526A21962E22}"/>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5" name="Freeform: Shape 394">
                <a:extLst>
                  <a:ext uri="{FF2B5EF4-FFF2-40B4-BE49-F238E27FC236}">
                    <a16:creationId xmlns:a16="http://schemas.microsoft.com/office/drawing/2014/main" id="{4C86C7FB-E86E-4FBF-AE08-CC488A4E0150}"/>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6" name="Freeform: Shape 395">
                <a:extLst>
                  <a:ext uri="{FF2B5EF4-FFF2-40B4-BE49-F238E27FC236}">
                    <a16:creationId xmlns:a16="http://schemas.microsoft.com/office/drawing/2014/main" id="{7115DA19-075B-4024-A158-03E3B4FB26D3}"/>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7" name="Freeform: Shape 396">
                <a:extLst>
                  <a:ext uri="{FF2B5EF4-FFF2-40B4-BE49-F238E27FC236}">
                    <a16:creationId xmlns:a16="http://schemas.microsoft.com/office/drawing/2014/main" id="{D557214D-5115-4686-B6F1-AB16557F20D8}"/>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8" name="Freeform: Shape 397">
                <a:extLst>
                  <a:ext uri="{FF2B5EF4-FFF2-40B4-BE49-F238E27FC236}">
                    <a16:creationId xmlns:a16="http://schemas.microsoft.com/office/drawing/2014/main" id="{1369B382-A2B6-4405-BACB-3D42C73E4F35}"/>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9" name="Freeform: Shape 398">
                <a:extLst>
                  <a:ext uri="{FF2B5EF4-FFF2-40B4-BE49-F238E27FC236}">
                    <a16:creationId xmlns:a16="http://schemas.microsoft.com/office/drawing/2014/main" id="{EF8E3191-A8C6-4AAF-BD56-036680E5CADA}"/>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0" name="Freeform: Shape 399">
                <a:extLst>
                  <a:ext uri="{FF2B5EF4-FFF2-40B4-BE49-F238E27FC236}">
                    <a16:creationId xmlns:a16="http://schemas.microsoft.com/office/drawing/2014/main" id="{E90D7126-1468-458F-A5E4-CE60C67BE056}"/>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1" name="Freeform: Shape 400">
                <a:extLst>
                  <a:ext uri="{FF2B5EF4-FFF2-40B4-BE49-F238E27FC236}">
                    <a16:creationId xmlns:a16="http://schemas.microsoft.com/office/drawing/2014/main" id="{F47CA22C-0A31-41E5-9A8E-8AD73C25AA22}"/>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2" name="Freeform: Shape 401">
                <a:extLst>
                  <a:ext uri="{FF2B5EF4-FFF2-40B4-BE49-F238E27FC236}">
                    <a16:creationId xmlns:a16="http://schemas.microsoft.com/office/drawing/2014/main" id="{4D518CA7-74FF-4BAB-9B67-75EA8B3E751B}"/>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3" name="Freeform: Shape 402">
                <a:extLst>
                  <a:ext uri="{FF2B5EF4-FFF2-40B4-BE49-F238E27FC236}">
                    <a16:creationId xmlns:a16="http://schemas.microsoft.com/office/drawing/2014/main" id="{87D4BD08-A81B-40B8-ADB1-8BEDC5D4AC61}"/>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4" name="Freeform: Shape 403">
                <a:extLst>
                  <a:ext uri="{FF2B5EF4-FFF2-40B4-BE49-F238E27FC236}">
                    <a16:creationId xmlns:a16="http://schemas.microsoft.com/office/drawing/2014/main" id="{0D41080A-215D-42F0-BFB5-AEA7E69E72D7}"/>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5" name="Freeform: Shape 404">
                <a:extLst>
                  <a:ext uri="{FF2B5EF4-FFF2-40B4-BE49-F238E27FC236}">
                    <a16:creationId xmlns:a16="http://schemas.microsoft.com/office/drawing/2014/main" id="{E1BBC026-9ED7-49D1-8898-00AC1D189A89}"/>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6" name="Freeform: Shape 405">
                <a:extLst>
                  <a:ext uri="{FF2B5EF4-FFF2-40B4-BE49-F238E27FC236}">
                    <a16:creationId xmlns:a16="http://schemas.microsoft.com/office/drawing/2014/main" id="{53A7780D-4A77-49D8-9B6F-701B3E0913E4}"/>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7" name="Freeform: Shape 406">
                <a:extLst>
                  <a:ext uri="{FF2B5EF4-FFF2-40B4-BE49-F238E27FC236}">
                    <a16:creationId xmlns:a16="http://schemas.microsoft.com/office/drawing/2014/main" id="{52911027-7451-432E-B1A2-833A8D6083DD}"/>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8" name="Freeform: Shape 407">
                <a:extLst>
                  <a:ext uri="{FF2B5EF4-FFF2-40B4-BE49-F238E27FC236}">
                    <a16:creationId xmlns:a16="http://schemas.microsoft.com/office/drawing/2014/main" id="{5A74E4F4-2901-4527-A643-35E91FAB2A9D}"/>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9" name="Freeform: Shape 408">
                <a:extLst>
                  <a:ext uri="{FF2B5EF4-FFF2-40B4-BE49-F238E27FC236}">
                    <a16:creationId xmlns:a16="http://schemas.microsoft.com/office/drawing/2014/main" id="{1D9960A1-2F70-49C2-A331-7398E17849A4}"/>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0" name="Freeform: Shape 409">
                <a:extLst>
                  <a:ext uri="{FF2B5EF4-FFF2-40B4-BE49-F238E27FC236}">
                    <a16:creationId xmlns:a16="http://schemas.microsoft.com/office/drawing/2014/main" id="{87C67E4A-55C9-4076-8F09-4A33DF4CEBEF}"/>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1" name="Freeform: Shape 410">
                <a:extLst>
                  <a:ext uri="{FF2B5EF4-FFF2-40B4-BE49-F238E27FC236}">
                    <a16:creationId xmlns:a16="http://schemas.microsoft.com/office/drawing/2014/main" id="{35286011-2830-4EAC-B028-E15AC9CBC0FC}"/>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2" name="Freeform: Shape 411">
                <a:extLst>
                  <a:ext uri="{FF2B5EF4-FFF2-40B4-BE49-F238E27FC236}">
                    <a16:creationId xmlns:a16="http://schemas.microsoft.com/office/drawing/2014/main" id="{24B5E43B-2056-440F-8C37-2A87F1FDCE45}"/>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3" name="Freeform: Shape 412">
                <a:extLst>
                  <a:ext uri="{FF2B5EF4-FFF2-40B4-BE49-F238E27FC236}">
                    <a16:creationId xmlns:a16="http://schemas.microsoft.com/office/drawing/2014/main" id="{0CC1AF8C-DAAA-48D0-89E4-44609CA47A86}"/>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61" name="Group 260">
              <a:extLst>
                <a:ext uri="{FF2B5EF4-FFF2-40B4-BE49-F238E27FC236}">
                  <a16:creationId xmlns:a16="http://schemas.microsoft.com/office/drawing/2014/main" id="{9B875018-1771-4BDB-A8C7-FB5A09666EF7}"/>
                </a:ext>
              </a:extLst>
            </p:cNvPr>
            <p:cNvGrpSpPr>
              <a:grpSpLocks noChangeAspect="1"/>
            </p:cNvGrpSpPr>
            <p:nvPr/>
          </p:nvGrpSpPr>
          <p:grpSpPr>
            <a:xfrm>
              <a:off x="8074936" y="3510745"/>
              <a:ext cx="500469" cy="499394"/>
              <a:chOff x="6153698" y="5155204"/>
              <a:chExt cx="1186596" cy="1184049"/>
            </a:xfrm>
          </p:grpSpPr>
          <p:sp>
            <p:nvSpPr>
              <p:cNvPr id="372" name="Rectangle: Rounded Corners 10">
                <a:extLst>
                  <a:ext uri="{FF2B5EF4-FFF2-40B4-BE49-F238E27FC236}">
                    <a16:creationId xmlns:a16="http://schemas.microsoft.com/office/drawing/2014/main" id="{A03C90C8-7169-4EFA-AD05-F1BFA45F39E8}"/>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73" name="Freeform: Shape 372">
                <a:extLst>
                  <a:ext uri="{FF2B5EF4-FFF2-40B4-BE49-F238E27FC236}">
                    <a16:creationId xmlns:a16="http://schemas.microsoft.com/office/drawing/2014/main" id="{3D730DBB-52C3-469C-A4CF-8428CBABF2B0}"/>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74" name="Freeform: Shape 373">
                <a:extLst>
                  <a:ext uri="{FF2B5EF4-FFF2-40B4-BE49-F238E27FC236}">
                    <a16:creationId xmlns:a16="http://schemas.microsoft.com/office/drawing/2014/main" id="{E529DF5D-771B-4B5F-9682-295F52BC034C}"/>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75" name="Freeform: Shape 374">
                <a:extLst>
                  <a:ext uri="{FF2B5EF4-FFF2-40B4-BE49-F238E27FC236}">
                    <a16:creationId xmlns:a16="http://schemas.microsoft.com/office/drawing/2014/main" id="{95967E60-960A-4C9D-945C-FEFA6DA17600}"/>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76" name="Freeform: Shape 375">
                <a:extLst>
                  <a:ext uri="{FF2B5EF4-FFF2-40B4-BE49-F238E27FC236}">
                    <a16:creationId xmlns:a16="http://schemas.microsoft.com/office/drawing/2014/main" id="{0B1E3D04-BA36-4CE5-820C-94661B649D44}"/>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77" name="Freeform: Shape 376">
                <a:extLst>
                  <a:ext uri="{FF2B5EF4-FFF2-40B4-BE49-F238E27FC236}">
                    <a16:creationId xmlns:a16="http://schemas.microsoft.com/office/drawing/2014/main" id="{35EDA9C9-8BCB-490A-A4AD-C266326CCD2E}"/>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78" name="Freeform: Shape 377">
                <a:extLst>
                  <a:ext uri="{FF2B5EF4-FFF2-40B4-BE49-F238E27FC236}">
                    <a16:creationId xmlns:a16="http://schemas.microsoft.com/office/drawing/2014/main" id="{865B5527-CB2A-4388-9D6E-3116F8A0BAF5}"/>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79" name="Freeform: Shape 378">
                <a:extLst>
                  <a:ext uri="{FF2B5EF4-FFF2-40B4-BE49-F238E27FC236}">
                    <a16:creationId xmlns:a16="http://schemas.microsoft.com/office/drawing/2014/main" id="{91A22B58-29B7-4D34-8C0D-45DDA77E204A}"/>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0" name="Freeform: Shape 379">
                <a:extLst>
                  <a:ext uri="{FF2B5EF4-FFF2-40B4-BE49-F238E27FC236}">
                    <a16:creationId xmlns:a16="http://schemas.microsoft.com/office/drawing/2014/main" id="{DAAE4B76-4DCE-450D-9448-D5B1E34CC6EF}"/>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1" name="Freeform: Shape 380">
                <a:extLst>
                  <a:ext uri="{FF2B5EF4-FFF2-40B4-BE49-F238E27FC236}">
                    <a16:creationId xmlns:a16="http://schemas.microsoft.com/office/drawing/2014/main" id="{3C6D0DB7-38DB-42CB-BA0B-9E8BAFB833A1}"/>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2" name="Freeform: Shape 381">
                <a:extLst>
                  <a:ext uri="{FF2B5EF4-FFF2-40B4-BE49-F238E27FC236}">
                    <a16:creationId xmlns:a16="http://schemas.microsoft.com/office/drawing/2014/main" id="{15F96A71-EE5D-4B32-98A6-4F144DE58C31}"/>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3" name="Freeform: Shape 382">
                <a:extLst>
                  <a:ext uri="{FF2B5EF4-FFF2-40B4-BE49-F238E27FC236}">
                    <a16:creationId xmlns:a16="http://schemas.microsoft.com/office/drawing/2014/main" id="{C9CE1780-EDE9-43EF-9D61-168A6F0AF291}"/>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4" name="Freeform: Shape 383">
                <a:extLst>
                  <a:ext uri="{FF2B5EF4-FFF2-40B4-BE49-F238E27FC236}">
                    <a16:creationId xmlns:a16="http://schemas.microsoft.com/office/drawing/2014/main" id="{20DC58E7-9DC1-4AD0-8211-F4113705F165}"/>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5" name="Freeform: Shape 384">
                <a:extLst>
                  <a:ext uri="{FF2B5EF4-FFF2-40B4-BE49-F238E27FC236}">
                    <a16:creationId xmlns:a16="http://schemas.microsoft.com/office/drawing/2014/main" id="{D373FC71-4E8F-4293-BB41-3598412E46A8}"/>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6" name="Freeform: Shape 385">
                <a:extLst>
                  <a:ext uri="{FF2B5EF4-FFF2-40B4-BE49-F238E27FC236}">
                    <a16:creationId xmlns:a16="http://schemas.microsoft.com/office/drawing/2014/main" id="{CA19CD69-AF5D-4FA1-AD2A-22637989971A}"/>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7" name="Freeform: Shape 386">
                <a:extLst>
                  <a:ext uri="{FF2B5EF4-FFF2-40B4-BE49-F238E27FC236}">
                    <a16:creationId xmlns:a16="http://schemas.microsoft.com/office/drawing/2014/main" id="{85AFCA80-1E15-43DC-98D7-A55E34A3AF75}"/>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8" name="Freeform: Shape 387">
                <a:extLst>
                  <a:ext uri="{FF2B5EF4-FFF2-40B4-BE49-F238E27FC236}">
                    <a16:creationId xmlns:a16="http://schemas.microsoft.com/office/drawing/2014/main" id="{1FE31CCC-DC44-4796-B0B3-0C4B41BBDAAC}"/>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89" name="Freeform: Shape 388">
                <a:extLst>
                  <a:ext uri="{FF2B5EF4-FFF2-40B4-BE49-F238E27FC236}">
                    <a16:creationId xmlns:a16="http://schemas.microsoft.com/office/drawing/2014/main" id="{A3F4C00D-EBC3-45FD-8940-0F3DEE230604}"/>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0" name="Freeform: Shape 389">
                <a:extLst>
                  <a:ext uri="{FF2B5EF4-FFF2-40B4-BE49-F238E27FC236}">
                    <a16:creationId xmlns:a16="http://schemas.microsoft.com/office/drawing/2014/main" id="{49640C33-A7A6-49E4-A462-87C3935BE481}"/>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1" name="Freeform: Shape 390">
                <a:extLst>
                  <a:ext uri="{FF2B5EF4-FFF2-40B4-BE49-F238E27FC236}">
                    <a16:creationId xmlns:a16="http://schemas.microsoft.com/office/drawing/2014/main" id="{4FB69DA2-6DEB-47DA-AB08-F1FC17FBCBE5}"/>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2" name="Freeform: Shape 391">
                <a:extLst>
                  <a:ext uri="{FF2B5EF4-FFF2-40B4-BE49-F238E27FC236}">
                    <a16:creationId xmlns:a16="http://schemas.microsoft.com/office/drawing/2014/main" id="{E6F3E33C-BB7E-4275-8A86-5305BF7832E1}"/>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62" name="Group 261">
              <a:extLst>
                <a:ext uri="{FF2B5EF4-FFF2-40B4-BE49-F238E27FC236}">
                  <a16:creationId xmlns:a16="http://schemas.microsoft.com/office/drawing/2014/main" id="{EC0FD019-8211-4082-A99B-FE6038647511}"/>
                </a:ext>
              </a:extLst>
            </p:cNvPr>
            <p:cNvGrpSpPr>
              <a:grpSpLocks noChangeAspect="1"/>
            </p:cNvGrpSpPr>
            <p:nvPr/>
          </p:nvGrpSpPr>
          <p:grpSpPr>
            <a:xfrm>
              <a:off x="8074936" y="4165920"/>
              <a:ext cx="500469" cy="499394"/>
              <a:chOff x="6153698" y="5155204"/>
              <a:chExt cx="1186596" cy="1184049"/>
            </a:xfrm>
          </p:grpSpPr>
          <p:sp>
            <p:nvSpPr>
              <p:cNvPr id="351" name="Rectangle: Rounded Corners 10">
                <a:extLst>
                  <a:ext uri="{FF2B5EF4-FFF2-40B4-BE49-F238E27FC236}">
                    <a16:creationId xmlns:a16="http://schemas.microsoft.com/office/drawing/2014/main" id="{FC649409-8B0F-4BA2-B87B-DD05B10A03CB}"/>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2" name="Freeform: Shape 351">
                <a:extLst>
                  <a:ext uri="{FF2B5EF4-FFF2-40B4-BE49-F238E27FC236}">
                    <a16:creationId xmlns:a16="http://schemas.microsoft.com/office/drawing/2014/main" id="{646DE4BE-E5BB-4940-A2B8-209F005DB642}"/>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3" name="Freeform: Shape 352">
                <a:extLst>
                  <a:ext uri="{FF2B5EF4-FFF2-40B4-BE49-F238E27FC236}">
                    <a16:creationId xmlns:a16="http://schemas.microsoft.com/office/drawing/2014/main" id="{2C17AA28-AA04-434A-AF57-A606BCDA6E5E}"/>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4" name="Freeform: Shape 353">
                <a:extLst>
                  <a:ext uri="{FF2B5EF4-FFF2-40B4-BE49-F238E27FC236}">
                    <a16:creationId xmlns:a16="http://schemas.microsoft.com/office/drawing/2014/main" id="{626ED775-2D67-4222-BA9B-613944700B57}"/>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5" name="Freeform: Shape 354">
                <a:extLst>
                  <a:ext uri="{FF2B5EF4-FFF2-40B4-BE49-F238E27FC236}">
                    <a16:creationId xmlns:a16="http://schemas.microsoft.com/office/drawing/2014/main" id="{9B0AC286-D5DD-4185-B691-90984C42BE9D}"/>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6" name="Freeform: Shape 355">
                <a:extLst>
                  <a:ext uri="{FF2B5EF4-FFF2-40B4-BE49-F238E27FC236}">
                    <a16:creationId xmlns:a16="http://schemas.microsoft.com/office/drawing/2014/main" id="{F89B45F8-AABB-494B-B9C2-EFB5A9D4CB64}"/>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7" name="Freeform: Shape 356">
                <a:extLst>
                  <a:ext uri="{FF2B5EF4-FFF2-40B4-BE49-F238E27FC236}">
                    <a16:creationId xmlns:a16="http://schemas.microsoft.com/office/drawing/2014/main" id="{2BF0F571-02CD-4C11-893F-51CD7A5E49ED}"/>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8" name="Freeform: Shape 357">
                <a:extLst>
                  <a:ext uri="{FF2B5EF4-FFF2-40B4-BE49-F238E27FC236}">
                    <a16:creationId xmlns:a16="http://schemas.microsoft.com/office/drawing/2014/main" id="{EF35C8B4-F88E-401F-AB56-64E3E20776B8}"/>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9" name="Freeform: Shape 358">
                <a:extLst>
                  <a:ext uri="{FF2B5EF4-FFF2-40B4-BE49-F238E27FC236}">
                    <a16:creationId xmlns:a16="http://schemas.microsoft.com/office/drawing/2014/main" id="{2291D651-87BD-4944-A283-F63634135871}"/>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0" name="Freeform: Shape 359">
                <a:extLst>
                  <a:ext uri="{FF2B5EF4-FFF2-40B4-BE49-F238E27FC236}">
                    <a16:creationId xmlns:a16="http://schemas.microsoft.com/office/drawing/2014/main" id="{23AC62E8-E74B-4960-9757-70F22C8F47E2}"/>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1" name="Freeform: Shape 360">
                <a:extLst>
                  <a:ext uri="{FF2B5EF4-FFF2-40B4-BE49-F238E27FC236}">
                    <a16:creationId xmlns:a16="http://schemas.microsoft.com/office/drawing/2014/main" id="{E049469F-E102-40A7-98EA-1A6AA58C036D}"/>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2" name="Freeform: Shape 361">
                <a:extLst>
                  <a:ext uri="{FF2B5EF4-FFF2-40B4-BE49-F238E27FC236}">
                    <a16:creationId xmlns:a16="http://schemas.microsoft.com/office/drawing/2014/main" id="{63317CDF-E3E1-4325-8627-1B2DEA3FC4C5}"/>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3" name="Freeform: Shape 362">
                <a:extLst>
                  <a:ext uri="{FF2B5EF4-FFF2-40B4-BE49-F238E27FC236}">
                    <a16:creationId xmlns:a16="http://schemas.microsoft.com/office/drawing/2014/main" id="{398022A4-98AC-4D52-9B25-82E8AA013EAB}"/>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4" name="Freeform: Shape 363">
                <a:extLst>
                  <a:ext uri="{FF2B5EF4-FFF2-40B4-BE49-F238E27FC236}">
                    <a16:creationId xmlns:a16="http://schemas.microsoft.com/office/drawing/2014/main" id="{F0F0A839-776E-445F-A3AF-C167470749AE}"/>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5" name="Freeform: Shape 364">
                <a:extLst>
                  <a:ext uri="{FF2B5EF4-FFF2-40B4-BE49-F238E27FC236}">
                    <a16:creationId xmlns:a16="http://schemas.microsoft.com/office/drawing/2014/main" id="{F893BF39-6B13-4CA1-B420-1917AFFDBDFA}"/>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6" name="Freeform: Shape 365">
                <a:extLst>
                  <a:ext uri="{FF2B5EF4-FFF2-40B4-BE49-F238E27FC236}">
                    <a16:creationId xmlns:a16="http://schemas.microsoft.com/office/drawing/2014/main" id="{D4EF9B3A-BF54-4771-8E37-2BDA03B3F376}"/>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7" name="Freeform: Shape 366">
                <a:extLst>
                  <a:ext uri="{FF2B5EF4-FFF2-40B4-BE49-F238E27FC236}">
                    <a16:creationId xmlns:a16="http://schemas.microsoft.com/office/drawing/2014/main" id="{2DDE26FE-460D-4C56-8E81-3FA2D342C001}"/>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8" name="Freeform: Shape 367">
                <a:extLst>
                  <a:ext uri="{FF2B5EF4-FFF2-40B4-BE49-F238E27FC236}">
                    <a16:creationId xmlns:a16="http://schemas.microsoft.com/office/drawing/2014/main" id="{84C30CD0-ACF2-48B5-80FE-487CB0162FE5}"/>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69" name="Freeform: Shape 368">
                <a:extLst>
                  <a:ext uri="{FF2B5EF4-FFF2-40B4-BE49-F238E27FC236}">
                    <a16:creationId xmlns:a16="http://schemas.microsoft.com/office/drawing/2014/main" id="{99F8E668-73A1-43DA-9901-83B3591D0816}"/>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70" name="Freeform: Shape 369">
                <a:extLst>
                  <a:ext uri="{FF2B5EF4-FFF2-40B4-BE49-F238E27FC236}">
                    <a16:creationId xmlns:a16="http://schemas.microsoft.com/office/drawing/2014/main" id="{4BA948E5-F1AD-428D-8383-D3D9869200D9}"/>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71" name="Freeform: Shape 370">
                <a:extLst>
                  <a:ext uri="{FF2B5EF4-FFF2-40B4-BE49-F238E27FC236}">
                    <a16:creationId xmlns:a16="http://schemas.microsoft.com/office/drawing/2014/main" id="{0312AF71-EAF5-48B9-822C-67FCE725AFFA}"/>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63" name="Group 262">
              <a:extLst>
                <a:ext uri="{FF2B5EF4-FFF2-40B4-BE49-F238E27FC236}">
                  <a16:creationId xmlns:a16="http://schemas.microsoft.com/office/drawing/2014/main" id="{35FE83B6-D5F8-4783-952B-FDFFA411F2A4}"/>
                </a:ext>
              </a:extLst>
            </p:cNvPr>
            <p:cNvGrpSpPr>
              <a:grpSpLocks noChangeAspect="1"/>
            </p:cNvGrpSpPr>
            <p:nvPr/>
          </p:nvGrpSpPr>
          <p:grpSpPr>
            <a:xfrm>
              <a:off x="8074936" y="4821095"/>
              <a:ext cx="500469" cy="499394"/>
              <a:chOff x="6153698" y="5155204"/>
              <a:chExt cx="1186596" cy="1184049"/>
            </a:xfrm>
          </p:grpSpPr>
          <p:sp>
            <p:nvSpPr>
              <p:cNvPr id="330" name="Rectangle: Rounded Corners 10">
                <a:extLst>
                  <a:ext uri="{FF2B5EF4-FFF2-40B4-BE49-F238E27FC236}">
                    <a16:creationId xmlns:a16="http://schemas.microsoft.com/office/drawing/2014/main" id="{2114ABF1-E955-4ACD-84D9-6A7E8063B151}"/>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1" name="Freeform: Shape 330">
                <a:extLst>
                  <a:ext uri="{FF2B5EF4-FFF2-40B4-BE49-F238E27FC236}">
                    <a16:creationId xmlns:a16="http://schemas.microsoft.com/office/drawing/2014/main" id="{51620329-E562-448A-AB42-91C710FA6455}"/>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2" name="Freeform: Shape 331">
                <a:extLst>
                  <a:ext uri="{FF2B5EF4-FFF2-40B4-BE49-F238E27FC236}">
                    <a16:creationId xmlns:a16="http://schemas.microsoft.com/office/drawing/2014/main" id="{60569317-1057-410C-9C48-AFA0B927D482}"/>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3" name="Freeform: Shape 332">
                <a:extLst>
                  <a:ext uri="{FF2B5EF4-FFF2-40B4-BE49-F238E27FC236}">
                    <a16:creationId xmlns:a16="http://schemas.microsoft.com/office/drawing/2014/main" id="{67CDCD0F-9029-4F88-A8CB-AD6E3D97AE43}"/>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4" name="Freeform: Shape 333">
                <a:extLst>
                  <a:ext uri="{FF2B5EF4-FFF2-40B4-BE49-F238E27FC236}">
                    <a16:creationId xmlns:a16="http://schemas.microsoft.com/office/drawing/2014/main" id="{D87498FF-41FC-42E7-BF48-42F0AB964442}"/>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5" name="Freeform: Shape 334">
                <a:extLst>
                  <a:ext uri="{FF2B5EF4-FFF2-40B4-BE49-F238E27FC236}">
                    <a16:creationId xmlns:a16="http://schemas.microsoft.com/office/drawing/2014/main" id="{2D0D0B2E-5EB0-40FB-9185-1B876A49B1A1}"/>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6" name="Freeform: Shape 335">
                <a:extLst>
                  <a:ext uri="{FF2B5EF4-FFF2-40B4-BE49-F238E27FC236}">
                    <a16:creationId xmlns:a16="http://schemas.microsoft.com/office/drawing/2014/main" id="{17F11EA9-49EA-446A-83C5-DBB63B2F837A}"/>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7" name="Freeform: Shape 336">
                <a:extLst>
                  <a:ext uri="{FF2B5EF4-FFF2-40B4-BE49-F238E27FC236}">
                    <a16:creationId xmlns:a16="http://schemas.microsoft.com/office/drawing/2014/main" id="{4DF51C49-A6A3-432A-9C1F-47B0120244F8}"/>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8" name="Freeform: Shape 337">
                <a:extLst>
                  <a:ext uri="{FF2B5EF4-FFF2-40B4-BE49-F238E27FC236}">
                    <a16:creationId xmlns:a16="http://schemas.microsoft.com/office/drawing/2014/main" id="{412BD193-7D9B-42F1-BF57-4887438286BD}"/>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39" name="Freeform: Shape 338">
                <a:extLst>
                  <a:ext uri="{FF2B5EF4-FFF2-40B4-BE49-F238E27FC236}">
                    <a16:creationId xmlns:a16="http://schemas.microsoft.com/office/drawing/2014/main" id="{C4B302DB-B5F3-4210-A071-A4C9DC48E2F0}"/>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0" name="Freeform: Shape 339">
                <a:extLst>
                  <a:ext uri="{FF2B5EF4-FFF2-40B4-BE49-F238E27FC236}">
                    <a16:creationId xmlns:a16="http://schemas.microsoft.com/office/drawing/2014/main" id="{3B2BFD8E-6736-4926-8D2E-26D39D5719BA}"/>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1" name="Freeform: Shape 340">
                <a:extLst>
                  <a:ext uri="{FF2B5EF4-FFF2-40B4-BE49-F238E27FC236}">
                    <a16:creationId xmlns:a16="http://schemas.microsoft.com/office/drawing/2014/main" id="{9BFC6B00-13DE-4D5B-B129-27A69A340862}"/>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2" name="Freeform: Shape 341">
                <a:extLst>
                  <a:ext uri="{FF2B5EF4-FFF2-40B4-BE49-F238E27FC236}">
                    <a16:creationId xmlns:a16="http://schemas.microsoft.com/office/drawing/2014/main" id="{D6432B45-D782-4E06-AA09-1710E000BE67}"/>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3" name="Freeform: Shape 342">
                <a:extLst>
                  <a:ext uri="{FF2B5EF4-FFF2-40B4-BE49-F238E27FC236}">
                    <a16:creationId xmlns:a16="http://schemas.microsoft.com/office/drawing/2014/main" id="{F72FCFFA-E9A6-48BD-949D-D9A18903B254}"/>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4" name="Freeform: Shape 343">
                <a:extLst>
                  <a:ext uri="{FF2B5EF4-FFF2-40B4-BE49-F238E27FC236}">
                    <a16:creationId xmlns:a16="http://schemas.microsoft.com/office/drawing/2014/main" id="{3C7EFD17-0F05-4EE4-B38C-252EE68B9D95}"/>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5" name="Freeform: Shape 344">
                <a:extLst>
                  <a:ext uri="{FF2B5EF4-FFF2-40B4-BE49-F238E27FC236}">
                    <a16:creationId xmlns:a16="http://schemas.microsoft.com/office/drawing/2014/main" id="{82761264-0D58-4996-9923-3CB72CFE1F22}"/>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6" name="Freeform: Shape 345">
                <a:extLst>
                  <a:ext uri="{FF2B5EF4-FFF2-40B4-BE49-F238E27FC236}">
                    <a16:creationId xmlns:a16="http://schemas.microsoft.com/office/drawing/2014/main" id="{1F8140A9-D064-413E-B44E-56134B25C4BF}"/>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7" name="Freeform: Shape 346">
                <a:extLst>
                  <a:ext uri="{FF2B5EF4-FFF2-40B4-BE49-F238E27FC236}">
                    <a16:creationId xmlns:a16="http://schemas.microsoft.com/office/drawing/2014/main" id="{EA8AD359-BAC7-4ED5-A812-C3563339C5E6}"/>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8" name="Freeform: Shape 347">
                <a:extLst>
                  <a:ext uri="{FF2B5EF4-FFF2-40B4-BE49-F238E27FC236}">
                    <a16:creationId xmlns:a16="http://schemas.microsoft.com/office/drawing/2014/main" id="{A598EE71-8F23-4B32-86AB-6372FC0DC9B4}"/>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49" name="Freeform: Shape 348">
                <a:extLst>
                  <a:ext uri="{FF2B5EF4-FFF2-40B4-BE49-F238E27FC236}">
                    <a16:creationId xmlns:a16="http://schemas.microsoft.com/office/drawing/2014/main" id="{673FEF48-D855-4ED0-ACBC-ABAA6283FB6D}"/>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50" name="Freeform: Shape 349">
                <a:extLst>
                  <a:ext uri="{FF2B5EF4-FFF2-40B4-BE49-F238E27FC236}">
                    <a16:creationId xmlns:a16="http://schemas.microsoft.com/office/drawing/2014/main" id="{8D41BC2B-25DD-44AD-8EC9-EB8F947D7750}"/>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64" name="Group 263">
              <a:extLst>
                <a:ext uri="{FF2B5EF4-FFF2-40B4-BE49-F238E27FC236}">
                  <a16:creationId xmlns:a16="http://schemas.microsoft.com/office/drawing/2014/main" id="{9CF9BB48-7FCB-481A-9D14-C17863EBB699}"/>
                </a:ext>
              </a:extLst>
            </p:cNvPr>
            <p:cNvGrpSpPr>
              <a:grpSpLocks noChangeAspect="1"/>
            </p:cNvGrpSpPr>
            <p:nvPr/>
          </p:nvGrpSpPr>
          <p:grpSpPr>
            <a:xfrm>
              <a:off x="8719159" y="3510745"/>
              <a:ext cx="500469" cy="499394"/>
              <a:chOff x="6153698" y="5155204"/>
              <a:chExt cx="1186596" cy="1184049"/>
            </a:xfrm>
          </p:grpSpPr>
          <p:sp>
            <p:nvSpPr>
              <p:cNvPr id="309" name="Rectangle: Rounded Corners 10">
                <a:extLst>
                  <a:ext uri="{FF2B5EF4-FFF2-40B4-BE49-F238E27FC236}">
                    <a16:creationId xmlns:a16="http://schemas.microsoft.com/office/drawing/2014/main" id="{4CEEF3FB-58B2-439C-8055-861744707C94}"/>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0" name="Freeform: Shape 309">
                <a:extLst>
                  <a:ext uri="{FF2B5EF4-FFF2-40B4-BE49-F238E27FC236}">
                    <a16:creationId xmlns:a16="http://schemas.microsoft.com/office/drawing/2014/main" id="{A0DA2E32-CB20-43DC-B7DB-50397C9EBFCB}"/>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1" name="Freeform: Shape 310">
                <a:extLst>
                  <a:ext uri="{FF2B5EF4-FFF2-40B4-BE49-F238E27FC236}">
                    <a16:creationId xmlns:a16="http://schemas.microsoft.com/office/drawing/2014/main" id="{44564DE7-58D7-43E0-B71D-DD8BFE721F09}"/>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2" name="Freeform: Shape 311">
                <a:extLst>
                  <a:ext uri="{FF2B5EF4-FFF2-40B4-BE49-F238E27FC236}">
                    <a16:creationId xmlns:a16="http://schemas.microsoft.com/office/drawing/2014/main" id="{0F7E4767-9BAC-4E5C-BBFC-8777805D37DF}"/>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3" name="Freeform: Shape 312">
                <a:extLst>
                  <a:ext uri="{FF2B5EF4-FFF2-40B4-BE49-F238E27FC236}">
                    <a16:creationId xmlns:a16="http://schemas.microsoft.com/office/drawing/2014/main" id="{8899C110-9E69-4EB2-A333-2F54B75698B1}"/>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4" name="Freeform: Shape 313">
                <a:extLst>
                  <a:ext uri="{FF2B5EF4-FFF2-40B4-BE49-F238E27FC236}">
                    <a16:creationId xmlns:a16="http://schemas.microsoft.com/office/drawing/2014/main" id="{481F9958-FFB4-4FC8-B1BD-C81F6E0F78E1}"/>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5" name="Freeform: Shape 314">
                <a:extLst>
                  <a:ext uri="{FF2B5EF4-FFF2-40B4-BE49-F238E27FC236}">
                    <a16:creationId xmlns:a16="http://schemas.microsoft.com/office/drawing/2014/main" id="{AA76C36B-B991-424D-A2FD-72562C7FA2C4}"/>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6" name="Freeform: Shape 315">
                <a:extLst>
                  <a:ext uri="{FF2B5EF4-FFF2-40B4-BE49-F238E27FC236}">
                    <a16:creationId xmlns:a16="http://schemas.microsoft.com/office/drawing/2014/main" id="{12FDCF35-4945-41FC-9114-DAAA052C1EB2}"/>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7" name="Freeform: Shape 316">
                <a:extLst>
                  <a:ext uri="{FF2B5EF4-FFF2-40B4-BE49-F238E27FC236}">
                    <a16:creationId xmlns:a16="http://schemas.microsoft.com/office/drawing/2014/main" id="{271E0B8F-4711-4ACE-8DB0-3A3C8C6D0D8B}"/>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8" name="Freeform: Shape 317">
                <a:extLst>
                  <a:ext uri="{FF2B5EF4-FFF2-40B4-BE49-F238E27FC236}">
                    <a16:creationId xmlns:a16="http://schemas.microsoft.com/office/drawing/2014/main" id="{2A191FA9-FF86-4E4F-97B0-4B63EFBC09D5}"/>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9" name="Freeform: Shape 318">
                <a:extLst>
                  <a:ext uri="{FF2B5EF4-FFF2-40B4-BE49-F238E27FC236}">
                    <a16:creationId xmlns:a16="http://schemas.microsoft.com/office/drawing/2014/main" id="{38E89910-290F-4A2C-A769-09525735BF41}"/>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0" name="Freeform: Shape 319">
                <a:extLst>
                  <a:ext uri="{FF2B5EF4-FFF2-40B4-BE49-F238E27FC236}">
                    <a16:creationId xmlns:a16="http://schemas.microsoft.com/office/drawing/2014/main" id="{2DF500A0-98D5-4F40-AB03-D59994A1DC4D}"/>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1" name="Freeform: Shape 320">
                <a:extLst>
                  <a:ext uri="{FF2B5EF4-FFF2-40B4-BE49-F238E27FC236}">
                    <a16:creationId xmlns:a16="http://schemas.microsoft.com/office/drawing/2014/main" id="{FBECACB4-53F5-42C8-BD5E-83E4D01AF866}"/>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2" name="Freeform: Shape 321">
                <a:extLst>
                  <a:ext uri="{FF2B5EF4-FFF2-40B4-BE49-F238E27FC236}">
                    <a16:creationId xmlns:a16="http://schemas.microsoft.com/office/drawing/2014/main" id="{0564C151-25D6-4F04-9133-5974F67916B0}"/>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3" name="Freeform: Shape 322">
                <a:extLst>
                  <a:ext uri="{FF2B5EF4-FFF2-40B4-BE49-F238E27FC236}">
                    <a16:creationId xmlns:a16="http://schemas.microsoft.com/office/drawing/2014/main" id="{01EC030F-5AE1-46DE-AF10-83F90DA9A0D8}"/>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4" name="Freeform: Shape 323">
                <a:extLst>
                  <a:ext uri="{FF2B5EF4-FFF2-40B4-BE49-F238E27FC236}">
                    <a16:creationId xmlns:a16="http://schemas.microsoft.com/office/drawing/2014/main" id="{4113E5F9-C6EA-4451-ACF1-86E44786115A}"/>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5" name="Freeform: Shape 324">
                <a:extLst>
                  <a:ext uri="{FF2B5EF4-FFF2-40B4-BE49-F238E27FC236}">
                    <a16:creationId xmlns:a16="http://schemas.microsoft.com/office/drawing/2014/main" id="{040FD3CF-C1EE-4D2E-A66E-CFF844613FD8}"/>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6" name="Freeform: Shape 325">
                <a:extLst>
                  <a:ext uri="{FF2B5EF4-FFF2-40B4-BE49-F238E27FC236}">
                    <a16:creationId xmlns:a16="http://schemas.microsoft.com/office/drawing/2014/main" id="{1894E601-890E-44AD-B826-801666C77FFF}"/>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7" name="Freeform: Shape 326">
                <a:extLst>
                  <a:ext uri="{FF2B5EF4-FFF2-40B4-BE49-F238E27FC236}">
                    <a16:creationId xmlns:a16="http://schemas.microsoft.com/office/drawing/2014/main" id="{C467AC3A-ACB2-42E4-8E85-1BA759CA98F7}"/>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8" name="Freeform: Shape 327">
                <a:extLst>
                  <a:ext uri="{FF2B5EF4-FFF2-40B4-BE49-F238E27FC236}">
                    <a16:creationId xmlns:a16="http://schemas.microsoft.com/office/drawing/2014/main" id="{D46A7D4F-D5FC-4CE7-B3F1-6A82DFE090DB}"/>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29" name="Freeform: Shape 328">
                <a:extLst>
                  <a:ext uri="{FF2B5EF4-FFF2-40B4-BE49-F238E27FC236}">
                    <a16:creationId xmlns:a16="http://schemas.microsoft.com/office/drawing/2014/main" id="{0A4D2C02-A77A-4A0E-BE7F-B9353156DE40}"/>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65" name="Group 264">
              <a:extLst>
                <a:ext uri="{FF2B5EF4-FFF2-40B4-BE49-F238E27FC236}">
                  <a16:creationId xmlns:a16="http://schemas.microsoft.com/office/drawing/2014/main" id="{34438F38-756C-4718-997F-C762CC2BC20E}"/>
                </a:ext>
              </a:extLst>
            </p:cNvPr>
            <p:cNvGrpSpPr>
              <a:grpSpLocks noChangeAspect="1"/>
            </p:cNvGrpSpPr>
            <p:nvPr/>
          </p:nvGrpSpPr>
          <p:grpSpPr>
            <a:xfrm>
              <a:off x="8719159" y="4165920"/>
              <a:ext cx="500469" cy="499394"/>
              <a:chOff x="6153698" y="5155204"/>
              <a:chExt cx="1186596" cy="1184049"/>
            </a:xfrm>
          </p:grpSpPr>
          <p:sp>
            <p:nvSpPr>
              <p:cNvPr id="288" name="Rectangle: Rounded Corners 10">
                <a:extLst>
                  <a:ext uri="{FF2B5EF4-FFF2-40B4-BE49-F238E27FC236}">
                    <a16:creationId xmlns:a16="http://schemas.microsoft.com/office/drawing/2014/main" id="{16177054-96F4-4845-B367-921BC40EB952}"/>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9" name="Freeform: Shape 288">
                <a:extLst>
                  <a:ext uri="{FF2B5EF4-FFF2-40B4-BE49-F238E27FC236}">
                    <a16:creationId xmlns:a16="http://schemas.microsoft.com/office/drawing/2014/main" id="{86748291-E745-4A12-BCED-E9713B01EA20}"/>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0" name="Freeform: Shape 289">
                <a:extLst>
                  <a:ext uri="{FF2B5EF4-FFF2-40B4-BE49-F238E27FC236}">
                    <a16:creationId xmlns:a16="http://schemas.microsoft.com/office/drawing/2014/main" id="{08F7AC48-EFE1-4EA6-82D1-6EC676508D50}"/>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1" name="Freeform: Shape 290">
                <a:extLst>
                  <a:ext uri="{FF2B5EF4-FFF2-40B4-BE49-F238E27FC236}">
                    <a16:creationId xmlns:a16="http://schemas.microsoft.com/office/drawing/2014/main" id="{12FB2070-9C07-4B17-8076-CDF627BD75F1}"/>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2" name="Freeform: Shape 291">
                <a:extLst>
                  <a:ext uri="{FF2B5EF4-FFF2-40B4-BE49-F238E27FC236}">
                    <a16:creationId xmlns:a16="http://schemas.microsoft.com/office/drawing/2014/main" id="{3175B61D-C6CC-4E6C-9F0B-AAB0876669BA}"/>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3" name="Freeform: Shape 292">
                <a:extLst>
                  <a:ext uri="{FF2B5EF4-FFF2-40B4-BE49-F238E27FC236}">
                    <a16:creationId xmlns:a16="http://schemas.microsoft.com/office/drawing/2014/main" id="{AE84BB49-58D3-40A7-BF97-FD6AF0B50CB1}"/>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4" name="Freeform: Shape 293">
                <a:extLst>
                  <a:ext uri="{FF2B5EF4-FFF2-40B4-BE49-F238E27FC236}">
                    <a16:creationId xmlns:a16="http://schemas.microsoft.com/office/drawing/2014/main" id="{5FB2DE8D-4645-4AE7-B135-0F89A705FD86}"/>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5" name="Freeform: Shape 294">
                <a:extLst>
                  <a:ext uri="{FF2B5EF4-FFF2-40B4-BE49-F238E27FC236}">
                    <a16:creationId xmlns:a16="http://schemas.microsoft.com/office/drawing/2014/main" id="{7C098852-A141-47DB-B586-91B12EF34E60}"/>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6" name="Freeform: Shape 295">
                <a:extLst>
                  <a:ext uri="{FF2B5EF4-FFF2-40B4-BE49-F238E27FC236}">
                    <a16:creationId xmlns:a16="http://schemas.microsoft.com/office/drawing/2014/main" id="{BCFA49D1-9497-4406-8021-C8DD87C56BDF}"/>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7" name="Freeform: Shape 296">
                <a:extLst>
                  <a:ext uri="{FF2B5EF4-FFF2-40B4-BE49-F238E27FC236}">
                    <a16:creationId xmlns:a16="http://schemas.microsoft.com/office/drawing/2014/main" id="{C6FFE13A-B962-4443-8ED5-8EC8195BB6E4}"/>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8" name="Freeform: Shape 297">
                <a:extLst>
                  <a:ext uri="{FF2B5EF4-FFF2-40B4-BE49-F238E27FC236}">
                    <a16:creationId xmlns:a16="http://schemas.microsoft.com/office/drawing/2014/main" id="{D3B12785-0D35-4DE0-8E98-9652CCD7EB3F}"/>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9" name="Freeform: Shape 298">
                <a:extLst>
                  <a:ext uri="{FF2B5EF4-FFF2-40B4-BE49-F238E27FC236}">
                    <a16:creationId xmlns:a16="http://schemas.microsoft.com/office/drawing/2014/main" id="{783856A7-7BF4-4D2E-857A-DDF2249E9103}"/>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0" name="Freeform: Shape 299">
                <a:extLst>
                  <a:ext uri="{FF2B5EF4-FFF2-40B4-BE49-F238E27FC236}">
                    <a16:creationId xmlns:a16="http://schemas.microsoft.com/office/drawing/2014/main" id="{8201E780-4008-4625-832D-53C2144BA32B}"/>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1" name="Freeform: Shape 300">
                <a:extLst>
                  <a:ext uri="{FF2B5EF4-FFF2-40B4-BE49-F238E27FC236}">
                    <a16:creationId xmlns:a16="http://schemas.microsoft.com/office/drawing/2014/main" id="{769EB202-E2D4-4022-AC71-7C7C19DB1C0C}"/>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2" name="Freeform: Shape 301">
                <a:extLst>
                  <a:ext uri="{FF2B5EF4-FFF2-40B4-BE49-F238E27FC236}">
                    <a16:creationId xmlns:a16="http://schemas.microsoft.com/office/drawing/2014/main" id="{48AF1EEF-14EA-44F4-B7F1-151EFBB6DC8C}"/>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3" name="Freeform: Shape 302">
                <a:extLst>
                  <a:ext uri="{FF2B5EF4-FFF2-40B4-BE49-F238E27FC236}">
                    <a16:creationId xmlns:a16="http://schemas.microsoft.com/office/drawing/2014/main" id="{1ED5E976-80C7-40E3-A2BA-4A93D9A93361}"/>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4" name="Freeform: Shape 303">
                <a:extLst>
                  <a:ext uri="{FF2B5EF4-FFF2-40B4-BE49-F238E27FC236}">
                    <a16:creationId xmlns:a16="http://schemas.microsoft.com/office/drawing/2014/main" id="{024FB46D-8D9D-4A79-8C15-734EEA90C70D}"/>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5" name="Freeform: Shape 304">
                <a:extLst>
                  <a:ext uri="{FF2B5EF4-FFF2-40B4-BE49-F238E27FC236}">
                    <a16:creationId xmlns:a16="http://schemas.microsoft.com/office/drawing/2014/main" id="{2996F510-E2B2-4C96-AB1B-3B65FA356F35}"/>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6" name="Freeform: Shape 305">
                <a:extLst>
                  <a:ext uri="{FF2B5EF4-FFF2-40B4-BE49-F238E27FC236}">
                    <a16:creationId xmlns:a16="http://schemas.microsoft.com/office/drawing/2014/main" id="{A4EC41B4-BF14-4C13-BAC7-D14E4B837DC8}"/>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7" name="Freeform: Shape 306">
                <a:extLst>
                  <a:ext uri="{FF2B5EF4-FFF2-40B4-BE49-F238E27FC236}">
                    <a16:creationId xmlns:a16="http://schemas.microsoft.com/office/drawing/2014/main" id="{CFE96A90-E3C0-4CBF-BAEF-DE577B222B89}"/>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8" name="Freeform: Shape 307">
                <a:extLst>
                  <a:ext uri="{FF2B5EF4-FFF2-40B4-BE49-F238E27FC236}">
                    <a16:creationId xmlns:a16="http://schemas.microsoft.com/office/drawing/2014/main" id="{EEC55F81-283B-486F-A8F5-C5ED505BA7C1}"/>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66" name="Group 265">
              <a:extLst>
                <a:ext uri="{FF2B5EF4-FFF2-40B4-BE49-F238E27FC236}">
                  <a16:creationId xmlns:a16="http://schemas.microsoft.com/office/drawing/2014/main" id="{F3C5EE0E-E1A0-4F51-BF80-9F2FD834B9E5}"/>
                </a:ext>
              </a:extLst>
            </p:cNvPr>
            <p:cNvGrpSpPr>
              <a:grpSpLocks noChangeAspect="1"/>
            </p:cNvGrpSpPr>
            <p:nvPr/>
          </p:nvGrpSpPr>
          <p:grpSpPr>
            <a:xfrm>
              <a:off x="8719159" y="4821095"/>
              <a:ext cx="500469" cy="499394"/>
              <a:chOff x="6153698" y="5155204"/>
              <a:chExt cx="1186596" cy="1184049"/>
            </a:xfrm>
          </p:grpSpPr>
          <p:sp>
            <p:nvSpPr>
              <p:cNvPr id="267" name="Rectangle: Rounded Corners 10">
                <a:extLst>
                  <a:ext uri="{FF2B5EF4-FFF2-40B4-BE49-F238E27FC236}">
                    <a16:creationId xmlns:a16="http://schemas.microsoft.com/office/drawing/2014/main" id="{39274C9D-5A50-4F26-BFCA-D203F9F7D5DE}"/>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68" name="Freeform: Shape 267">
                <a:extLst>
                  <a:ext uri="{FF2B5EF4-FFF2-40B4-BE49-F238E27FC236}">
                    <a16:creationId xmlns:a16="http://schemas.microsoft.com/office/drawing/2014/main" id="{A78744E1-EDB3-4D67-B8BC-09DABB2198C9}"/>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69" name="Freeform: Shape 268">
                <a:extLst>
                  <a:ext uri="{FF2B5EF4-FFF2-40B4-BE49-F238E27FC236}">
                    <a16:creationId xmlns:a16="http://schemas.microsoft.com/office/drawing/2014/main" id="{ACE0040D-D544-49C1-969D-9DA22B54C6F7}"/>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0" name="Freeform: Shape 269">
                <a:extLst>
                  <a:ext uri="{FF2B5EF4-FFF2-40B4-BE49-F238E27FC236}">
                    <a16:creationId xmlns:a16="http://schemas.microsoft.com/office/drawing/2014/main" id="{3A2AF842-7B5B-411E-A611-C1F9C86FBFE2}"/>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1" name="Freeform: Shape 270">
                <a:extLst>
                  <a:ext uri="{FF2B5EF4-FFF2-40B4-BE49-F238E27FC236}">
                    <a16:creationId xmlns:a16="http://schemas.microsoft.com/office/drawing/2014/main" id="{1C2ED9A9-AA0F-4DF4-90A6-64A206565426}"/>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2" name="Freeform: Shape 271">
                <a:extLst>
                  <a:ext uri="{FF2B5EF4-FFF2-40B4-BE49-F238E27FC236}">
                    <a16:creationId xmlns:a16="http://schemas.microsoft.com/office/drawing/2014/main" id="{A9DF8D43-71F6-4B48-BC0B-1F8284568B1A}"/>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3" name="Freeform: Shape 272">
                <a:extLst>
                  <a:ext uri="{FF2B5EF4-FFF2-40B4-BE49-F238E27FC236}">
                    <a16:creationId xmlns:a16="http://schemas.microsoft.com/office/drawing/2014/main" id="{07218FBA-7B3F-4D50-AFDF-9FF6760EAD5F}"/>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4" name="Freeform: Shape 273">
                <a:extLst>
                  <a:ext uri="{FF2B5EF4-FFF2-40B4-BE49-F238E27FC236}">
                    <a16:creationId xmlns:a16="http://schemas.microsoft.com/office/drawing/2014/main" id="{D899C020-AEF6-404F-BDED-50B3ED7157DF}"/>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5" name="Freeform: Shape 274">
                <a:extLst>
                  <a:ext uri="{FF2B5EF4-FFF2-40B4-BE49-F238E27FC236}">
                    <a16:creationId xmlns:a16="http://schemas.microsoft.com/office/drawing/2014/main" id="{9BDB73A5-1605-461D-B1DC-C41CA228C33C}"/>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6" name="Freeform: Shape 275">
                <a:extLst>
                  <a:ext uri="{FF2B5EF4-FFF2-40B4-BE49-F238E27FC236}">
                    <a16:creationId xmlns:a16="http://schemas.microsoft.com/office/drawing/2014/main" id="{BA09ED0C-0B7F-46A6-8F3A-5470D96DB072}"/>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7" name="Freeform: Shape 276">
                <a:extLst>
                  <a:ext uri="{FF2B5EF4-FFF2-40B4-BE49-F238E27FC236}">
                    <a16:creationId xmlns:a16="http://schemas.microsoft.com/office/drawing/2014/main" id="{87ACF5A3-9498-4593-B056-9B5562426884}"/>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8" name="Freeform: Shape 277">
                <a:extLst>
                  <a:ext uri="{FF2B5EF4-FFF2-40B4-BE49-F238E27FC236}">
                    <a16:creationId xmlns:a16="http://schemas.microsoft.com/office/drawing/2014/main" id="{73F288F2-594B-4106-8E20-1C57BA0CB38C}"/>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9" name="Freeform: Shape 278">
                <a:extLst>
                  <a:ext uri="{FF2B5EF4-FFF2-40B4-BE49-F238E27FC236}">
                    <a16:creationId xmlns:a16="http://schemas.microsoft.com/office/drawing/2014/main" id="{DBA9D72C-A619-4097-B4F0-4F84530EE7E2}"/>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0" name="Freeform: Shape 279">
                <a:extLst>
                  <a:ext uri="{FF2B5EF4-FFF2-40B4-BE49-F238E27FC236}">
                    <a16:creationId xmlns:a16="http://schemas.microsoft.com/office/drawing/2014/main" id="{75CE9EB0-C85B-4E5B-B78E-8092CC34F871}"/>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1" name="Freeform: Shape 280">
                <a:extLst>
                  <a:ext uri="{FF2B5EF4-FFF2-40B4-BE49-F238E27FC236}">
                    <a16:creationId xmlns:a16="http://schemas.microsoft.com/office/drawing/2014/main" id="{53CCDC40-1481-4D22-B0AD-9E987CE5164E}"/>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2" name="Freeform: Shape 281">
                <a:extLst>
                  <a:ext uri="{FF2B5EF4-FFF2-40B4-BE49-F238E27FC236}">
                    <a16:creationId xmlns:a16="http://schemas.microsoft.com/office/drawing/2014/main" id="{3BD9DD13-3349-479B-BD82-52D0577709A9}"/>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3" name="Freeform: Shape 282">
                <a:extLst>
                  <a:ext uri="{FF2B5EF4-FFF2-40B4-BE49-F238E27FC236}">
                    <a16:creationId xmlns:a16="http://schemas.microsoft.com/office/drawing/2014/main" id="{D5E99171-CE87-4025-964C-86FBEF63562D}"/>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4" name="Freeform: Shape 283">
                <a:extLst>
                  <a:ext uri="{FF2B5EF4-FFF2-40B4-BE49-F238E27FC236}">
                    <a16:creationId xmlns:a16="http://schemas.microsoft.com/office/drawing/2014/main" id="{0D135EC2-A031-44B4-9D89-0D96B46474D1}"/>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5" name="Freeform: Shape 284">
                <a:extLst>
                  <a:ext uri="{FF2B5EF4-FFF2-40B4-BE49-F238E27FC236}">
                    <a16:creationId xmlns:a16="http://schemas.microsoft.com/office/drawing/2014/main" id="{0A91FBF8-CB54-4766-A932-EA4F59B822B3}"/>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6" name="Freeform: Shape 285">
                <a:extLst>
                  <a:ext uri="{FF2B5EF4-FFF2-40B4-BE49-F238E27FC236}">
                    <a16:creationId xmlns:a16="http://schemas.microsoft.com/office/drawing/2014/main" id="{C2500DFF-0735-4D3E-AEB3-8220DC849EC5}"/>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7" name="Freeform: Shape 286">
                <a:extLst>
                  <a:ext uri="{FF2B5EF4-FFF2-40B4-BE49-F238E27FC236}">
                    <a16:creationId xmlns:a16="http://schemas.microsoft.com/office/drawing/2014/main" id="{AC9AB23E-8EEB-4477-A481-EF16075044A8}"/>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cxnSp>
        <p:nvCxnSpPr>
          <p:cNvPr id="32" name="Straight Connector 31">
            <a:extLst>
              <a:ext uri="{FF2B5EF4-FFF2-40B4-BE49-F238E27FC236}">
                <a16:creationId xmlns:a16="http://schemas.microsoft.com/office/drawing/2014/main" id="{5B338BCE-CD6B-AC4E-2538-5E6672AE13F5}"/>
              </a:ext>
            </a:extLst>
          </p:cNvPr>
          <p:cNvCxnSpPr>
            <a:cxnSpLocks/>
          </p:cNvCxnSpPr>
          <p:nvPr/>
        </p:nvCxnSpPr>
        <p:spPr>
          <a:xfrm flipV="1">
            <a:off x="5945731" y="3351148"/>
            <a:ext cx="0" cy="691288"/>
          </a:xfrm>
          <a:prstGeom prst="line">
            <a:avLst/>
          </a:prstGeom>
          <a:ln w="15875"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A1EDDBBD-1336-F7E6-81CA-1C6C67EEC6BC}"/>
              </a:ext>
            </a:extLst>
          </p:cNvPr>
          <p:cNvGrpSpPr/>
          <p:nvPr/>
        </p:nvGrpSpPr>
        <p:grpSpPr>
          <a:xfrm>
            <a:off x="7581028" y="3588912"/>
            <a:ext cx="2099799" cy="2151059"/>
            <a:chOff x="9542024" y="3662491"/>
            <a:chExt cx="2140389" cy="2192639"/>
          </a:xfrm>
        </p:grpSpPr>
        <p:sp>
          <p:nvSpPr>
            <p:cNvPr id="457" name="Rectangle: Rounded Corners 456">
              <a:extLst>
                <a:ext uri="{FF2B5EF4-FFF2-40B4-BE49-F238E27FC236}">
                  <a16:creationId xmlns:a16="http://schemas.microsoft.com/office/drawing/2014/main" id="{9092DD00-18F8-447B-82BF-56FD78589BB4}"/>
                </a:ext>
              </a:extLst>
            </p:cNvPr>
            <p:cNvSpPr/>
            <p:nvPr/>
          </p:nvSpPr>
          <p:spPr>
            <a:xfrm>
              <a:off x="9542024" y="3662491"/>
              <a:ext cx="2140389" cy="2192639"/>
            </a:xfrm>
            <a:prstGeom prst="roundRect">
              <a:avLst>
                <a:gd name="adj" fmla="val 2317"/>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Heavy"/>
                <a:ea typeface="+mn-ea"/>
                <a:cs typeface="+mn-cs"/>
              </a:endParaRPr>
            </a:p>
          </p:txBody>
        </p:sp>
        <p:grpSp>
          <p:nvGrpSpPr>
            <p:cNvPr id="458" name="Group 457">
              <a:extLst>
                <a:ext uri="{FF2B5EF4-FFF2-40B4-BE49-F238E27FC236}">
                  <a16:creationId xmlns:a16="http://schemas.microsoft.com/office/drawing/2014/main" id="{2D3A4BDC-11E8-4F76-812A-4E53C134D180}"/>
                </a:ext>
              </a:extLst>
            </p:cNvPr>
            <p:cNvGrpSpPr>
              <a:grpSpLocks noChangeAspect="1"/>
            </p:cNvGrpSpPr>
            <p:nvPr/>
          </p:nvGrpSpPr>
          <p:grpSpPr>
            <a:xfrm>
              <a:off x="9717119" y="3849486"/>
              <a:ext cx="500469" cy="499394"/>
              <a:chOff x="6153698" y="5155204"/>
              <a:chExt cx="1186596" cy="1184049"/>
            </a:xfrm>
          </p:grpSpPr>
          <p:sp>
            <p:nvSpPr>
              <p:cNvPr id="635" name="Rectangle: Rounded Corners 10">
                <a:extLst>
                  <a:ext uri="{FF2B5EF4-FFF2-40B4-BE49-F238E27FC236}">
                    <a16:creationId xmlns:a16="http://schemas.microsoft.com/office/drawing/2014/main" id="{829824DB-FE2B-4670-923D-43D01D29A62F}"/>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6" name="Freeform: Shape 635">
                <a:extLst>
                  <a:ext uri="{FF2B5EF4-FFF2-40B4-BE49-F238E27FC236}">
                    <a16:creationId xmlns:a16="http://schemas.microsoft.com/office/drawing/2014/main" id="{3637E3F8-E314-494B-9220-35323447772A}"/>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7" name="Freeform: Shape 636">
                <a:extLst>
                  <a:ext uri="{FF2B5EF4-FFF2-40B4-BE49-F238E27FC236}">
                    <a16:creationId xmlns:a16="http://schemas.microsoft.com/office/drawing/2014/main" id="{6962222F-1B49-4A8F-A09F-8E3A067EB5F5}"/>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8" name="Freeform: Shape 637">
                <a:extLst>
                  <a:ext uri="{FF2B5EF4-FFF2-40B4-BE49-F238E27FC236}">
                    <a16:creationId xmlns:a16="http://schemas.microsoft.com/office/drawing/2014/main" id="{AAA3615A-419E-4536-A8BD-50964EAD21D6}"/>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9" name="Freeform: Shape 638">
                <a:extLst>
                  <a:ext uri="{FF2B5EF4-FFF2-40B4-BE49-F238E27FC236}">
                    <a16:creationId xmlns:a16="http://schemas.microsoft.com/office/drawing/2014/main" id="{79B17580-E2EE-4B1E-B073-AB801CDC63B3}"/>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0" name="Freeform: Shape 639">
                <a:extLst>
                  <a:ext uri="{FF2B5EF4-FFF2-40B4-BE49-F238E27FC236}">
                    <a16:creationId xmlns:a16="http://schemas.microsoft.com/office/drawing/2014/main" id="{B8E0BCA9-B363-4C4C-B071-768F80187CA6}"/>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1" name="Freeform: Shape 640">
                <a:extLst>
                  <a:ext uri="{FF2B5EF4-FFF2-40B4-BE49-F238E27FC236}">
                    <a16:creationId xmlns:a16="http://schemas.microsoft.com/office/drawing/2014/main" id="{FB2AC85F-BA7F-48EB-8BA3-1A5CA16EFA10}"/>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2" name="Freeform: Shape 641">
                <a:extLst>
                  <a:ext uri="{FF2B5EF4-FFF2-40B4-BE49-F238E27FC236}">
                    <a16:creationId xmlns:a16="http://schemas.microsoft.com/office/drawing/2014/main" id="{CC1666C0-5EFD-4752-822B-98B99E5A7A0F}"/>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3" name="Freeform: Shape 642">
                <a:extLst>
                  <a:ext uri="{FF2B5EF4-FFF2-40B4-BE49-F238E27FC236}">
                    <a16:creationId xmlns:a16="http://schemas.microsoft.com/office/drawing/2014/main" id="{12E16D0E-2BE4-43D7-9459-E2FF2E42E1C9}"/>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4" name="Freeform: Shape 643">
                <a:extLst>
                  <a:ext uri="{FF2B5EF4-FFF2-40B4-BE49-F238E27FC236}">
                    <a16:creationId xmlns:a16="http://schemas.microsoft.com/office/drawing/2014/main" id="{C2B23E27-F6DF-43C8-9578-DD8B881D36D0}"/>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5" name="Freeform: Shape 644">
                <a:extLst>
                  <a:ext uri="{FF2B5EF4-FFF2-40B4-BE49-F238E27FC236}">
                    <a16:creationId xmlns:a16="http://schemas.microsoft.com/office/drawing/2014/main" id="{83D620C8-A11B-4810-8E9C-3BA340E8C6A4}"/>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6" name="Freeform: Shape 645">
                <a:extLst>
                  <a:ext uri="{FF2B5EF4-FFF2-40B4-BE49-F238E27FC236}">
                    <a16:creationId xmlns:a16="http://schemas.microsoft.com/office/drawing/2014/main" id="{DD877BA2-7A3E-4B5F-8D2C-B66AD90CE104}"/>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7" name="Freeform: Shape 646">
                <a:extLst>
                  <a:ext uri="{FF2B5EF4-FFF2-40B4-BE49-F238E27FC236}">
                    <a16:creationId xmlns:a16="http://schemas.microsoft.com/office/drawing/2014/main" id="{51A0A846-ED46-4D1A-85D9-B8B1210BDFE2}"/>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8" name="Freeform: Shape 647">
                <a:extLst>
                  <a:ext uri="{FF2B5EF4-FFF2-40B4-BE49-F238E27FC236}">
                    <a16:creationId xmlns:a16="http://schemas.microsoft.com/office/drawing/2014/main" id="{ED2FCF38-920E-4241-BE3D-325071DA247E}"/>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49" name="Freeform: Shape 648">
                <a:extLst>
                  <a:ext uri="{FF2B5EF4-FFF2-40B4-BE49-F238E27FC236}">
                    <a16:creationId xmlns:a16="http://schemas.microsoft.com/office/drawing/2014/main" id="{085DD853-444D-4B1B-9612-4D46299B27FA}"/>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50" name="Freeform: Shape 649">
                <a:extLst>
                  <a:ext uri="{FF2B5EF4-FFF2-40B4-BE49-F238E27FC236}">
                    <a16:creationId xmlns:a16="http://schemas.microsoft.com/office/drawing/2014/main" id="{FD3EEA95-1476-4F53-A6CA-2BF79A794E37}"/>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51" name="Freeform: Shape 650">
                <a:extLst>
                  <a:ext uri="{FF2B5EF4-FFF2-40B4-BE49-F238E27FC236}">
                    <a16:creationId xmlns:a16="http://schemas.microsoft.com/office/drawing/2014/main" id="{E8E8D23A-18B7-44C8-BF1C-D0A9E9AC396C}"/>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52" name="Freeform: Shape 651">
                <a:extLst>
                  <a:ext uri="{FF2B5EF4-FFF2-40B4-BE49-F238E27FC236}">
                    <a16:creationId xmlns:a16="http://schemas.microsoft.com/office/drawing/2014/main" id="{63E00CC8-9304-4920-A5C8-087A9D1DCE3F}"/>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53" name="Freeform: Shape 652">
                <a:extLst>
                  <a:ext uri="{FF2B5EF4-FFF2-40B4-BE49-F238E27FC236}">
                    <a16:creationId xmlns:a16="http://schemas.microsoft.com/office/drawing/2014/main" id="{7F407493-1437-4294-ADAB-FE91FA56C35B}"/>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54" name="Freeform: Shape 653">
                <a:extLst>
                  <a:ext uri="{FF2B5EF4-FFF2-40B4-BE49-F238E27FC236}">
                    <a16:creationId xmlns:a16="http://schemas.microsoft.com/office/drawing/2014/main" id="{527908E0-1804-4F1F-B50D-B6204C0EFB84}"/>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55" name="Freeform: Shape 654">
                <a:extLst>
                  <a:ext uri="{FF2B5EF4-FFF2-40B4-BE49-F238E27FC236}">
                    <a16:creationId xmlns:a16="http://schemas.microsoft.com/office/drawing/2014/main" id="{AB05F7E6-1191-4817-B580-32FB3BE26DAF}"/>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459" name="Group 458">
              <a:extLst>
                <a:ext uri="{FF2B5EF4-FFF2-40B4-BE49-F238E27FC236}">
                  <a16:creationId xmlns:a16="http://schemas.microsoft.com/office/drawing/2014/main" id="{B13FF3B3-400C-4351-AACB-C96A3E6A50A8}"/>
                </a:ext>
              </a:extLst>
            </p:cNvPr>
            <p:cNvGrpSpPr>
              <a:grpSpLocks noChangeAspect="1"/>
            </p:cNvGrpSpPr>
            <p:nvPr/>
          </p:nvGrpSpPr>
          <p:grpSpPr>
            <a:xfrm>
              <a:off x="9717119" y="4504661"/>
              <a:ext cx="500469" cy="499394"/>
              <a:chOff x="6153698" y="5155204"/>
              <a:chExt cx="1186596" cy="1184049"/>
            </a:xfrm>
          </p:grpSpPr>
          <p:sp>
            <p:nvSpPr>
              <p:cNvPr id="614" name="Rectangle: Rounded Corners 10">
                <a:extLst>
                  <a:ext uri="{FF2B5EF4-FFF2-40B4-BE49-F238E27FC236}">
                    <a16:creationId xmlns:a16="http://schemas.microsoft.com/office/drawing/2014/main" id="{93041176-31F4-48BE-8611-4C32856878E0}"/>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15" name="Freeform: Shape 614">
                <a:extLst>
                  <a:ext uri="{FF2B5EF4-FFF2-40B4-BE49-F238E27FC236}">
                    <a16:creationId xmlns:a16="http://schemas.microsoft.com/office/drawing/2014/main" id="{AE4F03B7-74C5-4123-9E90-24F2A1AAA55C}"/>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16" name="Freeform: Shape 615">
                <a:extLst>
                  <a:ext uri="{FF2B5EF4-FFF2-40B4-BE49-F238E27FC236}">
                    <a16:creationId xmlns:a16="http://schemas.microsoft.com/office/drawing/2014/main" id="{37A2B853-4D64-4052-87EA-D5C859800561}"/>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17" name="Freeform: Shape 616">
                <a:extLst>
                  <a:ext uri="{FF2B5EF4-FFF2-40B4-BE49-F238E27FC236}">
                    <a16:creationId xmlns:a16="http://schemas.microsoft.com/office/drawing/2014/main" id="{3C8D7010-185B-408F-B7C3-D56A6648795D}"/>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18" name="Freeform: Shape 617">
                <a:extLst>
                  <a:ext uri="{FF2B5EF4-FFF2-40B4-BE49-F238E27FC236}">
                    <a16:creationId xmlns:a16="http://schemas.microsoft.com/office/drawing/2014/main" id="{08A4D3B3-8C14-44D4-8F2D-433DBFB8872A}"/>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19" name="Freeform: Shape 618">
                <a:extLst>
                  <a:ext uri="{FF2B5EF4-FFF2-40B4-BE49-F238E27FC236}">
                    <a16:creationId xmlns:a16="http://schemas.microsoft.com/office/drawing/2014/main" id="{C30D1BA9-A3BA-458F-99F1-BDEAE880F197}"/>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0" name="Freeform: Shape 619">
                <a:extLst>
                  <a:ext uri="{FF2B5EF4-FFF2-40B4-BE49-F238E27FC236}">
                    <a16:creationId xmlns:a16="http://schemas.microsoft.com/office/drawing/2014/main" id="{FA044378-802C-4A42-B5AA-42A18CEEAA6D}"/>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1" name="Freeform: Shape 620">
                <a:extLst>
                  <a:ext uri="{FF2B5EF4-FFF2-40B4-BE49-F238E27FC236}">
                    <a16:creationId xmlns:a16="http://schemas.microsoft.com/office/drawing/2014/main" id="{E0796C77-AF52-4583-92A7-547F0E7C76E7}"/>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2" name="Freeform: Shape 621">
                <a:extLst>
                  <a:ext uri="{FF2B5EF4-FFF2-40B4-BE49-F238E27FC236}">
                    <a16:creationId xmlns:a16="http://schemas.microsoft.com/office/drawing/2014/main" id="{04C7D763-7D72-448B-B212-6559BF5E89E5}"/>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3" name="Freeform: Shape 622">
                <a:extLst>
                  <a:ext uri="{FF2B5EF4-FFF2-40B4-BE49-F238E27FC236}">
                    <a16:creationId xmlns:a16="http://schemas.microsoft.com/office/drawing/2014/main" id="{F7172369-697D-4952-8D5A-AA91B647B99F}"/>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4" name="Freeform: Shape 623">
                <a:extLst>
                  <a:ext uri="{FF2B5EF4-FFF2-40B4-BE49-F238E27FC236}">
                    <a16:creationId xmlns:a16="http://schemas.microsoft.com/office/drawing/2014/main" id="{530B1F1C-33E0-4FA9-BA1C-7504ACC7EB68}"/>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5" name="Freeform: Shape 624">
                <a:extLst>
                  <a:ext uri="{FF2B5EF4-FFF2-40B4-BE49-F238E27FC236}">
                    <a16:creationId xmlns:a16="http://schemas.microsoft.com/office/drawing/2014/main" id="{6422EA27-7978-4018-85D2-AF5FCBD4AD27}"/>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6" name="Freeform: Shape 625">
                <a:extLst>
                  <a:ext uri="{FF2B5EF4-FFF2-40B4-BE49-F238E27FC236}">
                    <a16:creationId xmlns:a16="http://schemas.microsoft.com/office/drawing/2014/main" id="{7BC960D0-7398-48C2-BB26-BE79ADCB9A5A}"/>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7" name="Freeform: Shape 626">
                <a:extLst>
                  <a:ext uri="{FF2B5EF4-FFF2-40B4-BE49-F238E27FC236}">
                    <a16:creationId xmlns:a16="http://schemas.microsoft.com/office/drawing/2014/main" id="{3A99B6B1-BBE6-426E-8F9C-D76F4E020046}"/>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8" name="Freeform: Shape 627">
                <a:extLst>
                  <a:ext uri="{FF2B5EF4-FFF2-40B4-BE49-F238E27FC236}">
                    <a16:creationId xmlns:a16="http://schemas.microsoft.com/office/drawing/2014/main" id="{7CDE374B-421A-431F-AA38-86193692367E}"/>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29" name="Freeform: Shape 628">
                <a:extLst>
                  <a:ext uri="{FF2B5EF4-FFF2-40B4-BE49-F238E27FC236}">
                    <a16:creationId xmlns:a16="http://schemas.microsoft.com/office/drawing/2014/main" id="{72B2A105-87B5-4F46-8835-C2CCE36629C1}"/>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0" name="Freeform: Shape 629">
                <a:extLst>
                  <a:ext uri="{FF2B5EF4-FFF2-40B4-BE49-F238E27FC236}">
                    <a16:creationId xmlns:a16="http://schemas.microsoft.com/office/drawing/2014/main" id="{F5C922F1-E02C-4499-B3FC-0BDFE84B8AD9}"/>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1" name="Freeform: Shape 630">
                <a:extLst>
                  <a:ext uri="{FF2B5EF4-FFF2-40B4-BE49-F238E27FC236}">
                    <a16:creationId xmlns:a16="http://schemas.microsoft.com/office/drawing/2014/main" id="{314838A2-A230-42EA-A740-F32716CA2D4A}"/>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2" name="Freeform: Shape 631">
                <a:extLst>
                  <a:ext uri="{FF2B5EF4-FFF2-40B4-BE49-F238E27FC236}">
                    <a16:creationId xmlns:a16="http://schemas.microsoft.com/office/drawing/2014/main" id="{35D7509F-802A-4862-BA9D-0DAB7CDC2BC7}"/>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3" name="Freeform: Shape 632">
                <a:extLst>
                  <a:ext uri="{FF2B5EF4-FFF2-40B4-BE49-F238E27FC236}">
                    <a16:creationId xmlns:a16="http://schemas.microsoft.com/office/drawing/2014/main" id="{F7BB09D1-36E4-416E-83F2-93D266600EA2}"/>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34" name="Freeform: Shape 633">
                <a:extLst>
                  <a:ext uri="{FF2B5EF4-FFF2-40B4-BE49-F238E27FC236}">
                    <a16:creationId xmlns:a16="http://schemas.microsoft.com/office/drawing/2014/main" id="{140FF88C-3894-49BA-8BC7-4B7E1C727CDB}"/>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460" name="Group 459">
              <a:extLst>
                <a:ext uri="{FF2B5EF4-FFF2-40B4-BE49-F238E27FC236}">
                  <a16:creationId xmlns:a16="http://schemas.microsoft.com/office/drawing/2014/main" id="{B2DDE98C-E644-48AD-8C73-19B12E2154B8}"/>
                </a:ext>
              </a:extLst>
            </p:cNvPr>
            <p:cNvGrpSpPr>
              <a:grpSpLocks noChangeAspect="1"/>
            </p:cNvGrpSpPr>
            <p:nvPr/>
          </p:nvGrpSpPr>
          <p:grpSpPr>
            <a:xfrm>
              <a:off x="9717119" y="5159836"/>
              <a:ext cx="500469" cy="499394"/>
              <a:chOff x="6153698" y="5155204"/>
              <a:chExt cx="1186596" cy="1184049"/>
            </a:xfrm>
          </p:grpSpPr>
          <p:sp>
            <p:nvSpPr>
              <p:cNvPr id="593" name="Rectangle: Rounded Corners 10">
                <a:extLst>
                  <a:ext uri="{FF2B5EF4-FFF2-40B4-BE49-F238E27FC236}">
                    <a16:creationId xmlns:a16="http://schemas.microsoft.com/office/drawing/2014/main" id="{99AC7362-8FD2-4CDA-AFF7-1B1DC225216D}"/>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4" name="Freeform: Shape 593">
                <a:extLst>
                  <a:ext uri="{FF2B5EF4-FFF2-40B4-BE49-F238E27FC236}">
                    <a16:creationId xmlns:a16="http://schemas.microsoft.com/office/drawing/2014/main" id="{DC79A5B5-2883-4C58-9C10-559A098B0A82}"/>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5" name="Freeform: Shape 594">
                <a:extLst>
                  <a:ext uri="{FF2B5EF4-FFF2-40B4-BE49-F238E27FC236}">
                    <a16:creationId xmlns:a16="http://schemas.microsoft.com/office/drawing/2014/main" id="{26B78745-C776-440E-906C-F4DD9B635010}"/>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6" name="Freeform: Shape 595">
                <a:extLst>
                  <a:ext uri="{FF2B5EF4-FFF2-40B4-BE49-F238E27FC236}">
                    <a16:creationId xmlns:a16="http://schemas.microsoft.com/office/drawing/2014/main" id="{EEA75839-0179-41DF-B8D6-9F5EFFDEC2BC}"/>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7" name="Freeform: Shape 596">
                <a:extLst>
                  <a:ext uri="{FF2B5EF4-FFF2-40B4-BE49-F238E27FC236}">
                    <a16:creationId xmlns:a16="http://schemas.microsoft.com/office/drawing/2014/main" id="{9382B0B8-9079-44AD-9F23-B7C7358EB60B}"/>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8" name="Freeform: Shape 597">
                <a:extLst>
                  <a:ext uri="{FF2B5EF4-FFF2-40B4-BE49-F238E27FC236}">
                    <a16:creationId xmlns:a16="http://schemas.microsoft.com/office/drawing/2014/main" id="{FECF7A61-C830-4509-ABDE-6C06BA0F885F}"/>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9" name="Freeform: Shape 598">
                <a:extLst>
                  <a:ext uri="{FF2B5EF4-FFF2-40B4-BE49-F238E27FC236}">
                    <a16:creationId xmlns:a16="http://schemas.microsoft.com/office/drawing/2014/main" id="{29950974-B8EC-49B1-A7B9-874DF829F900}"/>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0" name="Freeform: Shape 599">
                <a:extLst>
                  <a:ext uri="{FF2B5EF4-FFF2-40B4-BE49-F238E27FC236}">
                    <a16:creationId xmlns:a16="http://schemas.microsoft.com/office/drawing/2014/main" id="{7117300C-433F-4AC8-870E-454378809ECF}"/>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1" name="Freeform: Shape 600">
                <a:extLst>
                  <a:ext uri="{FF2B5EF4-FFF2-40B4-BE49-F238E27FC236}">
                    <a16:creationId xmlns:a16="http://schemas.microsoft.com/office/drawing/2014/main" id="{6DC62A91-9DC2-4092-BEE8-E3757DADB7A9}"/>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2" name="Freeform: Shape 601">
                <a:extLst>
                  <a:ext uri="{FF2B5EF4-FFF2-40B4-BE49-F238E27FC236}">
                    <a16:creationId xmlns:a16="http://schemas.microsoft.com/office/drawing/2014/main" id="{31FB6571-1F16-435C-94A8-BA0BDAB59EC6}"/>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3" name="Freeform: Shape 602">
                <a:extLst>
                  <a:ext uri="{FF2B5EF4-FFF2-40B4-BE49-F238E27FC236}">
                    <a16:creationId xmlns:a16="http://schemas.microsoft.com/office/drawing/2014/main" id="{078F8600-B751-41C5-85BC-5524AAAEAC0E}"/>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4" name="Freeform: Shape 603">
                <a:extLst>
                  <a:ext uri="{FF2B5EF4-FFF2-40B4-BE49-F238E27FC236}">
                    <a16:creationId xmlns:a16="http://schemas.microsoft.com/office/drawing/2014/main" id="{3CD1C50E-D34E-44C5-9F72-0D360692991E}"/>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5" name="Freeform: Shape 604">
                <a:extLst>
                  <a:ext uri="{FF2B5EF4-FFF2-40B4-BE49-F238E27FC236}">
                    <a16:creationId xmlns:a16="http://schemas.microsoft.com/office/drawing/2014/main" id="{4BBC77CB-6D71-4FC6-B5DF-D11FAE31408F}"/>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6" name="Freeform: Shape 605">
                <a:extLst>
                  <a:ext uri="{FF2B5EF4-FFF2-40B4-BE49-F238E27FC236}">
                    <a16:creationId xmlns:a16="http://schemas.microsoft.com/office/drawing/2014/main" id="{259FC698-BA64-4378-9770-047A18157178}"/>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7" name="Freeform: Shape 606">
                <a:extLst>
                  <a:ext uri="{FF2B5EF4-FFF2-40B4-BE49-F238E27FC236}">
                    <a16:creationId xmlns:a16="http://schemas.microsoft.com/office/drawing/2014/main" id="{3523ECF8-980E-4E12-A058-691D2A89A126}"/>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8" name="Freeform: Shape 607">
                <a:extLst>
                  <a:ext uri="{FF2B5EF4-FFF2-40B4-BE49-F238E27FC236}">
                    <a16:creationId xmlns:a16="http://schemas.microsoft.com/office/drawing/2014/main" id="{6B247BF8-30AD-4AA4-BD22-C0852FFD6671}"/>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09" name="Freeform: Shape 608">
                <a:extLst>
                  <a:ext uri="{FF2B5EF4-FFF2-40B4-BE49-F238E27FC236}">
                    <a16:creationId xmlns:a16="http://schemas.microsoft.com/office/drawing/2014/main" id="{88D96B9E-A71E-44DE-B92C-C92DF28A86C7}"/>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10" name="Freeform: Shape 609">
                <a:extLst>
                  <a:ext uri="{FF2B5EF4-FFF2-40B4-BE49-F238E27FC236}">
                    <a16:creationId xmlns:a16="http://schemas.microsoft.com/office/drawing/2014/main" id="{EF12018B-7E33-4395-A708-7B7544060407}"/>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11" name="Freeform: Shape 610">
                <a:extLst>
                  <a:ext uri="{FF2B5EF4-FFF2-40B4-BE49-F238E27FC236}">
                    <a16:creationId xmlns:a16="http://schemas.microsoft.com/office/drawing/2014/main" id="{7E702C13-ED6C-4667-A0C7-AD87023FAF7A}"/>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12" name="Freeform: Shape 611">
                <a:extLst>
                  <a:ext uri="{FF2B5EF4-FFF2-40B4-BE49-F238E27FC236}">
                    <a16:creationId xmlns:a16="http://schemas.microsoft.com/office/drawing/2014/main" id="{8ACB6992-8132-4E30-8C2C-CDEEA4790B11}"/>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613" name="Freeform: Shape 612">
                <a:extLst>
                  <a:ext uri="{FF2B5EF4-FFF2-40B4-BE49-F238E27FC236}">
                    <a16:creationId xmlns:a16="http://schemas.microsoft.com/office/drawing/2014/main" id="{B424A5EE-1924-439F-86DE-456AFD67E775}"/>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461" name="Group 460">
              <a:extLst>
                <a:ext uri="{FF2B5EF4-FFF2-40B4-BE49-F238E27FC236}">
                  <a16:creationId xmlns:a16="http://schemas.microsoft.com/office/drawing/2014/main" id="{F9BACB53-55B6-4864-B074-FEA65739A42A}"/>
                </a:ext>
              </a:extLst>
            </p:cNvPr>
            <p:cNvGrpSpPr>
              <a:grpSpLocks noChangeAspect="1"/>
            </p:cNvGrpSpPr>
            <p:nvPr/>
          </p:nvGrpSpPr>
          <p:grpSpPr>
            <a:xfrm>
              <a:off x="10366343" y="3849486"/>
              <a:ext cx="500469" cy="499394"/>
              <a:chOff x="6153698" y="5155204"/>
              <a:chExt cx="1186596" cy="1184049"/>
            </a:xfrm>
          </p:grpSpPr>
          <p:sp>
            <p:nvSpPr>
              <p:cNvPr id="572" name="Rectangle: Rounded Corners 10">
                <a:extLst>
                  <a:ext uri="{FF2B5EF4-FFF2-40B4-BE49-F238E27FC236}">
                    <a16:creationId xmlns:a16="http://schemas.microsoft.com/office/drawing/2014/main" id="{A5BBAD3F-26FF-4CB6-A843-204F15C76152}"/>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3" name="Freeform: Shape 572">
                <a:extLst>
                  <a:ext uri="{FF2B5EF4-FFF2-40B4-BE49-F238E27FC236}">
                    <a16:creationId xmlns:a16="http://schemas.microsoft.com/office/drawing/2014/main" id="{112E617A-484C-44BC-844D-07A1FC000EBF}"/>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4" name="Freeform: Shape 573">
                <a:extLst>
                  <a:ext uri="{FF2B5EF4-FFF2-40B4-BE49-F238E27FC236}">
                    <a16:creationId xmlns:a16="http://schemas.microsoft.com/office/drawing/2014/main" id="{B9D53D01-5751-40E4-B8E7-771F7052CB2B}"/>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5" name="Freeform: Shape 574">
                <a:extLst>
                  <a:ext uri="{FF2B5EF4-FFF2-40B4-BE49-F238E27FC236}">
                    <a16:creationId xmlns:a16="http://schemas.microsoft.com/office/drawing/2014/main" id="{F5B43666-1D3D-4A36-9DBA-E536DBCE98E7}"/>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6" name="Freeform: Shape 575">
                <a:extLst>
                  <a:ext uri="{FF2B5EF4-FFF2-40B4-BE49-F238E27FC236}">
                    <a16:creationId xmlns:a16="http://schemas.microsoft.com/office/drawing/2014/main" id="{7B7A6A55-AE62-4D8B-A713-2FD4484D3E34}"/>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7" name="Freeform: Shape 576">
                <a:extLst>
                  <a:ext uri="{FF2B5EF4-FFF2-40B4-BE49-F238E27FC236}">
                    <a16:creationId xmlns:a16="http://schemas.microsoft.com/office/drawing/2014/main" id="{0D0397AE-D786-4901-A887-D3BDE0EB79D7}"/>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8" name="Freeform: Shape 577">
                <a:extLst>
                  <a:ext uri="{FF2B5EF4-FFF2-40B4-BE49-F238E27FC236}">
                    <a16:creationId xmlns:a16="http://schemas.microsoft.com/office/drawing/2014/main" id="{7791EDCA-06DA-42C8-9CB0-F216154BB5B7}"/>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9" name="Freeform: Shape 578">
                <a:extLst>
                  <a:ext uri="{FF2B5EF4-FFF2-40B4-BE49-F238E27FC236}">
                    <a16:creationId xmlns:a16="http://schemas.microsoft.com/office/drawing/2014/main" id="{A2D64E4D-5C6B-4154-ACB9-9571E390F71D}"/>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0" name="Freeform: Shape 579">
                <a:extLst>
                  <a:ext uri="{FF2B5EF4-FFF2-40B4-BE49-F238E27FC236}">
                    <a16:creationId xmlns:a16="http://schemas.microsoft.com/office/drawing/2014/main" id="{F25311DB-B365-4FEF-988D-50F9D95FB0F7}"/>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1" name="Freeform: Shape 580">
                <a:extLst>
                  <a:ext uri="{FF2B5EF4-FFF2-40B4-BE49-F238E27FC236}">
                    <a16:creationId xmlns:a16="http://schemas.microsoft.com/office/drawing/2014/main" id="{D3481660-D7D9-414C-8A36-2FCACC57A0F1}"/>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2" name="Freeform: Shape 581">
                <a:extLst>
                  <a:ext uri="{FF2B5EF4-FFF2-40B4-BE49-F238E27FC236}">
                    <a16:creationId xmlns:a16="http://schemas.microsoft.com/office/drawing/2014/main" id="{5F171467-B90E-4570-B949-D41201000EFE}"/>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3" name="Freeform: Shape 582">
                <a:extLst>
                  <a:ext uri="{FF2B5EF4-FFF2-40B4-BE49-F238E27FC236}">
                    <a16:creationId xmlns:a16="http://schemas.microsoft.com/office/drawing/2014/main" id="{25044DF4-E249-4B0B-8B0C-89F52059612B}"/>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4" name="Freeform: Shape 583">
                <a:extLst>
                  <a:ext uri="{FF2B5EF4-FFF2-40B4-BE49-F238E27FC236}">
                    <a16:creationId xmlns:a16="http://schemas.microsoft.com/office/drawing/2014/main" id="{7675D546-7554-4634-952B-E0EC9A0C2962}"/>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5" name="Freeform: Shape 584">
                <a:extLst>
                  <a:ext uri="{FF2B5EF4-FFF2-40B4-BE49-F238E27FC236}">
                    <a16:creationId xmlns:a16="http://schemas.microsoft.com/office/drawing/2014/main" id="{20A01E5D-F440-4AA4-A37E-18D891F36707}"/>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6" name="Freeform: Shape 585">
                <a:extLst>
                  <a:ext uri="{FF2B5EF4-FFF2-40B4-BE49-F238E27FC236}">
                    <a16:creationId xmlns:a16="http://schemas.microsoft.com/office/drawing/2014/main" id="{5272D074-38C8-4BDB-8649-BBF1D5D45126}"/>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7" name="Freeform: Shape 586">
                <a:extLst>
                  <a:ext uri="{FF2B5EF4-FFF2-40B4-BE49-F238E27FC236}">
                    <a16:creationId xmlns:a16="http://schemas.microsoft.com/office/drawing/2014/main" id="{DD60C0A6-B448-4399-8464-C2711DEB6C91}"/>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8" name="Freeform: Shape 587">
                <a:extLst>
                  <a:ext uri="{FF2B5EF4-FFF2-40B4-BE49-F238E27FC236}">
                    <a16:creationId xmlns:a16="http://schemas.microsoft.com/office/drawing/2014/main" id="{F550F512-2181-4AD0-8FB2-9C39D0083AC3}"/>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9" name="Freeform: Shape 588">
                <a:extLst>
                  <a:ext uri="{FF2B5EF4-FFF2-40B4-BE49-F238E27FC236}">
                    <a16:creationId xmlns:a16="http://schemas.microsoft.com/office/drawing/2014/main" id="{1C163E64-5ADF-491F-BAE8-4394E2CF56C7}"/>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0" name="Freeform: Shape 589">
                <a:extLst>
                  <a:ext uri="{FF2B5EF4-FFF2-40B4-BE49-F238E27FC236}">
                    <a16:creationId xmlns:a16="http://schemas.microsoft.com/office/drawing/2014/main" id="{9C391436-61EC-41F3-B4DE-EA303057268C}"/>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1" name="Freeform: Shape 590">
                <a:extLst>
                  <a:ext uri="{FF2B5EF4-FFF2-40B4-BE49-F238E27FC236}">
                    <a16:creationId xmlns:a16="http://schemas.microsoft.com/office/drawing/2014/main" id="{5DB7A0CB-6785-4C54-B514-BCA259A91428}"/>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2" name="Freeform: Shape 591">
                <a:extLst>
                  <a:ext uri="{FF2B5EF4-FFF2-40B4-BE49-F238E27FC236}">
                    <a16:creationId xmlns:a16="http://schemas.microsoft.com/office/drawing/2014/main" id="{756FBE45-46AD-44A0-B04F-EA6AEA562FBA}"/>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462" name="Group 461">
              <a:extLst>
                <a:ext uri="{FF2B5EF4-FFF2-40B4-BE49-F238E27FC236}">
                  <a16:creationId xmlns:a16="http://schemas.microsoft.com/office/drawing/2014/main" id="{07897451-2ADD-4F55-8185-4D5D046E9467}"/>
                </a:ext>
              </a:extLst>
            </p:cNvPr>
            <p:cNvGrpSpPr>
              <a:grpSpLocks noChangeAspect="1"/>
            </p:cNvGrpSpPr>
            <p:nvPr/>
          </p:nvGrpSpPr>
          <p:grpSpPr>
            <a:xfrm>
              <a:off x="10366343" y="4504661"/>
              <a:ext cx="500469" cy="499394"/>
              <a:chOff x="6153698" y="5155204"/>
              <a:chExt cx="1186596" cy="1184049"/>
            </a:xfrm>
          </p:grpSpPr>
          <p:sp>
            <p:nvSpPr>
              <p:cNvPr id="551" name="Rectangle: Rounded Corners 10">
                <a:extLst>
                  <a:ext uri="{FF2B5EF4-FFF2-40B4-BE49-F238E27FC236}">
                    <a16:creationId xmlns:a16="http://schemas.microsoft.com/office/drawing/2014/main" id="{48DFBEBA-1633-488E-8F19-85310B2733CA}"/>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2" name="Freeform: Shape 551">
                <a:extLst>
                  <a:ext uri="{FF2B5EF4-FFF2-40B4-BE49-F238E27FC236}">
                    <a16:creationId xmlns:a16="http://schemas.microsoft.com/office/drawing/2014/main" id="{55C54DD4-2278-4776-A0D2-6A0CDE60AD63}"/>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3" name="Freeform: Shape 552">
                <a:extLst>
                  <a:ext uri="{FF2B5EF4-FFF2-40B4-BE49-F238E27FC236}">
                    <a16:creationId xmlns:a16="http://schemas.microsoft.com/office/drawing/2014/main" id="{B21F709C-77CA-4E8E-8B44-D85DC6DDBAA5}"/>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4" name="Freeform: Shape 553">
                <a:extLst>
                  <a:ext uri="{FF2B5EF4-FFF2-40B4-BE49-F238E27FC236}">
                    <a16:creationId xmlns:a16="http://schemas.microsoft.com/office/drawing/2014/main" id="{BFFE4323-033D-4C54-9B44-E26F1B17F4D5}"/>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5" name="Freeform: Shape 554">
                <a:extLst>
                  <a:ext uri="{FF2B5EF4-FFF2-40B4-BE49-F238E27FC236}">
                    <a16:creationId xmlns:a16="http://schemas.microsoft.com/office/drawing/2014/main" id="{2E0C67A3-D5D9-4AD6-8416-455047FB5D6A}"/>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6" name="Freeform: Shape 555">
                <a:extLst>
                  <a:ext uri="{FF2B5EF4-FFF2-40B4-BE49-F238E27FC236}">
                    <a16:creationId xmlns:a16="http://schemas.microsoft.com/office/drawing/2014/main" id="{6847CC47-EA0B-4D24-9745-3CE54B0BDA48}"/>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7" name="Freeform: Shape 556">
                <a:extLst>
                  <a:ext uri="{FF2B5EF4-FFF2-40B4-BE49-F238E27FC236}">
                    <a16:creationId xmlns:a16="http://schemas.microsoft.com/office/drawing/2014/main" id="{639D50B9-DF3D-44AD-B9DA-696BAB1C3AE6}"/>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8" name="Freeform: Shape 557">
                <a:extLst>
                  <a:ext uri="{FF2B5EF4-FFF2-40B4-BE49-F238E27FC236}">
                    <a16:creationId xmlns:a16="http://schemas.microsoft.com/office/drawing/2014/main" id="{8EAD3BF2-4E5E-4D5C-87A6-8811B4D389FF}"/>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9" name="Freeform: Shape 558">
                <a:extLst>
                  <a:ext uri="{FF2B5EF4-FFF2-40B4-BE49-F238E27FC236}">
                    <a16:creationId xmlns:a16="http://schemas.microsoft.com/office/drawing/2014/main" id="{E19E064C-1D06-423D-81D1-6FF5D682F67D}"/>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0" name="Freeform: Shape 559">
                <a:extLst>
                  <a:ext uri="{FF2B5EF4-FFF2-40B4-BE49-F238E27FC236}">
                    <a16:creationId xmlns:a16="http://schemas.microsoft.com/office/drawing/2014/main" id="{C49466BA-8F34-4EC0-854E-D510B6BA475F}"/>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1" name="Freeform: Shape 560">
                <a:extLst>
                  <a:ext uri="{FF2B5EF4-FFF2-40B4-BE49-F238E27FC236}">
                    <a16:creationId xmlns:a16="http://schemas.microsoft.com/office/drawing/2014/main" id="{0781E0C0-EF7E-4E79-8BAD-BD7980AAE02E}"/>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2" name="Freeform: Shape 561">
                <a:extLst>
                  <a:ext uri="{FF2B5EF4-FFF2-40B4-BE49-F238E27FC236}">
                    <a16:creationId xmlns:a16="http://schemas.microsoft.com/office/drawing/2014/main" id="{A0B7B907-7D0E-46A2-834D-D4AC325BF28B}"/>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3" name="Freeform: Shape 562">
                <a:extLst>
                  <a:ext uri="{FF2B5EF4-FFF2-40B4-BE49-F238E27FC236}">
                    <a16:creationId xmlns:a16="http://schemas.microsoft.com/office/drawing/2014/main" id="{B0891A23-48B7-4B6E-8752-83FA7F1C3CE5}"/>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4" name="Freeform: Shape 563">
                <a:extLst>
                  <a:ext uri="{FF2B5EF4-FFF2-40B4-BE49-F238E27FC236}">
                    <a16:creationId xmlns:a16="http://schemas.microsoft.com/office/drawing/2014/main" id="{0FBD6F4C-AE65-44FD-B03B-E262CE3ABCF8}"/>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5" name="Freeform: Shape 564">
                <a:extLst>
                  <a:ext uri="{FF2B5EF4-FFF2-40B4-BE49-F238E27FC236}">
                    <a16:creationId xmlns:a16="http://schemas.microsoft.com/office/drawing/2014/main" id="{D0DF4349-BD46-4CAA-9C96-80B72D910DF2}"/>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6" name="Freeform: Shape 565">
                <a:extLst>
                  <a:ext uri="{FF2B5EF4-FFF2-40B4-BE49-F238E27FC236}">
                    <a16:creationId xmlns:a16="http://schemas.microsoft.com/office/drawing/2014/main" id="{D7599E1B-5B94-43AD-906C-E294D841CAD7}"/>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7" name="Freeform: Shape 566">
                <a:extLst>
                  <a:ext uri="{FF2B5EF4-FFF2-40B4-BE49-F238E27FC236}">
                    <a16:creationId xmlns:a16="http://schemas.microsoft.com/office/drawing/2014/main" id="{95FC8B57-1348-4DB2-8409-6C0B05ABEF9A}"/>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8" name="Freeform: Shape 567">
                <a:extLst>
                  <a:ext uri="{FF2B5EF4-FFF2-40B4-BE49-F238E27FC236}">
                    <a16:creationId xmlns:a16="http://schemas.microsoft.com/office/drawing/2014/main" id="{C78EA1BC-9606-465B-9EBA-975B9C1CBC39}"/>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9" name="Freeform: Shape 568">
                <a:extLst>
                  <a:ext uri="{FF2B5EF4-FFF2-40B4-BE49-F238E27FC236}">
                    <a16:creationId xmlns:a16="http://schemas.microsoft.com/office/drawing/2014/main" id="{8CD825EB-7E8F-44EA-8E16-51CFC42C6E45}"/>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0" name="Freeform: Shape 569">
                <a:extLst>
                  <a:ext uri="{FF2B5EF4-FFF2-40B4-BE49-F238E27FC236}">
                    <a16:creationId xmlns:a16="http://schemas.microsoft.com/office/drawing/2014/main" id="{E81E18A3-871F-4D52-9112-BD7E9A2C5799}"/>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1" name="Freeform: Shape 570">
                <a:extLst>
                  <a:ext uri="{FF2B5EF4-FFF2-40B4-BE49-F238E27FC236}">
                    <a16:creationId xmlns:a16="http://schemas.microsoft.com/office/drawing/2014/main" id="{6E78B2F2-3F40-4E5E-B532-419D7AFB06DC}"/>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463" name="Group 462">
              <a:extLst>
                <a:ext uri="{FF2B5EF4-FFF2-40B4-BE49-F238E27FC236}">
                  <a16:creationId xmlns:a16="http://schemas.microsoft.com/office/drawing/2014/main" id="{099FA735-B2C1-4D32-A52D-F91F90E11317}"/>
                </a:ext>
              </a:extLst>
            </p:cNvPr>
            <p:cNvGrpSpPr>
              <a:grpSpLocks noChangeAspect="1"/>
            </p:cNvGrpSpPr>
            <p:nvPr/>
          </p:nvGrpSpPr>
          <p:grpSpPr>
            <a:xfrm>
              <a:off x="10366343" y="5159836"/>
              <a:ext cx="500469" cy="499394"/>
              <a:chOff x="6153698" y="5155204"/>
              <a:chExt cx="1186596" cy="1184049"/>
            </a:xfrm>
          </p:grpSpPr>
          <p:sp>
            <p:nvSpPr>
              <p:cNvPr id="530" name="Rectangle: Rounded Corners 10">
                <a:extLst>
                  <a:ext uri="{FF2B5EF4-FFF2-40B4-BE49-F238E27FC236}">
                    <a16:creationId xmlns:a16="http://schemas.microsoft.com/office/drawing/2014/main" id="{51707643-E9B5-4976-9B2F-F3E0BF86D0E9}"/>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1" name="Freeform: Shape 530">
                <a:extLst>
                  <a:ext uri="{FF2B5EF4-FFF2-40B4-BE49-F238E27FC236}">
                    <a16:creationId xmlns:a16="http://schemas.microsoft.com/office/drawing/2014/main" id="{5C596633-BD65-4A1D-8A97-8BE6A783180C}"/>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2" name="Freeform: Shape 531">
                <a:extLst>
                  <a:ext uri="{FF2B5EF4-FFF2-40B4-BE49-F238E27FC236}">
                    <a16:creationId xmlns:a16="http://schemas.microsoft.com/office/drawing/2014/main" id="{C3FF08E6-48B7-48B4-A432-35F6709B93C0}"/>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3" name="Freeform: Shape 532">
                <a:extLst>
                  <a:ext uri="{FF2B5EF4-FFF2-40B4-BE49-F238E27FC236}">
                    <a16:creationId xmlns:a16="http://schemas.microsoft.com/office/drawing/2014/main" id="{208D9335-488F-4776-A23C-5319D664B141}"/>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4" name="Freeform: Shape 533">
                <a:extLst>
                  <a:ext uri="{FF2B5EF4-FFF2-40B4-BE49-F238E27FC236}">
                    <a16:creationId xmlns:a16="http://schemas.microsoft.com/office/drawing/2014/main" id="{FAC6F308-C5D7-4AA3-AF4D-0A4034093B79}"/>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5" name="Freeform: Shape 534">
                <a:extLst>
                  <a:ext uri="{FF2B5EF4-FFF2-40B4-BE49-F238E27FC236}">
                    <a16:creationId xmlns:a16="http://schemas.microsoft.com/office/drawing/2014/main" id="{F662B1F6-8FEC-4D98-88A4-A6E11310C675}"/>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6" name="Freeform: Shape 535">
                <a:extLst>
                  <a:ext uri="{FF2B5EF4-FFF2-40B4-BE49-F238E27FC236}">
                    <a16:creationId xmlns:a16="http://schemas.microsoft.com/office/drawing/2014/main" id="{369D4087-C23B-457C-9548-6202AA3FEBCF}"/>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7" name="Freeform: Shape 536">
                <a:extLst>
                  <a:ext uri="{FF2B5EF4-FFF2-40B4-BE49-F238E27FC236}">
                    <a16:creationId xmlns:a16="http://schemas.microsoft.com/office/drawing/2014/main" id="{C9C981C2-A869-44C6-845C-09F3A680769B}"/>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8" name="Freeform: Shape 537">
                <a:extLst>
                  <a:ext uri="{FF2B5EF4-FFF2-40B4-BE49-F238E27FC236}">
                    <a16:creationId xmlns:a16="http://schemas.microsoft.com/office/drawing/2014/main" id="{89C80B0A-BE31-4CE3-8E30-504705A485DC}"/>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9" name="Freeform: Shape 538">
                <a:extLst>
                  <a:ext uri="{FF2B5EF4-FFF2-40B4-BE49-F238E27FC236}">
                    <a16:creationId xmlns:a16="http://schemas.microsoft.com/office/drawing/2014/main" id="{237EFDD4-EEE9-47D4-A086-11EAB1CF9E5F}"/>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0" name="Freeform: Shape 539">
                <a:extLst>
                  <a:ext uri="{FF2B5EF4-FFF2-40B4-BE49-F238E27FC236}">
                    <a16:creationId xmlns:a16="http://schemas.microsoft.com/office/drawing/2014/main" id="{95484158-02CD-4C16-8A4B-C6251D1A6643}"/>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1" name="Freeform: Shape 540">
                <a:extLst>
                  <a:ext uri="{FF2B5EF4-FFF2-40B4-BE49-F238E27FC236}">
                    <a16:creationId xmlns:a16="http://schemas.microsoft.com/office/drawing/2014/main" id="{89D048A2-BE67-4B28-9D4D-C437BEACD4CB}"/>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2" name="Freeform: Shape 541">
                <a:extLst>
                  <a:ext uri="{FF2B5EF4-FFF2-40B4-BE49-F238E27FC236}">
                    <a16:creationId xmlns:a16="http://schemas.microsoft.com/office/drawing/2014/main" id="{1CA437DC-316B-4DC1-831C-0AB4309C9386}"/>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3" name="Freeform: Shape 542">
                <a:extLst>
                  <a:ext uri="{FF2B5EF4-FFF2-40B4-BE49-F238E27FC236}">
                    <a16:creationId xmlns:a16="http://schemas.microsoft.com/office/drawing/2014/main" id="{B3B669F5-8AC2-4EB2-9EBF-14CD39FB7BF4}"/>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4" name="Freeform: Shape 543">
                <a:extLst>
                  <a:ext uri="{FF2B5EF4-FFF2-40B4-BE49-F238E27FC236}">
                    <a16:creationId xmlns:a16="http://schemas.microsoft.com/office/drawing/2014/main" id="{E7A0AD54-B6FF-45C1-8230-89D7FDC835D7}"/>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5" name="Freeform: Shape 544">
                <a:extLst>
                  <a:ext uri="{FF2B5EF4-FFF2-40B4-BE49-F238E27FC236}">
                    <a16:creationId xmlns:a16="http://schemas.microsoft.com/office/drawing/2014/main" id="{37723EF3-B95C-4F45-9D86-8997397B5FA9}"/>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6" name="Freeform: Shape 545">
                <a:extLst>
                  <a:ext uri="{FF2B5EF4-FFF2-40B4-BE49-F238E27FC236}">
                    <a16:creationId xmlns:a16="http://schemas.microsoft.com/office/drawing/2014/main" id="{CA47AA04-6F71-4A44-855F-BC644BA107CA}"/>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7" name="Freeform: Shape 546">
                <a:extLst>
                  <a:ext uri="{FF2B5EF4-FFF2-40B4-BE49-F238E27FC236}">
                    <a16:creationId xmlns:a16="http://schemas.microsoft.com/office/drawing/2014/main" id="{968983D0-8E02-4E6C-97CE-8B96C1CFE3DC}"/>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8" name="Freeform: Shape 547">
                <a:extLst>
                  <a:ext uri="{FF2B5EF4-FFF2-40B4-BE49-F238E27FC236}">
                    <a16:creationId xmlns:a16="http://schemas.microsoft.com/office/drawing/2014/main" id="{D89DC859-8A45-47AC-B6DE-77822FC85A55}"/>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9" name="Freeform: Shape 548">
                <a:extLst>
                  <a:ext uri="{FF2B5EF4-FFF2-40B4-BE49-F238E27FC236}">
                    <a16:creationId xmlns:a16="http://schemas.microsoft.com/office/drawing/2014/main" id="{4D6F6550-B180-4896-A1B7-4DEE0532DDA5}"/>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0" name="Freeform: Shape 549">
                <a:extLst>
                  <a:ext uri="{FF2B5EF4-FFF2-40B4-BE49-F238E27FC236}">
                    <a16:creationId xmlns:a16="http://schemas.microsoft.com/office/drawing/2014/main" id="{D89D088E-D0B9-44BC-8122-F6EC372F1765}"/>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464" name="Group 463">
              <a:extLst>
                <a:ext uri="{FF2B5EF4-FFF2-40B4-BE49-F238E27FC236}">
                  <a16:creationId xmlns:a16="http://schemas.microsoft.com/office/drawing/2014/main" id="{0A42F7A2-08EB-4655-A926-033F09FD9C99}"/>
                </a:ext>
              </a:extLst>
            </p:cNvPr>
            <p:cNvGrpSpPr>
              <a:grpSpLocks noChangeAspect="1"/>
            </p:cNvGrpSpPr>
            <p:nvPr/>
          </p:nvGrpSpPr>
          <p:grpSpPr>
            <a:xfrm>
              <a:off x="11010566" y="3849486"/>
              <a:ext cx="500469" cy="499394"/>
              <a:chOff x="6153698" y="5155204"/>
              <a:chExt cx="1186596" cy="1184049"/>
            </a:xfrm>
          </p:grpSpPr>
          <p:sp>
            <p:nvSpPr>
              <p:cNvPr id="509" name="Rectangle: Rounded Corners 10">
                <a:extLst>
                  <a:ext uri="{FF2B5EF4-FFF2-40B4-BE49-F238E27FC236}">
                    <a16:creationId xmlns:a16="http://schemas.microsoft.com/office/drawing/2014/main" id="{0FF99FCA-2545-486B-A542-5933EBC8B8B3}"/>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0" name="Freeform: Shape 509">
                <a:extLst>
                  <a:ext uri="{FF2B5EF4-FFF2-40B4-BE49-F238E27FC236}">
                    <a16:creationId xmlns:a16="http://schemas.microsoft.com/office/drawing/2014/main" id="{61877C61-5E26-4D1F-B133-9C228235A7E8}"/>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1" name="Freeform: Shape 510">
                <a:extLst>
                  <a:ext uri="{FF2B5EF4-FFF2-40B4-BE49-F238E27FC236}">
                    <a16:creationId xmlns:a16="http://schemas.microsoft.com/office/drawing/2014/main" id="{734542B4-1333-44EC-9D29-9639547EB796}"/>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2" name="Freeform: Shape 511">
                <a:extLst>
                  <a:ext uri="{FF2B5EF4-FFF2-40B4-BE49-F238E27FC236}">
                    <a16:creationId xmlns:a16="http://schemas.microsoft.com/office/drawing/2014/main" id="{00F3E3AE-6FED-48E5-9138-8F48E6CC012D}"/>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3" name="Freeform: Shape 512">
                <a:extLst>
                  <a:ext uri="{FF2B5EF4-FFF2-40B4-BE49-F238E27FC236}">
                    <a16:creationId xmlns:a16="http://schemas.microsoft.com/office/drawing/2014/main" id="{A4176B22-CF3D-4AA6-AAD5-F40E59134CD8}"/>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4" name="Freeform: Shape 513">
                <a:extLst>
                  <a:ext uri="{FF2B5EF4-FFF2-40B4-BE49-F238E27FC236}">
                    <a16:creationId xmlns:a16="http://schemas.microsoft.com/office/drawing/2014/main" id="{A5475809-78D7-4CDA-B354-CFC5D41EE3E4}"/>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5" name="Freeform: Shape 514">
                <a:extLst>
                  <a:ext uri="{FF2B5EF4-FFF2-40B4-BE49-F238E27FC236}">
                    <a16:creationId xmlns:a16="http://schemas.microsoft.com/office/drawing/2014/main" id="{160414C7-F493-4BA9-9972-EE92771DFFAE}"/>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6" name="Freeform: Shape 515">
                <a:extLst>
                  <a:ext uri="{FF2B5EF4-FFF2-40B4-BE49-F238E27FC236}">
                    <a16:creationId xmlns:a16="http://schemas.microsoft.com/office/drawing/2014/main" id="{50D8C49C-E3FA-40A8-B5A1-1996D54E04FE}"/>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7" name="Freeform: Shape 516">
                <a:extLst>
                  <a:ext uri="{FF2B5EF4-FFF2-40B4-BE49-F238E27FC236}">
                    <a16:creationId xmlns:a16="http://schemas.microsoft.com/office/drawing/2014/main" id="{C9A21F63-7E9C-491A-B26C-6CB7A4852C24}"/>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8" name="Freeform: Shape 517">
                <a:extLst>
                  <a:ext uri="{FF2B5EF4-FFF2-40B4-BE49-F238E27FC236}">
                    <a16:creationId xmlns:a16="http://schemas.microsoft.com/office/drawing/2014/main" id="{98134480-1105-44F5-B99F-36277C4A6686}"/>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9" name="Freeform: Shape 518">
                <a:extLst>
                  <a:ext uri="{FF2B5EF4-FFF2-40B4-BE49-F238E27FC236}">
                    <a16:creationId xmlns:a16="http://schemas.microsoft.com/office/drawing/2014/main" id="{441E2F74-E6CA-4430-B068-F62A93D9D4FB}"/>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0" name="Freeform: Shape 519">
                <a:extLst>
                  <a:ext uri="{FF2B5EF4-FFF2-40B4-BE49-F238E27FC236}">
                    <a16:creationId xmlns:a16="http://schemas.microsoft.com/office/drawing/2014/main" id="{C24F2D10-4E46-4827-A579-48125319AF93}"/>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1" name="Freeform: Shape 520">
                <a:extLst>
                  <a:ext uri="{FF2B5EF4-FFF2-40B4-BE49-F238E27FC236}">
                    <a16:creationId xmlns:a16="http://schemas.microsoft.com/office/drawing/2014/main" id="{DE6756AA-79E1-44FA-8997-E6AE34BC34B5}"/>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2" name="Freeform: Shape 521">
                <a:extLst>
                  <a:ext uri="{FF2B5EF4-FFF2-40B4-BE49-F238E27FC236}">
                    <a16:creationId xmlns:a16="http://schemas.microsoft.com/office/drawing/2014/main" id="{8F8DD9FD-EFE8-41C9-A801-001D3AF21C19}"/>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3" name="Freeform: Shape 522">
                <a:extLst>
                  <a:ext uri="{FF2B5EF4-FFF2-40B4-BE49-F238E27FC236}">
                    <a16:creationId xmlns:a16="http://schemas.microsoft.com/office/drawing/2014/main" id="{31C6FD8D-02FA-4A01-88CE-584FA366A651}"/>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4" name="Freeform: Shape 523">
                <a:extLst>
                  <a:ext uri="{FF2B5EF4-FFF2-40B4-BE49-F238E27FC236}">
                    <a16:creationId xmlns:a16="http://schemas.microsoft.com/office/drawing/2014/main" id="{1B10C0AE-2329-47CB-B03B-1E09873AE090}"/>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5" name="Freeform: Shape 524">
                <a:extLst>
                  <a:ext uri="{FF2B5EF4-FFF2-40B4-BE49-F238E27FC236}">
                    <a16:creationId xmlns:a16="http://schemas.microsoft.com/office/drawing/2014/main" id="{0FDEF613-14E9-40D9-AF1C-FCF625B1508A}"/>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6" name="Freeform: Shape 525">
                <a:extLst>
                  <a:ext uri="{FF2B5EF4-FFF2-40B4-BE49-F238E27FC236}">
                    <a16:creationId xmlns:a16="http://schemas.microsoft.com/office/drawing/2014/main" id="{941BBA57-0F4F-4F7F-A805-F3ED510DAA92}"/>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7" name="Freeform: Shape 526">
                <a:extLst>
                  <a:ext uri="{FF2B5EF4-FFF2-40B4-BE49-F238E27FC236}">
                    <a16:creationId xmlns:a16="http://schemas.microsoft.com/office/drawing/2014/main" id="{6A364293-1121-4CBB-8AF1-AF0CE177DA06}"/>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8" name="Freeform: Shape 527">
                <a:extLst>
                  <a:ext uri="{FF2B5EF4-FFF2-40B4-BE49-F238E27FC236}">
                    <a16:creationId xmlns:a16="http://schemas.microsoft.com/office/drawing/2014/main" id="{85C612B2-2999-4445-9F9C-ACA99CB94960}"/>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9" name="Freeform: Shape 528">
                <a:extLst>
                  <a:ext uri="{FF2B5EF4-FFF2-40B4-BE49-F238E27FC236}">
                    <a16:creationId xmlns:a16="http://schemas.microsoft.com/office/drawing/2014/main" id="{FE67AFDA-A53C-40D9-A4BB-796CA3226FF6}"/>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465" name="Group 464">
              <a:extLst>
                <a:ext uri="{FF2B5EF4-FFF2-40B4-BE49-F238E27FC236}">
                  <a16:creationId xmlns:a16="http://schemas.microsoft.com/office/drawing/2014/main" id="{8BDC97C2-FC78-4F9C-9B50-5F10021D00FD}"/>
                </a:ext>
              </a:extLst>
            </p:cNvPr>
            <p:cNvGrpSpPr>
              <a:grpSpLocks noChangeAspect="1"/>
            </p:cNvGrpSpPr>
            <p:nvPr/>
          </p:nvGrpSpPr>
          <p:grpSpPr>
            <a:xfrm>
              <a:off x="11010566" y="4504661"/>
              <a:ext cx="500469" cy="499394"/>
              <a:chOff x="6153698" y="5155204"/>
              <a:chExt cx="1186596" cy="1184049"/>
            </a:xfrm>
          </p:grpSpPr>
          <p:sp>
            <p:nvSpPr>
              <p:cNvPr id="488" name="Rectangle: Rounded Corners 10">
                <a:extLst>
                  <a:ext uri="{FF2B5EF4-FFF2-40B4-BE49-F238E27FC236}">
                    <a16:creationId xmlns:a16="http://schemas.microsoft.com/office/drawing/2014/main" id="{417BFCBD-D633-41A3-B5E0-10B64E95EEE9}"/>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9" name="Freeform: Shape 488">
                <a:extLst>
                  <a:ext uri="{FF2B5EF4-FFF2-40B4-BE49-F238E27FC236}">
                    <a16:creationId xmlns:a16="http://schemas.microsoft.com/office/drawing/2014/main" id="{6286C2E7-1D85-4485-81EB-84C8C9EDCCC7}"/>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0" name="Freeform: Shape 489">
                <a:extLst>
                  <a:ext uri="{FF2B5EF4-FFF2-40B4-BE49-F238E27FC236}">
                    <a16:creationId xmlns:a16="http://schemas.microsoft.com/office/drawing/2014/main" id="{7FA8EDD3-8F0A-45AE-8722-19FCAFBA8DF6}"/>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1" name="Freeform: Shape 490">
                <a:extLst>
                  <a:ext uri="{FF2B5EF4-FFF2-40B4-BE49-F238E27FC236}">
                    <a16:creationId xmlns:a16="http://schemas.microsoft.com/office/drawing/2014/main" id="{9AFF6AD2-3B82-429E-B740-A710304C7E7D}"/>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2" name="Freeform: Shape 491">
                <a:extLst>
                  <a:ext uri="{FF2B5EF4-FFF2-40B4-BE49-F238E27FC236}">
                    <a16:creationId xmlns:a16="http://schemas.microsoft.com/office/drawing/2014/main" id="{3D2E5216-3028-4D38-82B1-6EC8651CCB42}"/>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3" name="Freeform: Shape 492">
                <a:extLst>
                  <a:ext uri="{FF2B5EF4-FFF2-40B4-BE49-F238E27FC236}">
                    <a16:creationId xmlns:a16="http://schemas.microsoft.com/office/drawing/2014/main" id="{2322B296-B21B-4C31-A08F-53E93FB93FB8}"/>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4" name="Freeform: Shape 493">
                <a:extLst>
                  <a:ext uri="{FF2B5EF4-FFF2-40B4-BE49-F238E27FC236}">
                    <a16:creationId xmlns:a16="http://schemas.microsoft.com/office/drawing/2014/main" id="{1CD1DCA8-A8F2-4D98-9A25-7CC771E6FAFD}"/>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5" name="Freeform: Shape 494">
                <a:extLst>
                  <a:ext uri="{FF2B5EF4-FFF2-40B4-BE49-F238E27FC236}">
                    <a16:creationId xmlns:a16="http://schemas.microsoft.com/office/drawing/2014/main" id="{4BD3998A-E10E-4891-9C4A-87A4473F78C4}"/>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6" name="Freeform: Shape 495">
                <a:extLst>
                  <a:ext uri="{FF2B5EF4-FFF2-40B4-BE49-F238E27FC236}">
                    <a16:creationId xmlns:a16="http://schemas.microsoft.com/office/drawing/2014/main" id="{DB124184-A124-4D8D-A806-4F344546AAB1}"/>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7" name="Freeform: Shape 496">
                <a:extLst>
                  <a:ext uri="{FF2B5EF4-FFF2-40B4-BE49-F238E27FC236}">
                    <a16:creationId xmlns:a16="http://schemas.microsoft.com/office/drawing/2014/main" id="{FAB0368C-E680-472B-B3CF-069EF6DF43EE}"/>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8" name="Freeform: Shape 497">
                <a:extLst>
                  <a:ext uri="{FF2B5EF4-FFF2-40B4-BE49-F238E27FC236}">
                    <a16:creationId xmlns:a16="http://schemas.microsoft.com/office/drawing/2014/main" id="{261C3622-96FB-4E85-934A-A082AF0A5CA2}"/>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9" name="Freeform: Shape 498">
                <a:extLst>
                  <a:ext uri="{FF2B5EF4-FFF2-40B4-BE49-F238E27FC236}">
                    <a16:creationId xmlns:a16="http://schemas.microsoft.com/office/drawing/2014/main" id="{8890BD01-7289-40D6-AE70-D10F89CACE36}"/>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0" name="Freeform: Shape 499">
                <a:extLst>
                  <a:ext uri="{FF2B5EF4-FFF2-40B4-BE49-F238E27FC236}">
                    <a16:creationId xmlns:a16="http://schemas.microsoft.com/office/drawing/2014/main" id="{F532C715-D3C5-4040-9E38-B4867D316090}"/>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1" name="Freeform: Shape 500">
                <a:extLst>
                  <a:ext uri="{FF2B5EF4-FFF2-40B4-BE49-F238E27FC236}">
                    <a16:creationId xmlns:a16="http://schemas.microsoft.com/office/drawing/2014/main" id="{2A18E9EF-6E68-485A-ABBA-B4597B6ED9EE}"/>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2" name="Freeform: Shape 501">
                <a:extLst>
                  <a:ext uri="{FF2B5EF4-FFF2-40B4-BE49-F238E27FC236}">
                    <a16:creationId xmlns:a16="http://schemas.microsoft.com/office/drawing/2014/main" id="{D07A7B12-9E5A-4B7C-A119-EE9438C62BCA}"/>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3" name="Freeform: Shape 502">
                <a:extLst>
                  <a:ext uri="{FF2B5EF4-FFF2-40B4-BE49-F238E27FC236}">
                    <a16:creationId xmlns:a16="http://schemas.microsoft.com/office/drawing/2014/main" id="{F1359FFA-86A8-41A0-882F-EA8F95C27F0A}"/>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4" name="Freeform: Shape 503">
                <a:extLst>
                  <a:ext uri="{FF2B5EF4-FFF2-40B4-BE49-F238E27FC236}">
                    <a16:creationId xmlns:a16="http://schemas.microsoft.com/office/drawing/2014/main" id="{236C80F5-37AA-45E5-BDD6-F23127E5BF4E}"/>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5" name="Freeform: Shape 504">
                <a:extLst>
                  <a:ext uri="{FF2B5EF4-FFF2-40B4-BE49-F238E27FC236}">
                    <a16:creationId xmlns:a16="http://schemas.microsoft.com/office/drawing/2014/main" id="{73EBF3D1-A52F-40E8-A6F8-7515C2F5BBC3}"/>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6" name="Freeform: Shape 505">
                <a:extLst>
                  <a:ext uri="{FF2B5EF4-FFF2-40B4-BE49-F238E27FC236}">
                    <a16:creationId xmlns:a16="http://schemas.microsoft.com/office/drawing/2014/main" id="{6DD20070-8DF3-4F1E-BEFE-25F3D8734AA9}"/>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7" name="Freeform: Shape 506">
                <a:extLst>
                  <a:ext uri="{FF2B5EF4-FFF2-40B4-BE49-F238E27FC236}">
                    <a16:creationId xmlns:a16="http://schemas.microsoft.com/office/drawing/2014/main" id="{B1536A3C-F47A-4836-A8D2-C269D154A164}"/>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8" name="Freeform: Shape 507">
                <a:extLst>
                  <a:ext uri="{FF2B5EF4-FFF2-40B4-BE49-F238E27FC236}">
                    <a16:creationId xmlns:a16="http://schemas.microsoft.com/office/drawing/2014/main" id="{F0C197B1-032D-463F-97E9-C1F9740CD22A}"/>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466" name="Group 465">
              <a:extLst>
                <a:ext uri="{FF2B5EF4-FFF2-40B4-BE49-F238E27FC236}">
                  <a16:creationId xmlns:a16="http://schemas.microsoft.com/office/drawing/2014/main" id="{2965A8C5-92DF-4F92-8F25-837E47B76FB5}"/>
                </a:ext>
              </a:extLst>
            </p:cNvPr>
            <p:cNvGrpSpPr>
              <a:grpSpLocks noChangeAspect="1"/>
            </p:cNvGrpSpPr>
            <p:nvPr/>
          </p:nvGrpSpPr>
          <p:grpSpPr>
            <a:xfrm>
              <a:off x="11010566" y="5159836"/>
              <a:ext cx="500469" cy="499394"/>
              <a:chOff x="6153698" y="5155204"/>
              <a:chExt cx="1186596" cy="1184049"/>
            </a:xfrm>
          </p:grpSpPr>
          <p:sp>
            <p:nvSpPr>
              <p:cNvPr id="467" name="Rectangle: Rounded Corners 10">
                <a:extLst>
                  <a:ext uri="{FF2B5EF4-FFF2-40B4-BE49-F238E27FC236}">
                    <a16:creationId xmlns:a16="http://schemas.microsoft.com/office/drawing/2014/main" id="{872FE008-8362-4E98-907C-AE8DB57CFE7E}"/>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no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68" name="Freeform: Shape 467">
                <a:extLst>
                  <a:ext uri="{FF2B5EF4-FFF2-40B4-BE49-F238E27FC236}">
                    <a16:creationId xmlns:a16="http://schemas.microsoft.com/office/drawing/2014/main" id="{00D25681-4876-4EAE-992D-65B7378D57B6}"/>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69" name="Freeform: Shape 468">
                <a:extLst>
                  <a:ext uri="{FF2B5EF4-FFF2-40B4-BE49-F238E27FC236}">
                    <a16:creationId xmlns:a16="http://schemas.microsoft.com/office/drawing/2014/main" id="{C5D2F303-304E-482D-AD21-BE5BF5C88CFD}"/>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0" name="Freeform: Shape 469">
                <a:extLst>
                  <a:ext uri="{FF2B5EF4-FFF2-40B4-BE49-F238E27FC236}">
                    <a16:creationId xmlns:a16="http://schemas.microsoft.com/office/drawing/2014/main" id="{FE3D79C7-BAFA-4000-938E-1CCB1D4F6DB8}"/>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1" name="Freeform: Shape 470">
                <a:extLst>
                  <a:ext uri="{FF2B5EF4-FFF2-40B4-BE49-F238E27FC236}">
                    <a16:creationId xmlns:a16="http://schemas.microsoft.com/office/drawing/2014/main" id="{DDE5BC6D-2B84-4AFD-8896-3871237C7627}"/>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2" name="Freeform: Shape 471">
                <a:extLst>
                  <a:ext uri="{FF2B5EF4-FFF2-40B4-BE49-F238E27FC236}">
                    <a16:creationId xmlns:a16="http://schemas.microsoft.com/office/drawing/2014/main" id="{4FF0098B-CFB1-42C1-BEC1-9007123A750F}"/>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3" name="Freeform: Shape 472">
                <a:extLst>
                  <a:ext uri="{FF2B5EF4-FFF2-40B4-BE49-F238E27FC236}">
                    <a16:creationId xmlns:a16="http://schemas.microsoft.com/office/drawing/2014/main" id="{F81E5572-5E61-4384-A7D4-A10F702F03EA}"/>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4" name="Freeform: Shape 473">
                <a:extLst>
                  <a:ext uri="{FF2B5EF4-FFF2-40B4-BE49-F238E27FC236}">
                    <a16:creationId xmlns:a16="http://schemas.microsoft.com/office/drawing/2014/main" id="{E0875655-2858-4E5A-91CF-0CB60D93242C}"/>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5" name="Freeform: Shape 474">
                <a:extLst>
                  <a:ext uri="{FF2B5EF4-FFF2-40B4-BE49-F238E27FC236}">
                    <a16:creationId xmlns:a16="http://schemas.microsoft.com/office/drawing/2014/main" id="{3C671E21-90AF-4677-B92C-A475D153F0E6}"/>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6" name="Freeform: Shape 475">
                <a:extLst>
                  <a:ext uri="{FF2B5EF4-FFF2-40B4-BE49-F238E27FC236}">
                    <a16:creationId xmlns:a16="http://schemas.microsoft.com/office/drawing/2014/main" id="{7813D3E9-C464-477A-B947-2DFE57CCF90F}"/>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7" name="Freeform: Shape 476">
                <a:extLst>
                  <a:ext uri="{FF2B5EF4-FFF2-40B4-BE49-F238E27FC236}">
                    <a16:creationId xmlns:a16="http://schemas.microsoft.com/office/drawing/2014/main" id="{110011BD-EB98-4732-AEAF-2676E75E2BD1}"/>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8" name="Freeform: Shape 477">
                <a:extLst>
                  <a:ext uri="{FF2B5EF4-FFF2-40B4-BE49-F238E27FC236}">
                    <a16:creationId xmlns:a16="http://schemas.microsoft.com/office/drawing/2014/main" id="{E79A208B-DB79-49A3-BBEB-12746AF2540C}"/>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9" name="Freeform: Shape 478">
                <a:extLst>
                  <a:ext uri="{FF2B5EF4-FFF2-40B4-BE49-F238E27FC236}">
                    <a16:creationId xmlns:a16="http://schemas.microsoft.com/office/drawing/2014/main" id="{29A2C3E4-21D5-4670-8747-0022229A5151}"/>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0" name="Freeform: Shape 479">
                <a:extLst>
                  <a:ext uri="{FF2B5EF4-FFF2-40B4-BE49-F238E27FC236}">
                    <a16:creationId xmlns:a16="http://schemas.microsoft.com/office/drawing/2014/main" id="{0C2EA2A0-C309-4A34-83CF-E8E4F4FDCC4B}"/>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1" name="Freeform: Shape 480">
                <a:extLst>
                  <a:ext uri="{FF2B5EF4-FFF2-40B4-BE49-F238E27FC236}">
                    <a16:creationId xmlns:a16="http://schemas.microsoft.com/office/drawing/2014/main" id="{71ADAC02-1219-4CC8-A0C6-03377728290D}"/>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2" name="Freeform: Shape 481">
                <a:extLst>
                  <a:ext uri="{FF2B5EF4-FFF2-40B4-BE49-F238E27FC236}">
                    <a16:creationId xmlns:a16="http://schemas.microsoft.com/office/drawing/2014/main" id="{D35A9C3D-522E-4151-AAFA-49C97E73C55E}"/>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3" name="Freeform: Shape 482">
                <a:extLst>
                  <a:ext uri="{FF2B5EF4-FFF2-40B4-BE49-F238E27FC236}">
                    <a16:creationId xmlns:a16="http://schemas.microsoft.com/office/drawing/2014/main" id="{1F12AA4E-0654-4ED0-BD77-C8058C39ADB3}"/>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4" name="Freeform: Shape 483">
                <a:extLst>
                  <a:ext uri="{FF2B5EF4-FFF2-40B4-BE49-F238E27FC236}">
                    <a16:creationId xmlns:a16="http://schemas.microsoft.com/office/drawing/2014/main" id="{D3B55DDB-4A1A-4C01-8929-4E3751AB345D}"/>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5" name="Freeform: Shape 484">
                <a:extLst>
                  <a:ext uri="{FF2B5EF4-FFF2-40B4-BE49-F238E27FC236}">
                    <a16:creationId xmlns:a16="http://schemas.microsoft.com/office/drawing/2014/main" id="{B12C0AB1-4700-42B5-8E49-202E81199E9B}"/>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6" name="Freeform: Shape 485">
                <a:extLst>
                  <a:ext uri="{FF2B5EF4-FFF2-40B4-BE49-F238E27FC236}">
                    <a16:creationId xmlns:a16="http://schemas.microsoft.com/office/drawing/2014/main" id="{5BCC1D4E-0AFC-4931-A6E8-451B30A8CC21}"/>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7" name="Freeform: Shape 486">
                <a:extLst>
                  <a:ext uri="{FF2B5EF4-FFF2-40B4-BE49-F238E27FC236}">
                    <a16:creationId xmlns:a16="http://schemas.microsoft.com/office/drawing/2014/main" id="{C758437B-182F-456D-BC2C-8671A465D1B0}"/>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grpSp>
        <p:nvGrpSpPr>
          <p:cNvPr id="670" name="Group 669">
            <a:extLst>
              <a:ext uri="{FF2B5EF4-FFF2-40B4-BE49-F238E27FC236}">
                <a16:creationId xmlns:a16="http://schemas.microsoft.com/office/drawing/2014/main" id="{0C7B280F-B9A7-B7F7-B8E9-A92A6FCADEEA}"/>
              </a:ext>
            </a:extLst>
          </p:cNvPr>
          <p:cNvGrpSpPr/>
          <p:nvPr/>
        </p:nvGrpSpPr>
        <p:grpSpPr>
          <a:xfrm>
            <a:off x="8005553" y="3940837"/>
            <a:ext cx="2099799" cy="2151059"/>
            <a:chOff x="12190413" y="4001233"/>
            <a:chExt cx="2140389" cy="2192639"/>
          </a:xfrm>
        </p:grpSpPr>
        <p:sp>
          <p:nvSpPr>
            <p:cNvPr id="6" name="Rectangle: Rounded Corners 5">
              <a:extLst>
                <a:ext uri="{FF2B5EF4-FFF2-40B4-BE49-F238E27FC236}">
                  <a16:creationId xmlns:a16="http://schemas.microsoft.com/office/drawing/2014/main" id="{86F9BB14-D627-404D-9B5B-A86BF33A00AB}"/>
                </a:ext>
              </a:extLst>
            </p:cNvPr>
            <p:cNvSpPr/>
            <p:nvPr/>
          </p:nvSpPr>
          <p:spPr>
            <a:xfrm>
              <a:off x="12190413" y="4001233"/>
              <a:ext cx="2140389" cy="2192639"/>
            </a:xfrm>
            <a:prstGeom prst="roundRect">
              <a:avLst>
                <a:gd name="adj" fmla="val 3192"/>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Heavy"/>
                <a:ea typeface="+mn-ea"/>
                <a:cs typeface="+mn-cs"/>
              </a:endParaRPr>
            </a:p>
          </p:txBody>
        </p:sp>
        <p:grpSp>
          <p:nvGrpSpPr>
            <p:cNvPr id="80" name="Group 79">
              <a:extLst>
                <a:ext uri="{FF2B5EF4-FFF2-40B4-BE49-F238E27FC236}">
                  <a16:creationId xmlns:a16="http://schemas.microsoft.com/office/drawing/2014/main" id="{CE44819E-5B4A-4EA8-A522-B90D5B183BCD}"/>
                </a:ext>
              </a:extLst>
            </p:cNvPr>
            <p:cNvGrpSpPr>
              <a:grpSpLocks noChangeAspect="1"/>
            </p:cNvGrpSpPr>
            <p:nvPr/>
          </p:nvGrpSpPr>
          <p:grpSpPr>
            <a:xfrm>
              <a:off x="12365498" y="4771254"/>
              <a:ext cx="704416" cy="854869"/>
              <a:chOff x="6153698" y="4795943"/>
              <a:chExt cx="1670155" cy="2026870"/>
            </a:xfrm>
            <a:solidFill>
              <a:schemeClr val="bg1">
                <a:lumMod val="75000"/>
                <a:lumOff val="25000"/>
              </a:schemeClr>
            </a:solidFill>
          </p:grpSpPr>
          <p:sp>
            <p:nvSpPr>
              <p:cNvPr id="84" name="Freeform: Shape 83">
                <a:extLst>
                  <a:ext uri="{FF2B5EF4-FFF2-40B4-BE49-F238E27FC236}">
                    <a16:creationId xmlns:a16="http://schemas.microsoft.com/office/drawing/2014/main" id="{4F37D293-62D2-4650-9A80-D32CE3266E21}"/>
                  </a:ext>
                </a:extLst>
              </p:cNvPr>
              <p:cNvSpPr/>
              <p:nvPr/>
            </p:nvSpPr>
            <p:spPr>
              <a:xfrm>
                <a:off x="6745653" y="4795943"/>
                <a:ext cx="14150" cy="1084008"/>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1" name="Rectangle: Rounded Corners 10">
                <a:extLst>
                  <a:ext uri="{FF2B5EF4-FFF2-40B4-BE49-F238E27FC236}">
                    <a16:creationId xmlns:a16="http://schemas.microsoft.com/office/drawing/2014/main" id="{142C2649-E050-404C-9DC0-60788C537454}"/>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solidFill>
                <a:schemeClr val="accent1"/>
              </a:solidFill>
              <a:ln w="15875" cap="rnd">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 b="0" i="0" u="none" strike="noStrike" kern="1200" cap="none" spc="0" normalizeH="0" baseline="0" noProof="0">
                  <a:ln>
                    <a:noFill/>
                  </a:ln>
                  <a:solidFill>
                    <a:srgbClr val="000000"/>
                  </a:solidFill>
                  <a:effectLst/>
                  <a:uLnTx/>
                  <a:uFillTx/>
                  <a:latin typeface="Amazon Ember"/>
                  <a:ea typeface="+mn-ea"/>
                  <a:cs typeface="+mn-cs"/>
                </a:endParaRPr>
              </a:p>
            </p:txBody>
          </p:sp>
          <p:sp>
            <p:nvSpPr>
              <p:cNvPr id="82" name="Freeform: Shape 81">
                <a:extLst>
                  <a:ext uri="{FF2B5EF4-FFF2-40B4-BE49-F238E27FC236}">
                    <a16:creationId xmlns:a16="http://schemas.microsoft.com/office/drawing/2014/main" id="{5CE785E6-331D-462F-BF00-99A0F147C226}"/>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3" name="Freeform: Shape 82">
                <a:extLst>
                  <a:ext uri="{FF2B5EF4-FFF2-40B4-BE49-F238E27FC236}">
                    <a16:creationId xmlns:a16="http://schemas.microsoft.com/office/drawing/2014/main" id="{927AD5C9-EE90-428A-ACB6-8CF0C9A09851}"/>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5" name="Freeform: Shape 84">
                <a:extLst>
                  <a:ext uri="{FF2B5EF4-FFF2-40B4-BE49-F238E27FC236}">
                    <a16:creationId xmlns:a16="http://schemas.microsoft.com/office/drawing/2014/main" id="{E952364A-6443-46D7-A878-5D7E7EEF14C2}"/>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6" name="Freeform: Shape 85">
                <a:extLst>
                  <a:ext uri="{FF2B5EF4-FFF2-40B4-BE49-F238E27FC236}">
                    <a16:creationId xmlns:a16="http://schemas.microsoft.com/office/drawing/2014/main" id="{51852F4F-C87F-4CF4-8839-66D69DBA47DA}"/>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7" name="Freeform: Shape 86">
                <a:extLst>
                  <a:ext uri="{FF2B5EF4-FFF2-40B4-BE49-F238E27FC236}">
                    <a16:creationId xmlns:a16="http://schemas.microsoft.com/office/drawing/2014/main" id="{C975BE29-7257-4A75-869C-65819E831BB4}"/>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8" name="Freeform: Shape 87">
                <a:extLst>
                  <a:ext uri="{FF2B5EF4-FFF2-40B4-BE49-F238E27FC236}">
                    <a16:creationId xmlns:a16="http://schemas.microsoft.com/office/drawing/2014/main" id="{EDB91409-4186-495A-B85A-85DBD96C88A7}"/>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9" name="Freeform: Shape 88">
                <a:extLst>
                  <a:ext uri="{FF2B5EF4-FFF2-40B4-BE49-F238E27FC236}">
                    <a16:creationId xmlns:a16="http://schemas.microsoft.com/office/drawing/2014/main" id="{8CAEF992-2E7D-405D-AF91-13C3D8FDF3E3}"/>
                  </a:ext>
                </a:extLst>
              </p:cNvPr>
              <p:cNvSpPr/>
              <p:nvPr/>
            </p:nvSpPr>
            <p:spPr>
              <a:xfrm>
                <a:off x="6745653" y="6172408"/>
                <a:ext cx="14150" cy="65040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0" name="Freeform: Shape 89">
                <a:extLst>
                  <a:ext uri="{FF2B5EF4-FFF2-40B4-BE49-F238E27FC236}">
                    <a16:creationId xmlns:a16="http://schemas.microsoft.com/office/drawing/2014/main" id="{82D11C95-5C08-40D1-9593-20ED06F31DB8}"/>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1" name="Freeform: Shape 90">
                <a:extLst>
                  <a:ext uri="{FF2B5EF4-FFF2-40B4-BE49-F238E27FC236}">
                    <a16:creationId xmlns:a16="http://schemas.microsoft.com/office/drawing/2014/main" id="{86ECDE35-A35D-493F-894F-3E0376A46F01}"/>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2" name="Freeform: Shape 91">
                <a:extLst>
                  <a:ext uri="{FF2B5EF4-FFF2-40B4-BE49-F238E27FC236}">
                    <a16:creationId xmlns:a16="http://schemas.microsoft.com/office/drawing/2014/main" id="{D06778CF-2256-4344-901B-CB63D0EDEC2E}"/>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3" name="Freeform: Shape 92">
                <a:extLst>
                  <a:ext uri="{FF2B5EF4-FFF2-40B4-BE49-F238E27FC236}">
                    <a16:creationId xmlns:a16="http://schemas.microsoft.com/office/drawing/2014/main" id="{EC514D19-1C18-4DD9-9ADB-FEB44673083A}"/>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4" name="Freeform: Shape 93">
                <a:extLst>
                  <a:ext uri="{FF2B5EF4-FFF2-40B4-BE49-F238E27FC236}">
                    <a16:creationId xmlns:a16="http://schemas.microsoft.com/office/drawing/2014/main" id="{B99DCC0D-85EA-4140-BB1C-61C7581FFE99}"/>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5" name="Freeform: Shape 94">
                <a:extLst>
                  <a:ext uri="{FF2B5EF4-FFF2-40B4-BE49-F238E27FC236}">
                    <a16:creationId xmlns:a16="http://schemas.microsoft.com/office/drawing/2014/main" id="{0FD1E2AB-00D2-487D-9E3D-A09D4DB0A919}"/>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6" name="Freeform: Shape 95">
                <a:extLst>
                  <a:ext uri="{FF2B5EF4-FFF2-40B4-BE49-F238E27FC236}">
                    <a16:creationId xmlns:a16="http://schemas.microsoft.com/office/drawing/2014/main" id="{FABB2625-2FD8-4371-8AEE-20D3EC4CFF5F}"/>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7" name="Freeform: Shape 96">
                <a:extLst>
                  <a:ext uri="{FF2B5EF4-FFF2-40B4-BE49-F238E27FC236}">
                    <a16:creationId xmlns:a16="http://schemas.microsoft.com/office/drawing/2014/main" id="{DEA63977-F61A-44AA-A423-AEE74626D6E6}"/>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8" name="Freeform: Shape 97">
                <a:extLst>
                  <a:ext uri="{FF2B5EF4-FFF2-40B4-BE49-F238E27FC236}">
                    <a16:creationId xmlns:a16="http://schemas.microsoft.com/office/drawing/2014/main" id="{63ACDC3B-7C0F-43E9-8572-ECC1DF808B2D}"/>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9" name="Freeform: Shape 98">
                <a:extLst>
                  <a:ext uri="{FF2B5EF4-FFF2-40B4-BE49-F238E27FC236}">
                    <a16:creationId xmlns:a16="http://schemas.microsoft.com/office/drawing/2014/main" id="{93A18BBC-78E0-4D72-8629-81793C8FDA6A}"/>
                  </a:ext>
                </a:extLst>
              </p:cNvPr>
              <p:cNvSpPr/>
              <p:nvPr/>
            </p:nvSpPr>
            <p:spPr>
              <a:xfrm>
                <a:off x="7173449" y="5741814"/>
                <a:ext cx="650404" cy="14150"/>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0" name="Freeform: Shape 99">
                <a:extLst>
                  <a:ext uri="{FF2B5EF4-FFF2-40B4-BE49-F238E27FC236}">
                    <a16:creationId xmlns:a16="http://schemas.microsoft.com/office/drawing/2014/main" id="{2E1C372A-FB98-4E6D-89C3-FC5CC22EB3BD}"/>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1" name="Freeform: Shape 100">
                <a:extLst>
                  <a:ext uri="{FF2B5EF4-FFF2-40B4-BE49-F238E27FC236}">
                    <a16:creationId xmlns:a16="http://schemas.microsoft.com/office/drawing/2014/main" id="{8456403A-6031-4B6C-87A2-2B2740FA9FA5}"/>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sp>
          <p:nvSpPr>
            <p:cNvPr id="17" name="TextBox 16">
              <a:extLst>
                <a:ext uri="{FF2B5EF4-FFF2-40B4-BE49-F238E27FC236}">
                  <a16:creationId xmlns:a16="http://schemas.microsoft.com/office/drawing/2014/main" id="{26BA9512-44E0-410A-9884-1C895964FE14}"/>
                </a:ext>
              </a:extLst>
            </p:cNvPr>
            <p:cNvSpPr txBox="1"/>
            <p:nvPr/>
          </p:nvSpPr>
          <p:spPr>
            <a:xfrm>
              <a:off x="12516912" y="5081131"/>
              <a:ext cx="198772" cy="200055"/>
            </a:xfrm>
            <a:prstGeom prst="rect">
              <a:avLst/>
            </a:prstGeom>
            <a:noFill/>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50" b="0" i="0" u="none" strike="noStrike" kern="1200" cap="none" spc="70" normalizeH="0" baseline="0" noProof="0">
                  <a:ln>
                    <a:noFill/>
                  </a:ln>
                  <a:solidFill>
                    <a:srgbClr val="FFFFFF"/>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NODE</a:t>
              </a:r>
              <a:br>
                <a:rPr kumimoji="0" lang="en-US" sz="650" b="0" i="0" u="none" strike="noStrike" kern="1200" cap="none" spc="70" normalizeH="0" baseline="0" noProof="0">
                  <a:ln>
                    <a:noFill/>
                  </a:ln>
                  <a:solidFill>
                    <a:srgbClr val="FFFFFF"/>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br>
              <a:r>
                <a:rPr kumimoji="0" lang="en-US" sz="650" b="0" i="0" u="none" strike="noStrike" kern="1200" cap="none" spc="70" normalizeH="0" baseline="0" noProof="0">
                  <a:ln>
                    <a:noFill/>
                  </a:ln>
                  <a:solidFill>
                    <a:srgbClr val="FFFFFF"/>
                  </a:solidFill>
                  <a:effectLst/>
                  <a:uLnTx/>
                  <a:uFillTx/>
                  <a:latin typeface="Amazon Ember Mono" panose="020B0509020204020204" pitchFamily="49" charset="0"/>
                  <a:ea typeface="Amazon Ember Mono" panose="020B0509020204020204" pitchFamily="49" charset="0"/>
                  <a:cs typeface="Amazon Ember Mono" panose="020B0509020204020204" pitchFamily="49" charset="0"/>
                </a:rPr>
                <a:t>1</a:t>
              </a:r>
            </a:p>
          </p:txBody>
        </p:sp>
        <p:grpSp>
          <p:nvGrpSpPr>
            <p:cNvPr id="36" name="Group 35">
              <a:extLst>
                <a:ext uri="{FF2B5EF4-FFF2-40B4-BE49-F238E27FC236}">
                  <a16:creationId xmlns:a16="http://schemas.microsoft.com/office/drawing/2014/main" id="{01086D59-2478-4654-8261-208062C0A011}"/>
                </a:ext>
              </a:extLst>
            </p:cNvPr>
            <p:cNvGrpSpPr>
              <a:grpSpLocks noChangeAspect="1"/>
            </p:cNvGrpSpPr>
            <p:nvPr/>
          </p:nvGrpSpPr>
          <p:grpSpPr>
            <a:xfrm>
              <a:off x="12365508" y="4267603"/>
              <a:ext cx="500469" cy="499394"/>
              <a:chOff x="6153698" y="5155204"/>
              <a:chExt cx="1186596" cy="1184049"/>
            </a:xfrm>
            <a:solidFill>
              <a:schemeClr val="bg1">
                <a:lumMod val="75000"/>
                <a:lumOff val="25000"/>
              </a:schemeClr>
            </a:solidFill>
          </p:grpSpPr>
          <p:sp>
            <p:nvSpPr>
              <p:cNvPr id="37" name="Rectangle: Rounded Corners 10">
                <a:extLst>
                  <a:ext uri="{FF2B5EF4-FFF2-40B4-BE49-F238E27FC236}">
                    <a16:creationId xmlns:a16="http://schemas.microsoft.com/office/drawing/2014/main" id="{ACB05AF0-379C-4DB8-9A6C-037E49FD2EDB}"/>
                  </a:ext>
                </a:extLst>
              </p:cNvPr>
              <p:cNvSpPr/>
              <p:nvPr/>
            </p:nvSpPr>
            <p:spPr>
              <a:xfrm>
                <a:off x="6320401" y="5321907"/>
                <a:ext cx="850499" cy="850501"/>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solidFill>
                <a:schemeClr val="bg1">
                  <a:lumMod val="75000"/>
                  <a:lumOff val="25000"/>
                </a:schemeClr>
              </a:solid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Amazon Ember"/>
                  <a:ea typeface="+mn-ea"/>
                  <a:cs typeface="+mn-cs"/>
                </a:endParaRPr>
              </a:p>
            </p:txBody>
          </p:sp>
          <p:sp>
            <p:nvSpPr>
              <p:cNvPr id="38" name="Freeform: Shape 37">
                <a:extLst>
                  <a:ext uri="{FF2B5EF4-FFF2-40B4-BE49-F238E27FC236}">
                    <a16:creationId xmlns:a16="http://schemas.microsoft.com/office/drawing/2014/main" id="{1F3A2CA3-7DC9-40C5-8B7B-8AF833EB8F99}"/>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9" name="Freeform: Shape 38">
                <a:extLst>
                  <a:ext uri="{FF2B5EF4-FFF2-40B4-BE49-F238E27FC236}">
                    <a16:creationId xmlns:a16="http://schemas.microsoft.com/office/drawing/2014/main" id="{B5FFF963-E034-4B48-9F17-C4DFE1A59557}"/>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0" name="Freeform: Shape 39">
                <a:extLst>
                  <a:ext uri="{FF2B5EF4-FFF2-40B4-BE49-F238E27FC236}">
                    <a16:creationId xmlns:a16="http://schemas.microsoft.com/office/drawing/2014/main" id="{E26BACC7-8D72-4EA5-9663-152A143808D2}"/>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 name="Freeform: Shape 40">
                <a:extLst>
                  <a:ext uri="{FF2B5EF4-FFF2-40B4-BE49-F238E27FC236}">
                    <a16:creationId xmlns:a16="http://schemas.microsoft.com/office/drawing/2014/main" id="{9746DD56-D7A2-47D9-B306-DFA34D3143A8}"/>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 name="Freeform: Shape 41">
                <a:extLst>
                  <a:ext uri="{FF2B5EF4-FFF2-40B4-BE49-F238E27FC236}">
                    <a16:creationId xmlns:a16="http://schemas.microsoft.com/office/drawing/2014/main" id="{B7C4E8AB-D846-4087-9539-2A0B0FCAC527}"/>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 name="Freeform: Shape 42">
                <a:extLst>
                  <a:ext uri="{FF2B5EF4-FFF2-40B4-BE49-F238E27FC236}">
                    <a16:creationId xmlns:a16="http://schemas.microsoft.com/office/drawing/2014/main" id="{BCFDA2DD-8DA2-4E0F-B341-E50BFA6A8659}"/>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 name="Freeform: Shape 43">
                <a:extLst>
                  <a:ext uri="{FF2B5EF4-FFF2-40B4-BE49-F238E27FC236}">
                    <a16:creationId xmlns:a16="http://schemas.microsoft.com/office/drawing/2014/main" id="{98EB7D00-FF03-4204-9D7B-B3C33CE5F9DF}"/>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6" name="Freeform: Shape 45">
                <a:extLst>
                  <a:ext uri="{FF2B5EF4-FFF2-40B4-BE49-F238E27FC236}">
                    <a16:creationId xmlns:a16="http://schemas.microsoft.com/office/drawing/2014/main" id="{7EA9A0E2-4053-4535-A78F-83AF9B9E2251}"/>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 name="Freeform: Shape 46">
                <a:extLst>
                  <a:ext uri="{FF2B5EF4-FFF2-40B4-BE49-F238E27FC236}">
                    <a16:creationId xmlns:a16="http://schemas.microsoft.com/office/drawing/2014/main" id="{E95048FD-6F96-4304-9709-0A79B7074D1B}"/>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 name="Freeform: Shape 47">
                <a:extLst>
                  <a:ext uri="{FF2B5EF4-FFF2-40B4-BE49-F238E27FC236}">
                    <a16:creationId xmlns:a16="http://schemas.microsoft.com/office/drawing/2014/main" id="{68F2D7C4-8DE4-4E9B-A411-0A817B34B11B}"/>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 name="Freeform: Shape 48">
                <a:extLst>
                  <a:ext uri="{FF2B5EF4-FFF2-40B4-BE49-F238E27FC236}">
                    <a16:creationId xmlns:a16="http://schemas.microsoft.com/office/drawing/2014/main" id="{41EE3A2C-87F4-4956-AA5A-AA15A1FA8E87}"/>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 name="Freeform: Shape 49">
                <a:extLst>
                  <a:ext uri="{FF2B5EF4-FFF2-40B4-BE49-F238E27FC236}">
                    <a16:creationId xmlns:a16="http://schemas.microsoft.com/office/drawing/2014/main" id="{2ED656C0-D265-4FE0-AA9E-6785C11F1640}"/>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 name="Freeform: Shape 50">
                <a:extLst>
                  <a:ext uri="{FF2B5EF4-FFF2-40B4-BE49-F238E27FC236}">
                    <a16:creationId xmlns:a16="http://schemas.microsoft.com/office/drawing/2014/main" id="{32C9FAAC-C5DC-4148-A684-AFE242FAB198}"/>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 name="Freeform: Shape 51">
                <a:extLst>
                  <a:ext uri="{FF2B5EF4-FFF2-40B4-BE49-F238E27FC236}">
                    <a16:creationId xmlns:a16="http://schemas.microsoft.com/office/drawing/2014/main" id="{A60E70A0-76E0-43EA-88C3-8FFCCF6D90EA}"/>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 name="Freeform: Shape 52">
                <a:extLst>
                  <a:ext uri="{FF2B5EF4-FFF2-40B4-BE49-F238E27FC236}">
                    <a16:creationId xmlns:a16="http://schemas.microsoft.com/office/drawing/2014/main" id="{4AA9ED27-53A3-43B6-8D63-28784BC50BDB}"/>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 name="Freeform: Shape 53">
                <a:extLst>
                  <a:ext uri="{FF2B5EF4-FFF2-40B4-BE49-F238E27FC236}">
                    <a16:creationId xmlns:a16="http://schemas.microsoft.com/office/drawing/2014/main" id="{27BB7127-E236-40C5-98CA-9DE99D48EA26}"/>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 name="Freeform: Shape 54">
                <a:extLst>
                  <a:ext uri="{FF2B5EF4-FFF2-40B4-BE49-F238E27FC236}">
                    <a16:creationId xmlns:a16="http://schemas.microsoft.com/office/drawing/2014/main" id="{2DDD6EB7-F2B2-4F2C-9DC8-425660DAAAAB}"/>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 name="Freeform: Shape 55">
                <a:extLst>
                  <a:ext uri="{FF2B5EF4-FFF2-40B4-BE49-F238E27FC236}">
                    <a16:creationId xmlns:a16="http://schemas.microsoft.com/office/drawing/2014/main" id="{F3BCC282-337F-4A8D-84BB-FC0663615EB6}"/>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 name="Freeform: Shape 56">
                <a:extLst>
                  <a:ext uri="{FF2B5EF4-FFF2-40B4-BE49-F238E27FC236}">
                    <a16:creationId xmlns:a16="http://schemas.microsoft.com/office/drawing/2014/main" id="{21E30057-2566-455E-9410-DF6328066560}"/>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5" name="Freeform: Shape 44">
                <a:extLst>
                  <a:ext uri="{FF2B5EF4-FFF2-40B4-BE49-F238E27FC236}">
                    <a16:creationId xmlns:a16="http://schemas.microsoft.com/office/drawing/2014/main" id="{BBE772D0-F5FB-4E17-87C7-C37245BF1B26}"/>
                  </a:ext>
                </a:extLst>
              </p:cNvPr>
              <p:cNvSpPr/>
              <p:nvPr/>
            </p:nvSpPr>
            <p:spPr>
              <a:xfrm>
                <a:off x="6745653" y="6172408"/>
                <a:ext cx="14150"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102" name="Group 101">
              <a:extLst>
                <a:ext uri="{FF2B5EF4-FFF2-40B4-BE49-F238E27FC236}">
                  <a16:creationId xmlns:a16="http://schemas.microsoft.com/office/drawing/2014/main" id="{11344B93-A669-499F-95A1-943E020CAEE4}"/>
                </a:ext>
              </a:extLst>
            </p:cNvPr>
            <p:cNvGrpSpPr>
              <a:grpSpLocks noChangeAspect="1"/>
            </p:cNvGrpSpPr>
            <p:nvPr/>
          </p:nvGrpSpPr>
          <p:grpSpPr>
            <a:xfrm>
              <a:off x="12365508" y="5577953"/>
              <a:ext cx="500469" cy="499394"/>
              <a:chOff x="6153698" y="5155204"/>
              <a:chExt cx="1186596" cy="1184049"/>
            </a:xfrm>
            <a:solidFill>
              <a:schemeClr val="bg1">
                <a:lumMod val="75000"/>
                <a:lumOff val="25000"/>
              </a:schemeClr>
            </a:solidFill>
          </p:grpSpPr>
          <p:sp>
            <p:nvSpPr>
              <p:cNvPr id="103" name="Rectangle: Rounded Corners 10">
                <a:extLst>
                  <a:ext uri="{FF2B5EF4-FFF2-40B4-BE49-F238E27FC236}">
                    <a16:creationId xmlns:a16="http://schemas.microsoft.com/office/drawing/2014/main" id="{5D18C748-9E9D-4BC5-8592-C19A32ADC57D}"/>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4" name="Freeform: Shape 103">
                <a:extLst>
                  <a:ext uri="{FF2B5EF4-FFF2-40B4-BE49-F238E27FC236}">
                    <a16:creationId xmlns:a16="http://schemas.microsoft.com/office/drawing/2014/main" id="{0BBD98BF-BB37-4589-87B3-B7847ED7082D}"/>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5" name="Freeform: Shape 104">
                <a:extLst>
                  <a:ext uri="{FF2B5EF4-FFF2-40B4-BE49-F238E27FC236}">
                    <a16:creationId xmlns:a16="http://schemas.microsoft.com/office/drawing/2014/main" id="{8F3F7508-1D89-42E2-8C9E-021C76883B67}"/>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6" name="Freeform: Shape 105">
                <a:extLst>
                  <a:ext uri="{FF2B5EF4-FFF2-40B4-BE49-F238E27FC236}">
                    <a16:creationId xmlns:a16="http://schemas.microsoft.com/office/drawing/2014/main" id="{73007BD1-1DF5-4C33-9F08-568F3152E7A6}"/>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7" name="Freeform: Shape 106">
                <a:extLst>
                  <a:ext uri="{FF2B5EF4-FFF2-40B4-BE49-F238E27FC236}">
                    <a16:creationId xmlns:a16="http://schemas.microsoft.com/office/drawing/2014/main" id="{12599DF3-F929-4005-8B99-BC949B6C157E}"/>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8" name="Freeform: Shape 107">
                <a:extLst>
                  <a:ext uri="{FF2B5EF4-FFF2-40B4-BE49-F238E27FC236}">
                    <a16:creationId xmlns:a16="http://schemas.microsoft.com/office/drawing/2014/main" id="{9013987D-5BE0-4234-A51E-6BB1C589F4B8}"/>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9" name="Freeform: Shape 108">
                <a:extLst>
                  <a:ext uri="{FF2B5EF4-FFF2-40B4-BE49-F238E27FC236}">
                    <a16:creationId xmlns:a16="http://schemas.microsoft.com/office/drawing/2014/main" id="{0D4E5B8B-39B4-4B48-B111-C49537E91F21}"/>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0" name="Freeform: Shape 109">
                <a:extLst>
                  <a:ext uri="{FF2B5EF4-FFF2-40B4-BE49-F238E27FC236}">
                    <a16:creationId xmlns:a16="http://schemas.microsoft.com/office/drawing/2014/main" id="{A7AACEC2-86FD-47AA-B373-02DDBB44931F}"/>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1" name="Freeform: Shape 110">
                <a:extLst>
                  <a:ext uri="{FF2B5EF4-FFF2-40B4-BE49-F238E27FC236}">
                    <a16:creationId xmlns:a16="http://schemas.microsoft.com/office/drawing/2014/main" id="{3D27B6D0-2E04-4D7C-A41C-FD48613DF95B}"/>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2" name="Freeform: Shape 111">
                <a:extLst>
                  <a:ext uri="{FF2B5EF4-FFF2-40B4-BE49-F238E27FC236}">
                    <a16:creationId xmlns:a16="http://schemas.microsoft.com/office/drawing/2014/main" id="{1D3E8536-5F7E-4A2E-9E91-E2B1E23FB236}"/>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3" name="Freeform: Shape 112">
                <a:extLst>
                  <a:ext uri="{FF2B5EF4-FFF2-40B4-BE49-F238E27FC236}">
                    <a16:creationId xmlns:a16="http://schemas.microsoft.com/office/drawing/2014/main" id="{F6329EB1-8C0D-464E-8661-4AB7170E0B89}"/>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4" name="Freeform: Shape 113">
                <a:extLst>
                  <a:ext uri="{FF2B5EF4-FFF2-40B4-BE49-F238E27FC236}">
                    <a16:creationId xmlns:a16="http://schemas.microsoft.com/office/drawing/2014/main" id="{D27525EC-8B81-479E-84D5-41F92641993A}"/>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5" name="Freeform: Shape 114">
                <a:extLst>
                  <a:ext uri="{FF2B5EF4-FFF2-40B4-BE49-F238E27FC236}">
                    <a16:creationId xmlns:a16="http://schemas.microsoft.com/office/drawing/2014/main" id="{7F43EFAD-3925-4473-A875-7E1429C1829D}"/>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6" name="Freeform: Shape 115">
                <a:extLst>
                  <a:ext uri="{FF2B5EF4-FFF2-40B4-BE49-F238E27FC236}">
                    <a16:creationId xmlns:a16="http://schemas.microsoft.com/office/drawing/2014/main" id="{962787AB-8FA7-470E-B31C-4AC53E601BC7}"/>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7" name="Freeform: Shape 116">
                <a:extLst>
                  <a:ext uri="{FF2B5EF4-FFF2-40B4-BE49-F238E27FC236}">
                    <a16:creationId xmlns:a16="http://schemas.microsoft.com/office/drawing/2014/main" id="{72B16350-1F60-4D59-BC7E-05C517C24E53}"/>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8" name="Freeform: Shape 117">
                <a:extLst>
                  <a:ext uri="{FF2B5EF4-FFF2-40B4-BE49-F238E27FC236}">
                    <a16:creationId xmlns:a16="http://schemas.microsoft.com/office/drawing/2014/main" id="{33A372A4-33AF-4DF0-A476-DA2BCCDE1490}"/>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9" name="Freeform: Shape 118">
                <a:extLst>
                  <a:ext uri="{FF2B5EF4-FFF2-40B4-BE49-F238E27FC236}">
                    <a16:creationId xmlns:a16="http://schemas.microsoft.com/office/drawing/2014/main" id="{7B424E85-461A-4978-A1BE-584149A059AB}"/>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0" name="Freeform: Shape 119">
                <a:extLst>
                  <a:ext uri="{FF2B5EF4-FFF2-40B4-BE49-F238E27FC236}">
                    <a16:creationId xmlns:a16="http://schemas.microsoft.com/office/drawing/2014/main" id="{2001380C-4456-47D9-97B7-BEFB7472F6A4}"/>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1" name="Freeform: Shape 120">
                <a:extLst>
                  <a:ext uri="{FF2B5EF4-FFF2-40B4-BE49-F238E27FC236}">
                    <a16:creationId xmlns:a16="http://schemas.microsoft.com/office/drawing/2014/main" id="{D8460FA7-ED94-48A6-8D80-0DCBDD7EB77A}"/>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2" name="Freeform: Shape 121">
                <a:extLst>
                  <a:ext uri="{FF2B5EF4-FFF2-40B4-BE49-F238E27FC236}">
                    <a16:creationId xmlns:a16="http://schemas.microsoft.com/office/drawing/2014/main" id="{671E1967-8E53-4E34-A273-AA15FDF952DE}"/>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3" name="Freeform: Shape 122">
                <a:extLst>
                  <a:ext uri="{FF2B5EF4-FFF2-40B4-BE49-F238E27FC236}">
                    <a16:creationId xmlns:a16="http://schemas.microsoft.com/office/drawing/2014/main" id="{549457DD-78F6-49CD-887F-6C613C275BA3}"/>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124" name="Group 123">
              <a:extLst>
                <a:ext uri="{FF2B5EF4-FFF2-40B4-BE49-F238E27FC236}">
                  <a16:creationId xmlns:a16="http://schemas.microsoft.com/office/drawing/2014/main" id="{EA3478A0-7E25-4D85-8A36-5F3554F756D8}"/>
                </a:ext>
              </a:extLst>
            </p:cNvPr>
            <p:cNvGrpSpPr>
              <a:grpSpLocks noChangeAspect="1"/>
            </p:cNvGrpSpPr>
            <p:nvPr/>
          </p:nvGrpSpPr>
          <p:grpSpPr>
            <a:xfrm>
              <a:off x="13014732" y="4267603"/>
              <a:ext cx="500469" cy="499394"/>
              <a:chOff x="6153698" y="5155204"/>
              <a:chExt cx="1186596" cy="1184049"/>
            </a:xfrm>
            <a:solidFill>
              <a:schemeClr val="bg1">
                <a:lumMod val="75000"/>
                <a:lumOff val="25000"/>
              </a:schemeClr>
            </a:solidFill>
          </p:grpSpPr>
          <p:sp>
            <p:nvSpPr>
              <p:cNvPr id="125" name="Rectangle: Rounded Corners 10">
                <a:extLst>
                  <a:ext uri="{FF2B5EF4-FFF2-40B4-BE49-F238E27FC236}">
                    <a16:creationId xmlns:a16="http://schemas.microsoft.com/office/drawing/2014/main" id="{86EB19ED-B18F-499A-B13F-C975C82D33D8}"/>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6" name="Freeform: Shape 125">
                <a:extLst>
                  <a:ext uri="{FF2B5EF4-FFF2-40B4-BE49-F238E27FC236}">
                    <a16:creationId xmlns:a16="http://schemas.microsoft.com/office/drawing/2014/main" id="{14429287-3739-4D16-9AC3-61085160EFC5}"/>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7" name="Freeform: Shape 126">
                <a:extLst>
                  <a:ext uri="{FF2B5EF4-FFF2-40B4-BE49-F238E27FC236}">
                    <a16:creationId xmlns:a16="http://schemas.microsoft.com/office/drawing/2014/main" id="{DB444DAE-D03E-4086-9FD1-7E611E6691F8}"/>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8" name="Freeform: Shape 127">
                <a:extLst>
                  <a:ext uri="{FF2B5EF4-FFF2-40B4-BE49-F238E27FC236}">
                    <a16:creationId xmlns:a16="http://schemas.microsoft.com/office/drawing/2014/main" id="{39AEEA2F-9EB1-41C3-8221-DAD02B65BC0E}"/>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9" name="Freeform: Shape 128">
                <a:extLst>
                  <a:ext uri="{FF2B5EF4-FFF2-40B4-BE49-F238E27FC236}">
                    <a16:creationId xmlns:a16="http://schemas.microsoft.com/office/drawing/2014/main" id="{21995F79-9084-4005-BF48-390F220B3A52}"/>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0" name="Freeform: Shape 129">
                <a:extLst>
                  <a:ext uri="{FF2B5EF4-FFF2-40B4-BE49-F238E27FC236}">
                    <a16:creationId xmlns:a16="http://schemas.microsoft.com/office/drawing/2014/main" id="{9E20D122-7E21-41B1-8913-3E45D0025C23}"/>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1" name="Freeform: Shape 130">
                <a:extLst>
                  <a:ext uri="{FF2B5EF4-FFF2-40B4-BE49-F238E27FC236}">
                    <a16:creationId xmlns:a16="http://schemas.microsoft.com/office/drawing/2014/main" id="{26AD1EC0-0FBD-4795-8E40-72017E6C49EE}"/>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 name="Freeform: Shape 131">
                <a:extLst>
                  <a:ext uri="{FF2B5EF4-FFF2-40B4-BE49-F238E27FC236}">
                    <a16:creationId xmlns:a16="http://schemas.microsoft.com/office/drawing/2014/main" id="{62B4B975-465A-451E-9E19-9A3DAA7C4E7A}"/>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3" name="Freeform: Shape 132">
                <a:extLst>
                  <a:ext uri="{FF2B5EF4-FFF2-40B4-BE49-F238E27FC236}">
                    <a16:creationId xmlns:a16="http://schemas.microsoft.com/office/drawing/2014/main" id="{2EFF93D5-50D5-486B-8064-37A300AB9C55}"/>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4" name="Freeform: Shape 133">
                <a:extLst>
                  <a:ext uri="{FF2B5EF4-FFF2-40B4-BE49-F238E27FC236}">
                    <a16:creationId xmlns:a16="http://schemas.microsoft.com/office/drawing/2014/main" id="{E9B8694D-2672-4FA7-8177-042E29D59136}"/>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5" name="Freeform: Shape 134">
                <a:extLst>
                  <a:ext uri="{FF2B5EF4-FFF2-40B4-BE49-F238E27FC236}">
                    <a16:creationId xmlns:a16="http://schemas.microsoft.com/office/drawing/2014/main" id="{3C5071B5-E68B-4287-BCD5-C8101463EE43}"/>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6" name="Freeform: Shape 135">
                <a:extLst>
                  <a:ext uri="{FF2B5EF4-FFF2-40B4-BE49-F238E27FC236}">
                    <a16:creationId xmlns:a16="http://schemas.microsoft.com/office/drawing/2014/main" id="{EDE7693B-17B9-4EEB-99AD-5D4B2F78A45A}"/>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7" name="Freeform: Shape 136">
                <a:extLst>
                  <a:ext uri="{FF2B5EF4-FFF2-40B4-BE49-F238E27FC236}">
                    <a16:creationId xmlns:a16="http://schemas.microsoft.com/office/drawing/2014/main" id="{E2F60504-371F-4679-A58C-8585B81F69EC}"/>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8" name="Freeform: Shape 137">
                <a:extLst>
                  <a:ext uri="{FF2B5EF4-FFF2-40B4-BE49-F238E27FC236}">
                    <a16:creationId xmlns:a16="http://schemas.microsoft.com/office/drawing/2014/main" id="{E6DB55E3-1C75-4F69-9D10-BD35EF04E642}"/>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9" name="Freeform: Shape 138">
                <a:extLst>
                  <a:ext uri="{FF2B5EF4-FFF2-40B4-BE49-F238E27FC236}">
                    <a16:creationId xmlns:a16="http://schemas.microsoft.com/office/drawing/2014/main" id="{AD41F2F6-BBCB-43A2-9C78-3831676E1423}"/>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0" name="Freeform: Shape 139">
                <a:extLst>
                  <a:ext uri="{FF2B5EF4-FFF2-40B4-BE49-F238E27FC236}">
                    <a16:creationId xmlns:a16="http://schemas.microsoft.com/office/drawing/2014/main" id="{1C062FC1-B730-4FA0-A7BB-13A57DF0D814}"/>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1" name="Freeform: Shape 140">
                <a:extLst>
                  <a:ext uri="{FF2B5EF4-FFF2-40B4-BE49-F238E27FC236}">
                    <a16:creationId xmlns:a16="http://schemas.microsoft.com/office/drawing/2014/main" id="{1E50F7EF-3C5C-42A8-95B1-6923E6430A97}"/>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2" name="Freeform: Shape 141">
                <a:extLst>
                  <a:ext uri="{FF2B5EF4-FFF2-40B4-BE49-F238E27FC236}">
                    <a16:creationId xmlns:a16="http://schemas.microsoft.com/office/drawing/2014/main" id="{075AFD9E-46F8-4F0C-9C54-6ADC3A653B97}"/>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3" name="Freeform: Shape 142">
                <a:extLst>
                  <a:ext uri="{FF2B5EF4-FFF2-40B4-BE49-F238E27FC236}">
                    <a16:creationId xmlns:a16="http://schemas.microsoft.com/office/drawing/2014/main" id="{DF94C756-6755-4F92-86B5-15BED777B6A8}"/>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4" name="Freeform: Shape 143">
                <a:extLst>
                  <a:ext uri="{FF2B5EF4-FFF2-40B4-BE49-F238E27FC236}">
                    <a16:creationId xmlns:a16="http://schemas.microsoft.com/office/drawing/2014/main" id="{E4B8F1B7-C627-4330-8BAB-576A9CD3472A}"/>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5" name="Freeform: Shape 144">
                <a:extLst>
                  <a:ext uri="{FF2B5EF4-FFF2-40B4-BE49-F238E27FC236}">
                    <a16:creationId xmlns:a16="http://schemas.microsoft.com/office/drawing/2014/main" id="{AF7529B3-0134-448F-9F03-914E85D07BA9}"/>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146" name="Group 145">
              <a:extLst>
                <a:ext uri="{FF2B5EF4-FFF2-40B4-BE49-F238E27FC236}">
                  <a16:creationId xmlns:a16="http://schemas.microsoft.com/office/drawing/2014/main" id="{09F8A884-C063-4B40-82F2-BB8A64049D97}"/>
                </a:ext>
              </a:extLst>
            </p:cNvPr>
            <p:cNvGrpSpPr>
              <a:grpSpLocks noChangeAspect="1"/>
            </p:cNvGrpSpPr>
            <p:nvPr/>
          </p:nvGrpSpPr>
          <p:grpSpPr>
            <a:xfrm>
              <a:off x="13014732" y="4922778"/>
              <a:ext cx="500469" cy="499394"/>
              <a:chOff x="6153698" y="5155204"/>
              <a:chExt cx="1186596" cy="1184049"/>
            </a:xfrm>
            <a:solidFill>
              <a:schemeClr val="bg1">
                <a:lumMod val="75000"/>
                <a:lumOff val="25000"/>
              </a:schemeClr>
            </a:solidFill>
          </p:grpSpPr>
          <p:sp>
            <p:nvSpPr>
              <p:cNvPr id="147" name="Rectangle: Rounded Corners 10">
                <a:extLst>
                  <a:ext uri="{FF2B5EF4-FFF2-40B4-BE49-F238E27FC236}">
                    <a16:creationId xmlns:a16="http://schemas.microsoft.com/office/drawing/2014/main" id="{E4067707-99FE-4A3A-9265-5597E36C092A}"/>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8" name="Freeform: Shape 147">
                <a:extLst>
                  <a:ext uri="{FF2B5EF4-FFF2-40B4-BE49-F238E27FC236}">
                    <a16:creationId xmlns:a16="http://schemas.microsoft.com/office/drawing/2014/main" id="{59B9DDC0-D4A2-49FC-808B-8CA468CE4193}"/>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9" name="Freeform: Shape 148">
                <a:extLst>
                  <a:ext uri="{FF2B5EF4-FFF2-40B4-BE49-F238E27FC236}">
                    <a16:creationId xmlns:a16="http://schemas.microsoft.com/office/drawing/2014/main" id="{84688909-5B88-4B7D-9A6A-7204600A77F0}"/>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0" name="Freeform: Shape 149">
                <a:extLst>
                  <a:ext uri="{FF2B5EF4-FFF2-40B4-BE49-F238E27FC236}">
                    <a16:creationId xmlns:a16="http://schemas.microsoft.com/office/drawing/2014/main" id="{F5CCF16B-2369-454A-B22F-0C38589FE62B}"/>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1" name="Freeform: Shape 150">
                <a:extLst>
                  <a:ext uri="{FF2B5EF4-FFF2-40B4-BE49-F238E27FC236}">
                    <a16:creationId xmlns:a16="http://schemas.microsoft.com/office/drawing/2014/main" id="{60BFA22F-18A6-488C-822F-F6236710BA73}"/>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2" name="Freeform: Shape 151">
                <a:extLst>
                  <a:ext uri="{FF2B5EF4-FFF2-40B4-BE49-F238E27FC236}">
                    <a16:creationId xmlns:a16="http://schemas.microsoft.com/office/drawing/2014/main" id="{3E8B8F56-D4F3-41AA-A3BE-232BEB218D6F}"/>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3" name="Freeform: Shape 152">
                <a:extLst>
                  <a:ext uri="{FF2B5EF4-FFF2-40B4-BE49-F238E27FC236}">
                    <a16:creationId xmlns:a16="http://schemas.microsoft.com/office/drawing/2014/main" id="{05C72295-D173-495E-9174-45A87D63D463}"/>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4" name="Freeform: Shape 153">
                <a:extLst>
                  <a:ext uri="{FF2B5EF4-FFF2-40B4-BE49-F238E27FC236}">
                    <a16:creationId xmlns:a16="http://schemas.microsoft.com/office/drawing/2014/main" id="{D4E1D98C-6977-404F-A298-4B8232AE4FF5}"/>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5" name="Freeform: Shape 154">
                <a:extLst>
                  <a:ext uri="{FF2B5EF4-FFF2-40B4-BE49-F238E27FC236}">
                    <a16:creationId xmlns:a16="http://schemas.microsoft.com/office/drawing/2014/main" id="{2E30E01A-D347-4265-9258-3F4AED88483C}"/>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6" name="Freeform: Shape 155">
                <a:extLst>
                  <a:ext uri="{FF2B5EF4-FFF2-40B4-BE49-F238E27FC236}">
                    <a16:creationId xmlns:a16="http://schemas.microsoft.com/office/drawing/2014/main" id="{B9573CE8-EB3D-4A81-A58F-E0ADB41C97D6}"/>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7" name="Freeform: Shape 156">
                <a:extLst>
                  <a:ext uri="{FF2B5EF4-FFF2-40B4-BE49-F238E27FC236}">
                    <a16:creationId xmlns:a16="http://schemas.microsoft.com/office/drawing/2014/main" id="{1EB23BB2-D8F4-473F-82E8-7AEA3193105D}"/>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8" name="Freeform: Shape 157">
                <a:extLst>
                  <a:ext uri="{FF2B5EF4-FFF2-40B4-BE49-F238E27FC236}">
                    <a16:creationId xmlns:a16="http://schemas.microsoft.com/office/drawing/2014/main" id="{B8BD38B9-D11D-4161-85D9-FD834B4A6069}"/>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9" name="Freeform: Shape 158">
                <a:extLst>
                  <a:ext uri="{FF2B5EF4-FFF2-40B4-BE49-F238E27FC236}">
                    <a16:creationId xmlns:a16="http://schemas.microsoft.com/office/drawing/2014/main" id="{98BBFBC6-0890-4E82-BDA1-117D9CD65336}"/>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60" name="Freeform: Shape 159">
                <a:extLst>
                  <a:ext uri="{FF2B5EF4-FFF2-40B4-BE49-F238E27FC236}">
                    <a16:creationId xmlns:a16="http://schemas.microsoft.com/office/drawing/2014/main" id="{4501FC09-83F6-4D27-921F-10900A9DAE6B}"/>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61" name="Freeform: Shape 160">
                <a:extLst>
                  <a:ext uri="{FF2B5EF4-FFF2-40B4-BE49-F238E27FC236}">
                    <a16:creationId xmlns:a16="http://schemas.microsoft.com/office/drawing/2014/main" id="{E257F8E5-B571-4E5B-81F7-7E75C04D7B13}"/>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62" name="Freeform: Shape 161">
                <a:extLst>
                  <a:ext uri="{FF2B5EF4-FFF2-40B4-BE49-F238E27FC236}">
                    <a16:creationId xmlns:a16="http://schemas.microsoft.com/office/drawing/2014/main" id="{398FE6AB-6B51-466E-B7EB-E40763A72FDF}"/>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63" name="Freeform: Shape 162">
                <a:extLst>
                  <a:ext uri="{FF2B5EF4-FFF2-40B4-BE49-F238E27FC236}">
                    <a16:creationId xmlns:a16="http://schemas.microsoft.com/office/drawing/2014/main" id="{90C5C0DF-D760-4EC0-B554-FD1BC33362AF}"/>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64" name="Freeform: Shape 163">
                <a:extLst>
                  <a:ext uri="{FF2B5EF4-FFF2-40B4-BE49-F238E27FC236}">
                    <a16:creationId xmlns:a16="http://schemas.microsoft.com/office/drawing/2014/main" id="{92EF5878-0BF0-4EF0-8EDF-740DF95B2B9A}"/>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65" name="Freeform: Shape 164">
                <a:extLst>
                  <a:ext uri="{FF2B5EF4-FFF2-40B4-BE49-F238E27FC236}">
                    <a16:creationId xmlns:a16="http://schemas.microsoft.com/office/drawing/2014/main" id="{5C4EB886-A6E5-4E29-B248-EC97F165CDE1}"/>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66" name="Freeform: Shape 165">
                <a:extLst>
                  <a:ext uri="{FF2B5EF4-FFF2-40B4-BE49-F238E27FC236}">
                    <a16:creationId xmlns:a16="http://schemas.microsoft.com/office/drawing/2014/main" id="{99CECFA0-D37E-40A1-B44A-8FCF253645B1}"/>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67" name="Freeform: Shape 166">
                <a:extLst>
                  <a:ext uri="{FF2B5EF4-FFF2-40B4-BE49-F238E27FC236}">
                    <a16:creationId xmlns:a16="http://schemas.microsoft.com/office/drawing/2014/main" id="{F057B026-B2C4-4B6A-A89B-E0B75CB09DDD}"/>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168" name="Group 167">
              <a:extLst>
                <a:ext uri="{FF2B5EF4-FFF2-40B4-BE49-F238E27FC236}">
                  <a16:creationId xmlns:a16="http://schemas.microsoft.com/office/drawing/2014/main" id="{E76133A3-68CE-412F-AE53-DA1A40DE7B46}"/>
                </a:ext>
              </a:extLst>
            </p:cNvPr>
            <p:cNvGrpSpPr>
              <a:grpSpLocks noChangeAspect="1"/>
            </p:cNvGrpSpPr>
            <p:nvPr/>
          </p:nvGrpSpPr>
          <p:grpSpPr>
            <a:xfrm>
              <a:off x="13014732" y="5577953"/>
              <a:ext cx="500469" cy="499394"/>
              <a:chOff x="6153698" y="5155204"/>
              <a:chExt cx="1186596" cy="1184049"/>
            </a:xfrm>
            <a:solidFill>
              <a:schemeClr val="bg1">
                <a:lumMod val="75000"/>
                <a:lumOff val="25000"/>
              </a:schemeClr>
            </a:solidFill>
          </p:grpSpPr>
          <p:sp>
            <p:nvSpPr>
              <p:cNvPr id="169" name="Rectangle: Rounded Corners 10">
                <a:extLst>
                  <a:ext uri="{FF2B5EF4-FFF2-40B4-BE49-F238E27FC236}">
                    <a16:creationId xmlns:a16="http://schemas.microsoft.com/office/drawing/2014/main" id="{99CF79B2-6DC6-438B-9812-570205A2AC80}"/>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0" name="Freeform: Shape 169">
                <a:extLst>
                  <a:ext uri="{FF2B5EF4-FFF2-40B4-BE49-F238E27FC236}">
                    <a16:creationId xmlns:a16="http://schemas.microsoft.com/office/drawing/2014/main" id="{FCBA0AD4-05CA-43ED-8D06-D9E04D728473}"/>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1" name="Freeform: Shape 170">
                <a:extLst>
                  <a:ext uri="{FF2B5EF4-FFF2-40B4-BE49-F238E27FC236}">
                    <a16:creationId xmlns:a16="http://schemas.microsoft.com/office/drawing/2014/main" id="{BA93BABB-BA1B-445D-86F5-D30AFA253C51}"/>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2" name="Freeform: Shape 171">
                <a:extLst>
                  <a:ext uri="{FF2B5EF4-FFF2-40B4-BE49-F238E27FC236}">
                    <a16:creationId xmlns:a16="http://schemas.microsoft.com/office/drawing/2014/main" id="{6B601FB0-A143-411F-A7EC-89280E80B1F7}"/>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3" name="Freeform: Shape 172">
                <a:extLst>
                  <a:ext uri="{FF2B5EF4-FFF2-40B4-BE49-F238E27FC236}">
                    <a16:creationId xmlns:a16="http://schemas.microsoft.com/office/drawing/2014/main" id="{146EBBF6-5B2A-4CDC-90E0-084083B420CC}"/>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4" name="Freeform: Shape 173">
                <a:extLst>
                  <a:ext uri="{FF2B5EF4-FFF2-40B4-BE49-F238E27FC236}">
                    <a16:creationId xmlns:a16="http://schemas.microsoft.com/office/drawing/2014/main" id="{669C7A03-D1EB-4E09-9262-92076FF6666D}"/>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5" name="Freeform: Shape 174">
                <a:extLst>
                  <a:ext uri="{FF2B5EF4-FFF2-40B4-BE49-F238E27FC236}">
                    <a16:creationId xmlns:a16="http://schemas.microsoft.com/office/drawing/2014/main" id="{BD23F80B-C182-481D-ABC2-DD9268B90990}"/>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6" name="Freeform: Shape 175">
                <a:extLst>
                  <a:ext uri="{FF2B5EF4-FFF2-40B4-BE49-F238E27FC236}">
                    <a16:creationId xmlns:a16="http://schemas.microsoft.com/office/drawing/2014/main" id="{97A42D8C-723E-40BB-9A39-769BAE907025}"/>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7" name="Freeform: Shape 176">
                <a:extLst>
                  <a:ext uri="{FF2B5EF4-FFF2-40B4-BE49-F238E27FC236}">
                    <a16:creationId xmlns:a16="http://schemas.microsoft.com/office/drawing/2014/main" id="{4F9697C8-FDF9-4CA1-9DB6-D3EC099FC59C}"/>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8" name="Freeform: Shape 177">
                <a:extLst>
                  <a:ext uri="{FF2B5EF4-FFF2-40B4-BE49-F238E27FC236}">
                    <a16:creationId xmlns:a16="http://schemas.microsoft.com/office/drawing/2014/main" id="{4BF89D0A-9141-4B46-A6FF-B8D7905A2B44}"/>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79" name="Freeform: Shape 178">
                <a:extLst>
                  <a:ext uri="{FF2B5EF4-FFF2-40B4-BE49-F238E27FC236}">
                    <a16:creationId xmlns:a16="http://schemas.microsoft.com/office/drawing/2014/main" id="{0E3D23D2-A9BF-4B90-8110-F6B03E5CB738}"/>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0" name="Freeform: Shape 179">
                <a:extLst>
                  <a:ext uri="{FF2B5EF4-FFF2-40B4-BE49-F238E27FC236}">
                    <a16:creationId xmlns:a16="http://schemas.microsoft.com/office/drawing/2014/main" id="{2380DB5F-A5A7-48B6-8FBA-516B7C6FAB4D}"/>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1" name="Freeform: Shape 180">
                <a:extLst>
                  <a:ext uri="{FF2B5EF4-FFF2-40B4-BE49-F238E27FC236}">
                    <a16:creationId xmlns:a16="http://schemas.microsoft.com/office/drawing/2014/main" id="{04D4AD7A-16F7-4A63-894E-AC691C86F133}"/>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2" name="Freeform: Shape 181">
                <a:extLst>
                  <a:ext uri="{FF2B5EF4-FFF2-40B4-BE49-F238E27FC236}">
                    <a16:creationId xmlns:a16="http://schemas.microsoft.com/office/drawing/2014/main" id="{95F5B593-0AA3-40D1-AA6D-4D4C465EAFD9}"/>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3" name="Freeform: Shape 182">
                <a:extLst>
                  <a:ext uri="{FF2B5EF4-FFF2-40B4-BE49-F238E27FC236}">
                    <a16:creationId xmlns:a16="http://schemas.microsoft.com/office/drawing/2014/main" id="{9CF702BB-3673-49D3-9976-7C6285475307}"/>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4" name="Freeform: Shape 183">
                <a:extLst>
                  <a:ext uri="{FF2B5EF4-FFF2-40B4-BE49-F238E27FC236}">
                    <a16:creationId xmlns:a16="http://schemas.microsoft.com/office/drawing/2014/main" id="{891A1F66-FBE6-4236-8789-8D0C068CFEA3}"/>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5" name="Freeform: Shape 184">
                <a:extLst>
                  <a:ext uri="{FF2B5EF4-FFF2-40B4-BE49-F238E27FC236}">
                    <a16:creationId xmlns:a16="http://schemas.microsoft.com/office/drawing/2014/main" id="{4CF814F6-136B-43B0-893B-6B6C5AA74E2B}"/>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6" name="Freeform: Shape 185">
                <a:extLst>
                  <a:ext uri="{FF2B5EF4-FFF2-40B4-BE49-F238E27FC236}">
                    <a16:creationId xmlns:a16="http://schemas.microsoft.com/office/drawing/2014/main" id="{3F3B552C-FF2E-491A-A791-670E0C530814}"/>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7" name="Freeform: Shape 186">
                <a:extLst>
                  <a:ext uri="{FF2B5EF4-FFF2-40B4-BE49-F238E27FC236}">
                    <a16:creationId xmlns:a16="http://schemas.microsoft.com/office/drawing/2014/main" id="{EB0CE0F5-855B-4301-BF3B-3A9DF01FB993}"/>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8" name="Freeform: Shape 187">
                <a:extLst>
                  <a:ext uri="{FF2B5EF4-FFF2-40B4-BE49-F238E27FC236}">
                    <a16:creationId xmlns:a16="http://schemas.microsoft.com/office/drawing/2014/main" id="{52E101F1-E2A8-4964-ADB7-E2631AFA4DB0}"/>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9" name="Freeform: Shape 188">
                <a:extLst>
                  <a:ext uri="{FF2B5EF4-FFF2-40B4-BE49-F238E27FC236}">
                    <a16:creationId xmlns:a16="http://schemas.microsoft.com/office/drawing/2014/main" id="{B0E8EDB4-C8EF-4DA3-9C1C-E74A2A04F404}"/>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190" name="Group 189">
              <a:extLst>
                <a:ext uri="{FF2B5EF4-FFF2-40B4-BE49-F238E27FC236}">
                  <a16:creationId xmlns:a16="http://schemas.microsoft.com/office/drawing/2014/main" id="{91BB2AD2-8D39-4A78-A4DD-20035AC65105}"/>
                </a:ext>
              </a:extLst>
            </p:cNvPr>
            <p:cNvGrpSpPr>
              <a:grpSpLocks noChangeAspect="1"/>
            </p:cNvGrpSpPr>
            <p:nvPr/>
          </p:nvGrpSpPr>
          <p:grpSpPr>
            <a:xfrm>
              <a:off x="13658955" y="4267603"/>
              <a:ext cx="500469" cy="499394"/>
              <a:chOff x="6153698" y="5155204"/>
              <a:chExt cx="1186596" cy="1184049"/>
            </a:xfrm>
            <a:solidFill>
              <a:schemeClr val="bg1">
                <a:lumMod val="75000"/>
                <a:lumOff val="25000"/>
              </a:schemeClr>
            </a:solidFill>
          </p:grpSpPr>
          <p:sp>
            <p:nvSpPr>
              <p:cNvPr id="191" name="Rectangle: Rounded Corners 10">
                <a:extLst>
                  <a:ext uri="{FF2B5EF4-FFF2-40B4-BE49-F238E27FC236}">
                    <a16:creationId xmlns:a16="http://schemas.microsoft.com/office/drawing/2014/main" id="{891810D3-AAA6-4294-8D53-3BD591FB7295}"/>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92" name="Freeform: Shape 191">
                <a:extLst>
                  <a:ext uri="{FF2B5EF4-FFF2-40B4-BE49-F238E27FC236}">
                    <a16:creationId xmlns:a16="http://schemas.microsoft.com/office/drawing/2014/main" id="{8F5C234B-ACEF-4BA6-BF90-75EA341C56C7}"/>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93" name="Freeform: Shape 192">
                <a:extLst>
                  <a:ext uri="{FF2B5EF4-FFF2-40B4-BE49-F238E27FC236}">
                    <a16:creationId xmlns:a16="http://schemas.microsoft.com/office/drawing/2014/main" id="{5D8A885A-C2CA-41EA-BE92-2F8EF56F8D8D}"/>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94" name="Freeform: Shape 193">
                <a:extLst>
                  <a:ext uri="{FF2B5EF4-FFF2-40B4-BE49-F238E27FC236}">
                    <a16:creationId xmlns:a16="http://schemas.microsoft.com/office/drawing/2014/main" id="{F1ED1ADB-59E4-4E1F-99B3-7315695F9A7A}"/>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95" name="Freeform: Shape 194">
                <a:extLst>
                  <a:ext uri="{FF2B5EF4-FFF2-40B4-BE49-F238E27FC236}">
                    <a16:creationId xmlns:a16="http://schemas.microsoft.com/office/drawing/2014/main" id="{670C91CB-BA34-4920-82FB-E82DA8AC13A3}"/>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96" name="Freeform: Shape 195">
                <a:extLst>
                  <a:ext uri="{FF2B5EF4-FFF2-40B4-BE49-F238E27FC236}">
                    <a16:creationId xmlns:a16="http://schemas.microsoft.com/office/drawing/2014/main" id="{1ECE5A6E-CF4D-4E2F-A5FA-057775B56F36}"/>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97" name="Freeform: Shape 196">
                <a:extLst>
                  <a:ext uri="{FF2B5EF4-FFF2-40B4-BE49-F238E27FC236}">
                    <a16:creationId xmlns:a16="http://schemas.microsoft.com/office/drawing/2014/main" id="{B2D52AF1-C0B9-4D60-8E70-0B470DD3B020}"/>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98" name="Freeform: Shape 197">
                <a:extLst>
                  <a:ext uri="{FF2B5EF4-FFF2-40B4-BE49-F238E27FC236}">
                    <a16:creationId xmlns:a16="http://schemas.microsoft.com/office/drawing/2014/main" id="{3392915E-E397-42C3-92D8-52F9F380CE31}"/>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99" name="Freeform: Shape 198">
                <a:extLst>
                  <a:ext uri="{FF2B5EF4-FFF2-40B4-BE49-F238E27FC236}">
                    <a16:creationId xmlns:a16="http://schemas.microsoft.com/office/drawing/2014/main" id="{7E0C39B8-666B-4F72-A4BD-5647F7C756BF}"/>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0" name="Freeform: Shape 199">
                <a:extLst>
                  <a:ext uri="{FF2B5EF4-FFF2-40B4-BE49-F238E27FC236}">
                    <a16:creationId xmlns:a16="http://schemas.microsoft.com/office/drawing/2014/main" id="{86B51469-969B-4876-9F2D-6739A156E862}"/>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1" name="Freeform: Shape 200">
                <a:extLst>
                  <a:ext uri="{FF2B5EF4-FFF2-40B4-BE49-F238E27FC236}">
                    <a16:creationId xmlns:a16="http://schemas.microsoft.com/office/drawing/2014/main" id="{32B1BD8B-9245-4A30-9B4A-27F4C84AF2CA}"/>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2" name="Freeform: Shape 201">
                <a:extLst>
                  <a:ext uri="{FF2B5EF4-FFF2-40B4-BE49-F238E27FC236}">
                    <a16:creationId xmlns:a16="http://schemas.microsoft.com/office/drawing/2014/main" id="{02FCB67F-4501-4D09-9A6A-80335B999549}"/>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3" name="Freeform: Shape 202">
                <a:extLst>
                  <a:ext uri="{FF2B5EF4-FFF2-40B4-BE49-F238E27FC236}">
                    <a16:creationId xmlns:a16="http://schemas.microsoft.com/office/drawing/2014/main" id="{ECA0E18B-555A-4837-AB06-C23CD5A5845C}"/>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4" name="Freeform: Shape 203">
                <a:extLst>
                  <a:ext uri="{FF2B5EF4-FFF2-40B4-BE49-F238E27FC236}">
                    <a16:creationId xmlns:a16="http://schemas.microsoft.com/office/drawing/2014/main" id="{6FC3B0FD-4D38-45CC-A39D-DDF54CCA6CB3}"/>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5" name="Freeform: Shape 204">
                <a:extLst>
                  <a:ext uri="{FF2B5EF4-FFF2-40B4-BE49-F238E27FC236}">
                    <a16:creationId xmlns:a16="http://schemas.microsoft.com/office/drawing/2014/main" id="{66D81855-50FF-4AD8-A2C4-D43FDC7F1BCB}"/>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6" name="Freeform: Shape 205">
                <a:extLst>
                  <a:ext uri="{FF2B5EF4-FFF2-40B4-BE49-F238E27FC236}">
                    <a16:creationId xmlns:a16="http://schemas.microsoft.com/office/drawing/2014/main" id="{00986D6A-A29A-4C3F-B83D-37F7E0B538FE}"/>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7" name="Freeform: Shape 206">
                <a:extLst>
                  <a:ext uri="{FF2B5EF4-FFF2-40B4-BE49-F238E27FC236}">
                    <a16:creationId xmlns:a16="http://schemas.microsoft.com/office/drawing/2014/main" id="{130DCD12-EF28-4FD2-B001-F4C32EDFCE4B}"/>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8" name="Freeform: Shape 207">
                <a:extLst>
                  <a:ext uri="{FF2B5EF4-FFF2-40B4-BE49-F238E27FC236}">
                    <a16:creationId xmlns:a16="http://schemas.microsoft.com/office/drawing/2014/main" id="{CA521E42-4433-4EEC-85F0-E22CA4E0678D}"/>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9" name="Freeform: Shape 208">
                <a:extLst>
                  <a:ext uri="{FF2B5EF4-FFF2-40B4-BE49-F238E27FC236}">
                    <a16:creationId xmlns:a16="http://schemas.microsoft.com/office/drawing/2014/main" id="{88EB5F69-FB82-4679-8ABA-D3EB74ECE8C0}"/>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10" name="Freeform: Shape 209">
                <a:extLst>
                  <a:ext uri="{FF2B5EF4-FFF2-40B4-BE49-F238E27FC236}">
                    <a16:creationId xmlns:a16="http://schemas.microsoft.com/office/drawing/2014/main" id="{248C7356-FE78-471B-B6F2-B117D3AA18FD}"/>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11" name="Freeform: Shape 210">
                <a:extLst>
                  <a:ext uri="{FF2B5EF4-FFF2-40B4-BE49-F238E27FC236}">
                    <a16:creationId xmlns:a16="http://schemas.microsoft.com/office/drawing/2014/main" id="{07CEAC93-9D3F-4F3B-B251-A94EC94E1543}"/>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12" name="Group 211">
              <a:extLst>
                <a:ext uri="{FF2B5EF4-FFF2-40B4-BE49-F238E27FC236}">
                  <a16:creationId xmlns:a16="http://schemas.microsoft.com/office/drawing/2014/main" id="{61C6CCF9-C924-4BE2-9D8D-D849AF6505D5}"/>
                </a:ext>
              </a:extLst>
            </p:cNvPr>
            <p:cNvGrpSpPr>
              <a:grpSpLocks noChangeAspect="1"/>
            </p:cNvGrpSpPr>
            <p:nvPr/>
          </p:nvGrpSpPr>
          <p:grpSpPr>
            <a:xfrm>
              <a:off x="13658955" y="4922778"/>
              <a:ext cx="500469" cy="499394"/>
              <a:chOff x="6153698" y="5155204"/>
              <a:chExt cx="1186596" cy="1184049"/>
            </a:xfrm>
            <a:solidFill>
              <a:schemeClr val="bg1">
                <a:lumMod val="75000"/>
                <a:lumOff val="25000"/>
              </a:schemeClr>
            </a:solidFill>
          </p:grpSpPr>
          <p:sp>
            <p:nvSpPr>
              <p:cNvPr id="213" name="Rectangle: Rounded Corners 10">
                <a:extLst>
                  <a:ext uri="{FF2B5EF4-FFF2-40B4-BE49-F238E27FC236}">
                    <a16:creationId xmlns:a16="http://schemas.microsoft.com/office/drawing/2014/main" id="{047E5BA2-4827-4D5B-A5D1-2AC96C65E671}"/>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14" name="Freeform: Shape 213">
                <a:extLst>
                  <a:ext uri="{FF2B5EF4-FFF2-40B4-BE49-F238E27FC236}">
                    <a16:creationId xmlns:a16="http://schemas.microsoft.com/office/drawing/2014/main" id="{B17C6888-A731-4596-8DA3-CB5F1600EC4F}"/>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15" name="Freeform: Shape 214">
                <a:extLst>
                  <a:ext uri="{FF2B5EF4-FFF2-40B4-BE49-F238E27FC236}">
                    <a16:creationId xmlns:a16="http://schemas.microsoft.com/office/drawing/2014/main" id="{9944F04B-C5F9-41C1-B6A2-C4932BBB2F12}"/>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16" name="Freeform: Shape 215">
                <a:extLst>
                  <a:ext uri="{FF2B5EF4-FFF2-40B4-BE49-F238E27FC236}">
                    <a16:creationId xmlns:a16="http://schemas.microsoft.com/office/drawing/2014/main" id="{7B1CAD48-2C58-422E-8E9F-226EFB28D096}"/>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17" name="Freeform: Shape 216">
                <a:extLst>
                  <a:ext uri="{FF2B5EF4-FFF2-40B4-BE49-F238E27FC236}">
                    <a16:creationId xmlns:a16="http://schemas.microsoft.com/office/drawing/2014/main" id="{73C44250-6553-4F47-BA97-8A85217F0BD0}"/>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18" name="Freeform: Shape 217">
                <a:extLst>
                  <a:ext uri="{FF2B5EF4-FFF2-40B4-BE49-F238E27FC236}">
                    <a16:creationId xmlns:a16="http://schemas.microsoft.com/office/drawing/2014/main" id="{2E419CA0-CA70-4255-BEA2-371ED2C44080}"/>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19" name="Freeform: Shape 218">
                <a:extLst>
                  <a:ext uri="{FF2B5EF4-FFF2-40B4-BE49-F238E27FC236}">
                    <a16:creationId xmlns:a16="http://schemas.microsoft.com/office/drawing/2014/main" id="{6F73EF11-A05B-48CA-B2D0-44CEE8DFAA69}"/>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0" name="Freeform: Shape 219">
                <a:extLst>
                  <a:ext uri="{FF2B5EF4-FFF2-40B4-BE49-F238E27FC236}">
                    <a16:creationId xmlns:a16="http://schemas.microsoft.com/office/drawing/2014/main" id="{236EA59F-43EA-4713-9CB3-94B4EAA1E13B}"/>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1" name="Freeform: Shape 220">
                <a:extLst>
                  <a:ext uri="{FF2B5EF4-FFF2-40B4-BE49-F238E27FC236}">
                    <a16:creationId xmlns:a16="http://schemas.microsoft.com/office/drawing/2014/main" id="{8CC9CFD3-E759-4B17-A8FF-BF2956753C0A}"/>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2" name="Freeform: Shape 221">
                <a:extLst>
                  <a:ext uri="{FF2B5EF4-FFF2-40B4-BE49-F238E27FC236}">
                    <a16:creationId xmlns:a16="http://schemas.microsoft.com/office/drawing/2014/main" id="{03D74EEF-EA69-47E5-A1CB-D3E37BCA4DD7}"/>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3" name="Freeform: Shape 222">
                <a:extLst>
                  <a:ext uri="{FF2B5EF4-FFF2-40B4-BE49-F238E27FC236}">
                    <a16:creationId xmlns:a16="http://schemas.microsoft.com/office/drawing/2014/main" id="{E03F4E06-1CD6-4117-8348-568E1CD9A320}"/>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4" name="Freeform: Shape 223">
                <a:extLst>
                  <a:ext uri="{FF2B5EF4-FFF2-40B4-BE49-F238E27FC236}">
                    <a16:creationId xmlns:a16="http://schemas.microsoft.com/office/drawing/2014/main" id="{3E91AA76-8DC5-4A64-90FC-45F55C2D83BC}"/>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5" name="Freeform: Shape 224">
                <a:extLst>
                  <a:ext uri="{FF2B5EF4-FFF2-40B4-BE49-F238E27FC236}">
                    <a16:creationId xmlns:a16="http://schemas.microsoft.com/office/drawing/2014/main" id="{6EFF0051-C6F8-4C8C-8041-4EE02BD801F5}"/>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6" name="Freeform: Shape 225">
                <a:extLst>
                  <a:ext uri="{FF2B5EF4-FFF2-40B4-BE49-F238E27FC236}">
                    <a16:creationId xmlns:a16="http://schemas.microsoft.com/office/drawing/2014/main" id="{E7E327B5-7487-49AC-863B-7708C191D4E2}"/>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7" name="Freeform: Shape 226">
                <a:extLst>
                  <a:ext uri="{FF2B5EF4-FFF2-40B4-BE49-F238E27FC236}">
                    <a16:creationId xmlns:a16="http://schemas.microsoft.com/office/drawing/2014/main" id="{03A989F7-0A8B-4E0B-8183-CE73D1567216}"/>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8" name="Freeform: Shape 227">
                <a:extLst>
                  <a:ext uri="{FF2B5EF4-FFF2-40B4-BE49-F238E27FC236}">
                    <a16:creationId xmlns:a16="http://schemas.microsoft.com/office/drawing/2014/main" id="{82B3E5B7-E7D3-49BE-ACCA-4964246487A4}"/>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29" name="Freeform: Shape 228">
                <a:extLst>
                  <a:ext uri="{FF2B5EF4-FFF2-40B4-BE49-F238E27FC236}">
                    <a16:creationId xmlns:a16="http://schemas.microsoft.com/office/drawing/2014/main" id="{B7E098DF-668F-47F8-8C49-F6153F7FCCA2}"/>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30" name="Freeform: Shape 229">
                <a:extLst>
                  <a:ext uri="{FF2B5EF4-FFF2-40B4-BE49-F238E27FC236}">
                    <a16:creationId xmlns:a16="http://schemas.microsoft.com/office/drawing/2014/main" id="{02619A7B-B3D2-4190-9B90-6F2D28A7B6FF}"/>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31" name="Freeform: Shape 230">
                <a:extLst>
                  <a:ext uri="{FF2B5EF4-FFF2-40B4-BE49-F238E27FC236}">
                    <a16:creationId xmlns:a16="http://schemas.microsoft.com/office/drawing/2014/main" id="{417E7B13-6BA0-4789-BEC1-59480570DC29}"/>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32" name="Freeform: Shape 231">
                <a:extLst>
                  <a:ext uri="{FF2B5EF4-FFF2-40B4-BE49-F238E27FC236}">
                    <a16:creationId xmlns:a16="http://schemas.microsoft.com/office/drawing/2014/main" id="{6AB09C08-1AEC-4FEA-A3B1-256A4C2D083A}"/>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33" name="Freeform: Shape 232">
                <a:extLst>
                  <a:ext uri="{FF2B5EF4-FFF2-40B4-BE49-F238E27FC236}">
                    <a16:creationId xmlns:a16="http://schemas.microsoft.com/office/drawing/2014/main" id="{087AA0F5-0203-4B81-80FD-D8E88813A4CD}"/>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34" name="Group 233">
              <a:extLst>
                <a:ext uri="{FF2B5EF4-FFF2-40B4-BE49-F238E27FC236}">
                  <a16:creationId xmlns:a16="http://schemas.microsoft.com/office/drawing/2014/main" id="{8458ADF9-F562-401A-BDBC-640368B4A709}"/>
                </a:ext>
              </a:extLst>
            </p:cNvPr>
            <p:cNvGrpSpPr>
              <a:grpSpLocks noChangeAspect="1"/>
            </p:cNvGrpSpPr>
            <p:nvPr/>
          </p:nvGrpSpPr>
          <p:grpSpPr>
            <a:xfrm>
              <a:off x="13658955" y="5577953"/>
              <a:ext cx="500469" cy="499394"/>
              <a:chOff x="6153698" y="5155204"/>
              <a:chExt cx="1186596" cy="1184049"/>
            </a:xfrm>
            <a:solidFill>
              <a:schemeClr val="bg1">
                <a:lumMod val="75000"/>
                <a:lumOff val="25000"/>
              </a:schemeClr>
            </a:solidFill>
          </p:grpSpPr>
          <p:sp>
            <p:nvSpPr>
              <p:cNvPr id="235" name="Rectangle: Rounded Corners 10">
                <a:extLst>
                  <a:ext uri="{FF2B5EF4-FFF2-40B4-BE49-F238E27FC236}">
                    <a16:creationId xmlns:a16="http://schemas.microsoft.com/office/drawing/2014/main" id="{D40A81E4-8270-4804-B527-F277874B1E7D}"/>
                  </a:ext>
                </a:extLst>
              </p:cNvPr>
              <p:cNvSpPr/>
              <p:nvPr/>
            </p:nvSpPr>
            <p:spPr>
              <a:xfrm>
                <a:off x="6320401" y="5321907"/>
                <a:ext cx="850500" cy="850500"/>
              </a:xfrm>
              <a:custGeom>
                <a:avLst/>
                <a:gdLst>
                  <a:gd name="connsiteX0" fmla="*/ 0 w 850500"/>
                  <a:gd name="connsiteY0" fmla="*/ 35168 h 850500"/>
                  <a:gd name="connsiteX1" fmla="*/ 35168 w 850500"/>
                  <a:gd name="connsiteY1" fmla="*/ 0 h 850500"/>
                  <a:gd name="connsiteX2" fmla="*/ 815332 w 850500"/>
                  <a:gd name="connsiteY2" fmla="*/ 0 h 850500"/>
                  <a:gd name="connsiteX3" fmla="*/ 850500 w 850500"/>
                  <a:gd name="connsiteY3" fmla="*/ 35168 h 850500"/>
                  <a:gd name="connsiteX4" fmla="*/ 850500 w 850500"/>
                  <a:gd name="connsiteY4" fmla="*/ 815332 h 850500"/>
                  <a:gd name="connsiteX5" fmla="*/ 815332 w 850500"/>
                  <a:gd name="connsiteY5" fmla="*/ 850500 h 850500"/>
                  <a:gd name="connsiteX6" fmla="*/ 35168 w 850500"/>
                  <a:gd name="connsiteY6" fmla="*/ 850500 h 850500"/>
                  <a:gd name="connsiteX7" fmla="*/ 0 w 850500"/>
                  <a:gd name="connsiteY7" fmla="*/ 815332 h 850500"/>
                  <a:gd name="connsiteX8" fmla="*/ 0 w 850500"/>
                  <a:gd name="connsiteY8" fmla="*/ 35168 h 85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0500" h="850500">
                    <a:moveTo>
                      <a:pt x="0" y="35168"/>
                    </a:moveTo>
                    <a:cubicBezTo>
                      <a:pt x="0" y="15745"/>
                      <a:pt x="15745" y="0"/>
                      <a:pt x="35168" y="0"/>
                    </a:cubicBezTo>
                    <a:lnTo>
                      <a:pt x="815332" y="0"/>
                    </a:lnTo>
                    <a:cubicBezTo>
                      <a:pt x="834755" y="0"/>
                      <a:pt x="850500" y="15745"/>
                      <a:pt x="850500" y="35168"/>
                    </a:cubicBezTo>
                    <a:lnTo>
                      <a:pt x="850500" y="815332"/>
                    </a:lnTo>
                    <a:cubicBezTo>
                      <a:pt x="850500" y="834755"/>
                      <a:pt x="834755" y="850500"/>
                      <a:pt x="815332" y="850500"/>
                    </a:cubicBezTo>
                    <a:lnTo>
                      <a:pt x="35168" y="850500"/>
                    </a:lnTo>
                    <a:cubicBezTo>
                      <a:pt x="15745" y="850500"/>
                      <a:pt x="0" y="834755"/>
                      <a:pt x="0" y="815332"/>
                    </a:cubicBezTo>
                    <a:lnTo>
                      <a:pt x="0" y="35168"/>
                    </a:lnTo>
                    <a:close/>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36" name="Freeform: Shape 235">
                <a:extLst>
                  <a:ext uri="{FF2B5EF4-FFF2-40B4-BE49-F238E27FC236}">
                    <a16:creationId xmlns:a16="http://schemas.microsoft.com/office/drawing/2014/main" id="{0141BD30-0C0B-4E02-8A39-03822BFD5621}"/>
                  </a:ext>
                </a:extLst>
              </p:cNvPr>
              <p:cNvSpPr/>
              <p:nvPr/>
            </p:nvSpPr>
            <p:spPr>
              <a:xfrm>
                <a:off x="6429084"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37" name="Freeform: Shape 236">
                <a:extLst>
                  <a:ext uri="{FF2B5EF4-FFF2-40B4-BE49-F238E27FC236}">
                    <a16:creationId xmlns:a16="http://schemas.microsoft.com/office/drawing/2014/main" id="{16ABCE58-0C9F-4CBE-805B-AED0459E9098}"/>
                  </a:ext>
                </a:extLst>
              </p:cNvPr>
              <p:cNvSpPr/>
              <p:nvPr/>
            </p:nvSpPr>
            <p:spPr>
              <a:xfrm>
                <a:off x="6587439"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38" name="Freeform: Shape 237">
                <a:extLst>
                  <a:ext uri="{FF2B5EF4-FFF2-40B4-BE49-F238E27FC236}">
                    <a16:creationId xmlns:a16="http://schemas.microsoft.com/office/drawing/2014/main" id="{287B8EF2-94B4-44B5-A6FC-6373DE46A47C}"/>
                  </a:ext>
                </a:extLst>
              </p:cNvPr>
              <p:cNvSpPr/>
              <p:nvPr/>
            </p:nvSpPr>
            <p:spPr>
              <a:xfrm>
                <a:off x="6745652"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39" name="Freeform: Shape 238">
                <a:extLst>
                  <a:ext uri="{FF2B5EF4-FFF2-40B4-BE49-F238E27FC236}">
                    <a16:creationId xmlns:a16="http://schemas.microsoft.com/office/drawing/2014/main" id="{313A43AE-91A5-4D7D-9E9D-5F68DEE99057}"/>
                  </a:ext>
                </a:extLst>
              </p:cNvPr>
              <p:cNvSpPr/>
              <p:nvPr/>
            </p:nvSpPr>
            <p:spPr>
              <a:xfrm>
                <a:off x="6904006"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0" name="Freeform: Shape 239">
                <a:extLst>
                  <a:ext uri="{FF2B5EF4-FFF2-40B4-BE49-F238E27FC236}">
                    <a16:creationId xmlns:a16="http://schemas.microsoft.com/office/drawing/2014/main" id="{ADD4EBFB-131E-4AB7-9293-CEA90C504A54}"/>
                  </a:ext>
                </a:extLst>
              </p:cNvPr>
              <p:cNvSpPr/>
              <p:nvPr/>
            </p:nvSpPr>
            <p:spPr>
              <a:xfrm>
                <a:off x="7062361" y="5155204"/>
                <a:ext cx="14151" cy="166703"/>
              </a:xfrm>
              <a:custGeom>
                <a:avLst/>
                <a:gdLst>
                  <a:gd name="connsiteX0" fmla="*/ 0 w 14151"/>
                  <a:gd name="connsiteY0" fmla="*/ 0 h 166703"/>
                  <a:gd name="connsiteX1" fmla="*/ 0 w 14151"/>
                  <a:gd name="connsiteY1" fmla="*/ 166704 h 166703"/>
                </a:gdLst>
                <a:ahLst/>
                <a:cxnLst>
                  <a:cxn ang="0">
                    <a:pos x="connsiteX0" y="connsiteY0"/>
                  </a:cxn>
                  <a:cxn ang="0">
                    <a:pos x="connsiteX1" y="connsiteY1"/>
                  </a:cxn>
                </a:cxnLst>
                <a:rect l="l" t="t" r="r" b="b"/>
                <a:pathLst>
                  <a:path w="14151" h="166703">
                    <a:moveTo>
                      <a:pt x="0" y="0"/>
                    </a:moveTo>
                    <a:lnTo>
                      <a:pt x="0" y="166704"/>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1" name="Freeform: Shape 240">
                <a:extLst>
                  <a:ext uri="{FF2B5EF4-FFF2-40B4-BE49-F238E27FC236}">
                    <a16:creationId xmlns:a16="http://schemas.microsoft.com/office/drawing/2014/main" id="{6A8FFFF0-D475-45CE-AF3C-FB0431E2A3C9}"/>
                  </a:ext>
                </a:extLst>
              </p:cNvPr>
              <p:cNvSpPr/>
              <p:nvPr/>
            </p:nvSpPr>
            <p:spPr>
              <a:xfrm>
                <a:off x="6429084"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2" name="Freeform: Shape 241">
                <a:extLst>
                  <a:ext uri="{FF2B5EF4-FFF2-40B4-BE49-F238E27FC236}">
                    <a16:creationId xmlns:a16="http://schemas.microsoft.com/office/drawing/2014/main" id="{35427AD6-6629-45F2-B4A8-E92D30CF8EB4}"/>
                  </a:ext>
                </a:extLst>
              </p:cNvPr>
              <p:cNvSpPr/>
              <p:nvPr/>
            </p:nvSpPr>
            <p:spPr>
              <a:xfrm>
                <a:off x="6587439"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3" name="Freeform: Shape 242">
                <a:extLst>
                  <a:ext uri="{FF2B5EF4-FFF2-40B4-BE49-F238E27FC236}">
                    <a16:creationId xmlns:a16="http://schemas.microsoft.com/office/drawing/2014/main" id="{AB6A731A-8AED-4874-92EB-5EC7547BE363}"/>
                  </a:ext>
                </a:extLst>
              </p:cNvPr>
              <p:cNvSpPr/>
              <p:nvPr/>
            </p:nvSpPr>
            <p:spPr>
              <a:xfrm>
                <a:off x="6745652"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4" name="Freeform: Shape 243">
                <a:extLst>
                  <a:ext uri="{FF2B5EF4-FFF2-40B4-BE49-F238E27FC236}">
                    <a16:creationId xmlns:a16="http://schemas.microsoft.com/office/drawing/2014/main" id="{91CC3666-99ED-4D1C-A7CE-570236F66C4D}"/>
                  </a:ext>
                </a:extLst>
              </p:cNvPr>
              <p:cNvSpPr/>
              <p:nvPr/>
            </p:nvSpPr>
            <p:spPr>
              <a:xfrm>
                <a:off x="6904006"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5" name="Freeform: Shape 244">
                <a:extLst>
                  <a:ext uri="{FF2B5EF4-FFF2-40B4-BE49-F238E27FC236}">
                    <a16:creationId xmlns:a16="http://schemas.microsoft.com/office/drawing/2014/main" id="{8BFC93DA-0C74-4B00-AF4E-353815B01F6E}"/>
                  </a:ext>
                </a:extLst>
              </p:cNvPr>
              <p:cNvSpPr/>
              <p:nvPr/>
            </p:nvSpPr>
            <p:spPr>
              <a:xfrm>
                <a:off x="7062361" y="6172408"/>
                <a:ext cx="14151" cy="166845"/>
              </a:xfrm>
              <a:custGeom>
                <a:avLst/>
                <a:gdLst>
                  <a:gd name="connsiteX0" fmla="*/ 0 w 14151"/>
                  <a:gd name="connsiteY0" fmla="*/ 0 h 166845"/>
                  <a:gd name="connsiteX1" fmla="*/ 0 w 14151"/>
                  <a:gd name="connsiteY1" fmla="*/ 166845 h 166845"/>
                </a:gdLst>
                <a:ahLst/>
                <a:cxnLst>
                  <a:cxn ang="0">
                    <a:pos x="connsiteX0" y="connsiteY0"/>
                  </a:cxn>
                  <a:cxn ang="0">
                    <a:pos x="connsiteX1" y="connsiteY1"/>
                  </a:cxn>
                </a:cxnLst>
                <a:rect l="l" t="t" r="r" b="b"/>
                <a:pathLst>
                  <a:path w="14151" h="166845">
                    <a:moveTo>
                      <a:pt x="0" y="0"/>
                    </a:moveTo>
                    <a:lnTo>
                      <a:pt x="0" y="166845"/>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6" name="Freeform: Shape 245">
                <a:extLst>
                  <a:ext uri="{FF2B5EF4-FFF2-40B4-BE49-F238E27FC236}">
                    <a16:creationId xmlns:a16="http://schemas.microsoft.com/office/drawing/2014/main" id="{06F46150-A00F-4687-97C9-B5C013BB52CC}"/>
                  </a:ext>
                </a:extLst>
              </p:cNvPr>
              <p:cNvSpPr/>
              <p:nvPr/>
            </p:nvSpPr>
            <p:spPr>
              <a:xfrm>
                <a:off x="6153698" y="6056366"/>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7" name="Freeform: Shape 246">
                <a:extLst>
                  <a:ext uri="{FF2B5EF4-FFF2-40B4-BE49-F238E27FC236}">
                    <a16:creationId xmlns:a16="http://schemas.microsoft.com/office/drawing/2014/main" id="{CCDCFFC7-19EE-4616-B093-DB88CF20ABFF}"/>
                  </a:ext>
                </a:extLst>
              </p:cNvPr>
              <p:cNvSpPr/>
              <p:nvPr/>
            </p:nvSpPr>
            <p:spPr>
              <a:xfrm>
                <a:off x="6153698" y="5898012"/>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8" name="Freeform: Shape 247">
                <a:extLst>
                  <a:ext uri="{FF2B5EF4-FFF2-40B4-BE49-F238E27FC236}">
                    <a16:creationId xmlns:a16="http://schemas.microsoft.com/office/drawing/2014/main" id="{2134D4DF-9682-422C-8DEB-ED4D61CACF77}"/>
                  </a:ext>
                </a:extLst>
              </p:cNvPr>
              <p:cNvSpPr/>
              <p:nvPr/>
            </p:nvSpPr>
            <p:spPr>
              <a:xfrm>
                <a:off x="6153698" y="5739799"/>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49" name="Freeform: Shape 248">
                <a:extLst>
                  <a:ext uri="{FF2B5EF4-FFF2-40B4-BE49-F238E27FC236}">
                    <a16:creationId xmlns:a16="http://schemas.microsoft.com/office/drawing/2014/main" id="{47B5E1FA-9C12-4824-A73C-3DCF2426395D}"/>
                  </a:ext>
                </a:extLst>
              </p:cNvPr>
              <p:cNvSpPr/>
              <p:nvPr/>
            </p:nvSpPr>
            <p:spPr>
              <a:xfrm>
                <a:off x="6153698" y="5581445"/>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50" name="Freeform: Shape 249">
                <a:extLst>
                  <a:ext uri="{FF2B5EF4-FFF2-40B4-BE49-F238E27FC236}">
                    <a16:creationId xmlns:a16="http://schemas.microsoft.com/office/drawing/2014/main" id="{9CA531A1-5F72-4771-8276-928AAEFBB120}"/>
                  </a:ext>
                </a:extLst>
              </p:cNvPr>
              <p:cNvSpPr/>
              <p:nvPr/>
            </p:nvSpPr>
            <p:spPr>
              <a:xfrm>
                <a:off x="6153698" y="5423090"/>
                <a:ext cx="166703" cy="14151"/>
              </a:xfrm>
              <a:custGeom>
                <a:avLst/>
                <a:gdLst>
                  <a:gd name="connsiteX0" fmla="*/ 0 w 166703"/>
                  <a:gd name="connsiteY0" fmla="*/ 0 h 14151"/>
                  <a:gd name="connsiteX1" fmla="*/ 166704 w 166703"/>
                  <a:gd name="connsiteY1" fmla="*/ 0 h 14151"/>
                </a:gdLst>
                <a:ahLst/>
                <a:cxnLst>
                  <a:cxn ang="0">
                    <a:pos x="connsiteX0" y="connsiteY0"/>
                  </a:cxn>
                  <a:cxn ang="0">
                    <a:pos x="connsiteX1" y="connsiteY1"/>
                  </a:cxn>
                </a:cxnLst>
                <a:rect l="l" t="t" r="r" b="b"/>
                <a:pathLst>
                  <a:path w="166703" h="14151">
                    <a:moveTo>
                      <a:pt x="0" y="0"/>
                    </a:moveTo>
                    <a:lnTo>
                      <a:pt x="166704"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51" name="Freeform: Shape 250">
                <a:extLst>
                  <a:ext uri="{FF2B5EF4-FFF2-40B4-BE49-F238E27FC236}">
                    <a16:creationId xmlns:a16="http://schemas.microsoft.com/office/drawing/2014/main" id="{2C3224DD-54F2-43E4-AF89-72392C6F2616}"/>
                  </a:ext>
                </a:extLst>
              </p:cNvPr>
              <p:cNvSpPr/>
              <p:nvPr/>
            </p:nvSpPr>
            <p:spPr>
              <a:xfrm>
                <a:off x="7173449" y="6050847"/>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52" name="Freeform: Shape 251">
                <a:extLst>
                  <a:ext uri="{FF2B5EF4-FFF2-40B4-BE49-F238E27FC236}">
                    <a16:creationId xmlns:a16="http://schemas.microsoft.com/office/drawing/2014/main" id="{0AEB648A-FAA8-4B2B-9311-C7B794F6A863}"/>
                  </a:ext>
                </a:extLst>
              </p:cNvPr>
              <p:cNvSpPr/>
              <p:nvPr/>
            </p:nvSpPr>
            <p:spPr>
              <a:xfrm>
                <a:off x="7173449" y="5892493"/>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53" name="Freeform: Shape 252">
                <a:extLst>
                  <a:ext uri="{FF2B5EF4-FFF2-40B4-BE49-F238E27FC236}">
                    <a16:creationId xmlns:a16="http://schemas.microsoft.com/office/drawing/2014/main" id="{266ED08F-A928-458E-B747-C6AF63DF019E}"/>
                  </a:ext>
                </a:extLst>
              </p:cNvPr>
              <p:cNvSpPr/>
              <p:nvPr/>
            </p:nvSpPr>
            <p:spPr>
              <a:xfrm>
                <a:off x="7173449" y="5734138"/>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54" name="Freeform: Shape 253">
                <a:extLst>
                  <a:ext uri="{FF2B5EF4-FFF2-40B4-BE49-F238E27FC236}">
                    <a16:creationId xmlns:a16="http://schemas.microsoft.com/office/drawing/2014/main" id="{BA588E4A-FDB3-4BCA-A4DD-D200A0EB5870}"/>
                  </a:ext>
                </a:extLst>
              </p:cNvPr>
              <p:cNvSpPr/>
              <p:nvPr/>
            </p:nvSpPr>
            <p:spPr>
              <a:xfrm>
                <a:off x="7173449" y="5575784"/>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55" name="Freeform: Shape 254">
                <a:extLst>
                  <a:ext uri="{FF2B5EF4-FFF2-40B4-BE49-F238E27FC236}">
                    <a16:creationId xmlns:a16="http://schemas.microsoft.com/office/drawing/2014/main" id="{EEBDAEEB-CB16-4F9D-BA9A-8DD59F3B8155}"/>
                  </a:ext>
                </a:extLst>
              </p:cNvPr>
              <p:cNvSpPr/>
              <p:nvPr/>
            </p:nvSpPr>
            <p:spPr>
              <a:xfrm>
                <a:off x="7173449" y="5417571"/>
                <a:ext cx="166845" cy="14151"/>
              </a:xfrm>
              <a:custGeom>
                <a:avLst/>
                <a:gdLst>
                  <a:gd name="connsiteX0" fmla="*/ 0 w 166845"/>
                  <a:gd name="connsiteY0" fmla="*/ 0 h 14151"/>
                  <a:gd name="connsiteX1" fmla="*/ 166845 w 166845"/>
                  <a:gd name="connsiteY1" fmla="*/ 0 h 14151"/>
                </a:gdLst>
                <a:ahLst/>
                <a:cxnLst>
                  <a:cxn ang="0">
                    <a:pos x="connsiteX0" y="connsiteY0"/>
                  </a:cxn>
                  <a:cxn ang="0">
                    <a:pos x="connsiteX1" y="connsiteY1"/>
                  </a:cxn>
                </a:cxnLst>
                <a:rect l="l" t="t" r="r" b="b"/>
                <a:pathLst>
                  <a:path w="166845" h="14151">
                    <a:moveTo>
                      <a:pt x="0" y="0"/>
                    </a:moveTo>
                    <a:lnTo>
                      <a:pt x="166845" y="0"/>
                    </a:lnTo>
                  </a:path>
                </a:pathLst>
              </a:custGeom>
              <a:grpFill/>
              <a:ln w="15875" cap="rnd">
                <a:solidFill>
                  <a:schemeClr val="bg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cxnSp>
        <p:nvCxnSpPr>
          <p:cNvPr id="75" name="Straight Connector 74">
            <a:extLst>
              <a:ext uri="{FF2B5EF4-FFF2-40B4-BE49-F238E27FC236}">
                <a16:creationId xmlns:a16="http://schemas.microsoft.com/office/drawing/2014/main" id="{8BA0DCEB-0B19-96BA-B255-774A662BAD9E}"/>
              </a:ext>
            </a:extLst>
          </p:cNvPr>
          <p:cNvCxnSpPr>
            <a:cxnSpLocks/>
          </p:cNvCxnSpPr>
          <p:nvPr/>
        </p:nvCxnSpPr>
        <p:spPr>
          <a:xfrm>
            <a:off x="5336134" y="5090185"/>
            <a:ext cx="2714626" cy="0"/>
          </a:xfrm>
          <a:prstGeom prst="line">
            <a:avLst/>
          </a:prstGeom>
          <a:ln w="15875" cap="rnd">
            <a:solidFill>
              <a:schemeClr val="accent3">
                <a:lumMod val="75000"/>
              </a:schemeClr>
            </a:solidFill>
            <a:round/>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234C9B4-84D1-EA70-F268-34456F4EBA2D}"/>
              </a:ext>
            </a:extLst>
          </p:cNvPr>
          <p:cNvCxnSpPr>
            <a:cxnSpLocks/>
          </p:cNvCxnSpPr>
          <p:nvPr/>
        </p:nvCxnSpPr>
        <p:spPr>
          <a:xfrm flipV="1">
            <a:off x="5333002" y="4721022"/>
            <a:ext cx="0" cy="358061"/>
          </a:xfrm>
          <a:prstGeom prst="line">
            <a:avLst/>
          </a:prstGeom>
          <a:ln w="15875" cap="rnd">
            <a:solidFill>
              <a:schemeClr val="accent3">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680" name="Straight Connector 679">
            <a:extLst>
              <a:ext uri="{FF2B5EF4-FFF2-40B4-BE49-F238E27FC236}">
                <a16:creationId xmlns:a16="http://schemas.microsoft.com/office/drawing/2014/main" id="{D9594A46-D447-3133-24E0-03A2D35BB80E}"/>
              </a:ext>
            </a:extLst>
          </p:cNvPr>
          <p:cNvCxnSpPr>
            <a:cxnSpLocks/>
          </p:cNvCxnSpPr>
          <p:nvPr/>
        </p:nvCxnSpPr>
        <p:spPr>
          <a:xfrm>
            <a:off x="1551523" y="4721022"/>
            <a:ext cx="3763654" cy="0"/>
          </a:xfrm>
          <a:prstGeom prst="line">
            <a:avLst/>
          </a:prstGeom>
          <a:ln w="15875" cap="rnd">
            <a:solidFill>
              <a:schemeClr val="accent3">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D672BDF-4FE6-B3EF-BEF0-3250378B9C02}"/>
              </a:ext>
            </a:extLst>
          </p:cNvPr>
          <p:cNvCxnSpPr>
            <a:cxnSpLocks/>
          </p:cNvCxnSpPr>
          <p:nvPr/>
        </p:nvCxnSpPr>
        <p:spPr>
          <a:xfrm>
            <a:off x="5945731" y="3682791"/>
            <a:ext cx="1729996" cy="0"/>
          </a:xfrm>
          <a:prstGeom prst="line">
            <a:avLst/>
          </a:prstGeom>
          <a:ln w="15875" cap="rnd">
            <a:solidFill>
              <a:schemeClr val="accent1">
                <a:lumMod val="75000"/>
              </a:schemeClr>
            </a:solidFill>
            <a:round/>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459B91D-DD3C-D20D-BBD4-7BEF39ADE853}"/>
              </a:ext>
            </a:extLst>
          </p:cNvPr>
          <p:cNvCxnSpPr>
            <a:cxnSpLocks/>
          </p:cNvCxnSpPr>
          <p:nvPr/>
        </p:nvCxnSpPr>
        <p:spPr>
          <a:xfrm>
            <a:off x="5945731" y="3351148"/>
            <a:ext cx="1334505" cy="0"/>
          </a:xfrm>
          <a:prstGeom prst="line">
            <a:avLst/>
          </a:prstGeom>
          <a:ln w="15875" cap="rnd">
            <a:solidFill>
              <a:schemeClr val="accent1">
                <a:lumMod val="75000"/>
              </a:schemeClr>
            </a:solidFill>
            <a:round/>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0900389-21F0-85EA-0009-6E29AA0DF531}"/>
              </a:ext>
            </a:extLst>
          </p:cNvPr>
          <p:cNvCxnSpPr>
            <a:cxnSpLocks/>
          </p:cNvCxnSpPr>
          <p:nvPr/>
        </p:nvCxnSpPr>
        <p:spPr>
          <a:xfrm>
            <a:off x="5945731" y="4042436"/>
            <a:ext cx="2167467" cy="0"/>
          </a:xfrm>
          <a:prstGeom prst="line">
            <a:avLst/>
          </a:prstGeom>
          <a:ln w="15875" cap="rnd">
            <a:solidFill>
              <a:schemeClr val="accent1">
                <a:lumMod val="75000"/>
              </a:schemeClr>
            </a:solidFill>
            <a:round/>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311" name="Rectangle: Rounded Corners 39">
            <a:extLst>
              <a:ext uri="{FF2B5EF4-FFF2-40B4-BE49-F238E27FC236}">
                <a16:creationId xmlns:a16="http://schemas.microsoft.com/office/drawing/2014/main" id="{EEB2A1AB-45FD-98E0-C790-01CEA1721FA7}"/>
              </a:ext>
            </a:extLst>
          </p:cNvPr>
          <p:cNvSpPr/>
          <p:nvPr/>
        </p:nvSpPr>
        <p:spPr>
          <a:xfrm flipV="1">
            <a:off x="2120087" y="3332"/>
            <a:ext cx="1412496" cy="346045"/>
          </a:xfrm>
          <a:prstGeom prst="round2SameRect">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685800" rIns="4572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312" name="Rectangle 1311">
            <a:extLst>
              <a:ext uri="{FF2B5EF4-FFF2-40B4-BE49-F238E27FC236}">
                <a16:creationId xmlns:a16="http://schemas.microsoft.com/office/drawing/2014/main" id="{AB3C65E5-3CDD-FE6C-0678-B114BF3DC66D}"/>
              </a:ext>
            </a:extLst>
          </p:cNvPr>
          <p:cNvSpPr/>
          <p:nvPr/>
        </p:nvSpPr>
        <p:spPr>
          <a:xfrm>
            <a:off x="2253625" y="93295"/>
            <a:ext cx="744459" cy="161583"/>
          </a:xfrm>
          <a:prstGeom prst="rect">
            <a:avLst/>
          </a:prstGeom>
          <a:noFill/>
          <a:ln w="15875" cap="flat" cmpd="sng" algn="ctr">
            <a:noFill/>
            <a:prstDash val="dash"/>
            <a:miter lim="800000"/>
          </a:ln>
          <a:effectLst/>
        </p:spPr>
        <p:txBody>
          <a:bodyPr lIns="0" tIns="0" rIns="0" bIns="0">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US" sz="1050" b="0" i="0" u="none" strike="noStrike" kern="0" cap="none" spc="0" normalizeH="0" baseline="0" noProof="0">
                <a:ln>
                  <a:noFill/>
                </a:ln>
                <a:solidFill>
                  <a:srgbClr val="00E500">
                    <a:lumMod val="20000"/>
                    <a:lumOff val="80000"/>
                  </a:srgbClr>
                </a:solidFill>
                <a:effectLst/>
                <a:uLnTx/>
                <a:uFillTx/>
                <a:latin typeface="Amazon Ember Heavy"/>
                <a:ea typeface="Amazon Ember Display" panose="020F0603020204020204" pitchFamily="34" charset="0"/>
                <a:cs typeface="Amazon Ember Display" panose="020F0603020204020204" pitchFamily="34" charset="0"/>
              </a:rPr>
              <a:t>Versatile</a:t>
            </a:r>
          </a:p>
        </p:txBody>
      </p:sp>
      <p:grpSp>
        <p:nvGrpSpPr>
          <p:cNvPr id="1313" name="Group 1312">
            <a:extLst>
              <a:ext uri="{FF2B5EF4-FFF2-40B4-BE49-F238E27FC236}">
                <a16:creationId xmlns:a16="http://schemas.microsoft.com/office/drawing/2014/main" id="{01B256BF-CBF5-74D5-68BF-E3BB29A4B528}"/>
              </a:ext>
            </a:extLst>
          </p:cNvPr>
          <p:cNvGrpSpPr/>
          <p:nvPr/>
        </p:nvGrpSpPr>
        <p:grpSpPr>
          <a:xfrm>
            <a:off x="3205344" y="95060"/>
            <a:ext cx="216278" cy="162625"/>
            <a:chOff x="1461884" y="1930613"/>
            <a:chExt cx="144427" cy="108599"/>
          </a:xfrm>
        </p:grpSpPr>
        <p:sp>
          <p:nvSpPr>
            <p:cNvPr id="1314" name="Freeform 21">
              <a:extLst>
                <a:ext uri="{FF2B5EF4-FFF2-40B4-BE49-F238E27FC236}">
                  <a16:creationId xmlns:a16="http://schemas.microsoft.com/office/drawing/2014/main" id="{43216F81-AB7E-7335-D4EF-E0EB0F4B45CE}"/>
                </a:ext>
              </a:extLst>
            </p:cNvPr>
            <p:cNvSpPr>
              <a:spLocks/>
            </p:cNvSpPr>
            <p:nvPr/>
          </p:nvSpPr>
          <p:spPr bwMode="auto">
            <a:xfrm>
              <a:off x="1592952" y="1930613"/>
              <a:ext cx="13359" cy="36576"/>
            </a:xfrm>
            <a:custGeom>
              <a:avLst/>
              <a:gdLst>
                <a:gd name="T0" fmla="*/ 0 w 46"/>
                <a:gd name="T1" fmla="*/ 0 h 90"/>
                <a:gd name="T2" fmla="*/ 46 w 46"/>
                <a:gd name="T3" fmla="*/ 45 h 90"/>
                <a:gd name="T4" fmla="*/ 0 w 46"/>
                <a:gd name="T5" fmla="*/ 90 h 90"/>
              </a:gdLst>
              <a:ahLst/>
              <a:cxnLst>
                <a:cxn ang="0">
                  <a:pos x="T0" y="T1"/>
                </a:cxn>
                <a:cxn ang="0">
                  <a:pos x="T2" y="T3"/>
                </a:cxn>
                <a:cxn ang="0">
                  <a:pos x="T4" y="T5"/>
                </a:cxn>
              </a:cxnLst>
              <a:rect l="0" t="0" r="r" b="b"/>
              <a:pathLst>
                <a:path w="46" h="90">
                  <a:moveTo>
                    <a:pt x="0" y="0"/>
                  </a:moveTo>
                  <a:lnTo>
                    <a:pt x="46" y="45"/>
                  </a:lnTo>
                  <a:lnTo>
                    <a:pt x="0" y="90"/>
                  </a:lnTo>
                </a:path>
              </a:pathLst>
            </a:custGeom>
            <a:noFill/>
            <a:ln w="12700" cap="flat">
              <a:solidFill>
                <a:schemeClr val="accent3">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15" name="Freeform 22">
              <a:extLst>
                <a:ext uri="{FF2B5EF4-FFF2-40B4-BE49-F238E27FC236}">
                  <a16:creationId xmlns:a16="http://schemas.microsoft.com/office/drawing/2014/main" id="{5672EAC3-F104-21A7-8567-1CF25ACD70BF}"/>
                </a:ext>
              </a:extLst>
            </p:cNvPr>
            <p:cNvSpPr>
              <a:spLocks/>
            </p:cNvSpPr>
            <p:nvPr/>
          </p:nvSpPr>
          <p:spPr bwMode="auto">
            <a:xfrm>
              <a:off x="1592952" y="2002636"/>
              <a:ext cx="13359" cy="36576"/>
            </a:xfrm>
            <a:custGeom>
              <a:avLst/>
              <a:gdLst>
                <a:gd name="T0" fmla="*/ 0 w 46"/>
                <a:gd name="T1" fmla="*/ 90 h 90"/>
                <a:gd name="T2" fmla="*/ 46 w 46"/>
                <a:gd name="T3" fmla="*/ 45 h 90"/>
                <a:gd name="T4" fmla="*/ 0 w 46"/>
                <a:gd name="T5" fmla="*/ 0 h 90"/>
              </a:gdLst>
              <a:ahLst/>
              <a:cxnLst>
                <a:cxn ang="0">
                  <a:pos x="T0" y="T1"/>
                </a:cxn>
                <a:cxn ang="0">
                  <a:pos x="T2" y="T3"/>
                </a:cxn>
                <a:cxn ang="0">
                  <a:pos x="T4" y="T5"/>
                </a:cxn>
              </a:cxnLst>
              <a:rect l="0" t="0" r="r" b="b"/>
              <a:pathLst>
                <a:path w="46" h="90">
                  <a:moveTo>
                    <a:pt x="0" y="90"/>
                  </a:moveTo>
                  <a:lnTo>
                    <a:pt x="46" y="45"/>
                  </a:lnTo>
                  <a:lnTo>
                    <a:pt x="0" y="0"/>
                  </a:lnTo>
                </a:path>
              </a:pathLst>
            </a:custGeom>
            <a:noFill/>
            <a:ln w="12700" cap="flat">
              <a:solidFill>
                <a:schemeClr val="accent3">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16" name="Freeform 23">
              <a:extLst>
                <a:ext uri="{FF2B5EF4-FFF2-40B4-BE49-F238E27FC236}">
                  <a16:creationId xmlns:a16="http://schemas.microsoft.com/office/drawing/2014/main" id="{7D9E45D4-C4EF-0624-6314-58E0DEAAF83E}"/>
                </a:ext>
              </a:extLst>
            </p:cNvPr>
            <p:cNvSpPr>
              <a:spLocks/>
            </p:cNvSpPr>
            <p:nvPr/>
          </p:nvSpPr>
          <p:spPr bwMode="auto">
            <a:xfrm>
              <a:off x="1461887" y="1948450"/>
              <a:ext cx="127492" cy="72023"/>
            </a:xfrm>
            <a:custGeom>
              <a:avLst/>
              <a:gdLst>
                <a:gd name="T0" fmla="*/ 0 w 184"/>
                <a:gd name="T1" fmla="*/ 0 h 104"/>
                <a:gd name="T2" fmla="*/ 38 w 184"/>
                <a:gd name="T3" fmla="*/ 0 h 104"/>
                <a:gd name="T4" fmla="*/ 90 w 184"/>
                <a:gd name="T5" fmla="*/ 52 h 104"/>
                <a:gd name="T6" fmla="*/ 142 w 184"/>
                <a:gd name="T7" fmla="*/ 104 h 104"/>
                <a:gd name="T8" fmla="*/ 142 w 184"/>
                <a:gd name="T9" fmla="*/ 104 h 104"/>
                <a:gd name="T10" fmla="*/ 184 w 184"/>
                <a:gd name="T11" fmla="*/ 104 h 104"/>
              </a:gdLst>
              <a:ahLst/>
              <a:cxnLst>
                <a:cxn ang="0">
                  <a:pos x="T0" y="T1"/>
                </a:cxn>
                <a:cxn ang="0">
                  <a:pos x="T2" y="T3"/>
                </a:cxn>
                <a:cxn ang="0">
                  <a:pos x="T4" y="T5"/>
                </a:cxn>
                <a:cxn ang="0">
                  <a:pos x="T6" y="T7"/>
                </a:cxn>
                <a:cxn ang="0">
                  <a:pos x="T8" y="T9"/>
                </a:cxn>
                <a:cxn ang="0">
                  <a:pos x="T10" y="T11"/>
                </a:cxn>
              </a:cxnLst>
              <a:rect l="0" t="0" r="r" b="b"/>
              <a:pathLst>
                <a:path w="184" h="104">
                  <a:moveTo>
                    <a:pt x="0" y="0"/>
                  </a:moveTo>
                  <a:cubicBezTo>
                    <a:pt x="38" y="0"/>
                    <a:pt x="38" y="0"/>
                    <a:pt x="38" y="0"/>
                  </a:cubicBezTo>
                  <a:cubicBezTo>
                    <a:pt x="66" y="0"/>
                    <a:pt x="90" y="23"/>
                    <a:pt x="90" y="52"/>
                  </a:cubicBezTo>
                  <a:cubicBezTo>
                    <a:pt x="90" y="81"/>
                    <a:pt x="113" y="104"/>
                    <a:pt x="142" y="104"/>
                  </a:cubicBezTo>
                  <a:cubicBezTo>
                    <a:pt x="142" y="104"/>
                    <a:pt x="142" y="104"/>
                    <a:pt x="142" y="104"/>
                  </a:cubicBezTo>
                  <a:cubicBezTo>
                    <a:pt x="184" y="104"/>
                    <a:pt x="184" y="104"/>
                    <a:pt x="184" y="104"/>
                  </a:cubicBezTo>
                </a:path>
              </a:pathLst>
            </a:custGeom>
            <a:noFill/>
            <a:ln w="12700" cap="flat">
              <a:solidFill>
                <a:schemeClr val="accent3">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solidFill>
                    <a:srgbClr val="41B3FF"/>
                  </a:solidFill>
                </a:ln>
                <a:solidFill>
                  <a:srgbClr val="000000"/>
                </a:solidFill>
                <a:effectLst/>
                <a:uLnTx/>
                <a:uFillTx/>
                <a:latin typeface="Amazon Ember"/>
                <a:ea typeface="+mn-ea"/>
                <a:cs typeface="+mn-cs"/>
              </a:endParaRPr>
            </a:p>
          </p:txBody>
        </p:sp>
        <p:sp>
          <p:nvSpPr>
            <p:cNvPr id="1317" name="Freeform 24">
              <a:extLst>
                <a:ext uri="{FF2B5EF4-FFF2-40B4-BE49-F238E27FC236}">
                  <a16:creationId xmlns:a16="http://schemas.microsoft.com/office/drawing/2014/main" id="{1EF8C21A-D30A-C59F-8D5A-3E5CAF5C88DE}"/>
                </a:ext>
              </a:extLst>
            </p:cNvPr>
            <p:cNvSpPr>
              <a:spLocks/>
            </p:cNvSpPr>
            <p:nvPr/>
          </p:nvSpPr>
          <p:spPr bwMode="auto">
            <a:xfrm>
              <a:off x="1530421" y="1948447"/>
              <a:ext cx="58954" cy="15102"/>
            </a:xfrm>
            <a:custGeom>
              <a:avLst/>
              <a:gdLst>
                <a:gd name="T0" fmla="*/ 0 w 85"/>
                <a:gd name="T1" fmla="*/ 22 h 22"/>
                <a:gd name="T2" fmla="*/ 43 w 85"/>
                <a:gd name="T3" fmla="*/ 0 h 22"/>
                <a:gd name="T4" fmla="*/ 43 w 85"/>
                <a:gd name="T5" fmla="*/ 0 h 22"/>
                <a:gd name="T6" fmla="*/ 85 w 85"/>
                <a:gd name="T7" fmla="*/ 0 h 22"/>
              </a:gdLst>
              <a:ahLst/>
              <a:cxnLst>
                <a:cxn ang="0">
                  <a:pos x="T0" y="T1"/>
                </a:cxn>
                <a:cxn ang="0">
                  <a:pos x="T2" y="T3"/>
                </a:cxn>
                <a:cxn ang="0">
                  <a:pos x="T4" y="T5"/>
                </a:cxn>
                <a:cxn ang="0">
                  <a:pos x="T6" y="T7"/>
                </a:cxn>
              </a:cxnLst>
              <a:rect l="0" t="0" r="r" b="b"/>
              <a:pathLst>
                <a:path w="85" h="22">
                  <a:moveTo>
                    <a:pt x="0" y="22"/>
                  </a:moveTo>
                  <a:cubicBezTo>
                    <a:pt x="10" y="9"/>
                    <a:pt x="25" y="0"/>
                    <a:pt x="43" y="0"/>
                  </a:cubicBezTo>
                  <a:cubicBezTo>
                    <a:pt x="43" y="0"/>
                    <a:pt x="43" y="0"/>
                    <a:pt x="43" y="0"/>
                  </a:cubicBezTo>
                  <a:cubicBezTo>
                    <a:pt x="85" y="0"/>
                    <a:pt x="85" y="0"/>
                    <a:pt x="85" y="0"/>
                  </a:cubicBezTo>
                </a:path>
              </a:pathLst>
            </a:custGeom>
            <a:noFill/>
            <a:ln w="12700" cap="flat">
              <a:solidFill>
                <a:schemeClr val="accent3">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18" name="Freeform 25">
              <a:extLst>
                <a:ext uri="{FF2B5EF4-FFF2-40B4-BE49-F238E27FC236}">
                  <a16:creationId xmlns:a16="http://schemas.microsoft.com/office/drawing/2014/main" id="{BB44700A-34C2-206C-505C-18F6A144E2FF}"/>
                </a:ext>
              </a:extLst>
            </p:cNvPr>
            <p:cNvSpPr>
              <a:spLocks/>
            </p:cNvSpPr>
            <p:nvPr/>
          </p:nvSpPr>
          <p:spPr bwMode="auto">
            <a:xfrm>
              <a:off x="1461884" y="2005949"/>
              <a:ext cx="55179" cy="14521"/>
            </a:xfrm>
            <a:custGeom>
              <a:avLst/>
              <a:gdLst>
                <a:gd name="T0" fmla="*/ 0 w 80"/>
                <a:gd name="T1" fmla="*/ 21 h 21"/>
                <a:gd name="T2" fmla="*/ 38 w 80"/>
                <a:gd name="T3" fmla="*/ 21 h 21"/>
                <a:gd name="T4" fmla="*/ 80 w 80"/>
                <a:gd name="T5" fmla="*/ 0 h 21"/>
              </a:gdLst>
              <a:ahLst/>
              <a:cxnLst>
                <a:cxn ang="0">
                  <a:pos x="T0" y="T1"/>
                </a:cxn>
                <a:cxn ang="0">
                  <a:pos x="T2" y="T3"/>
                </a:cxn>
                <a:cxn ang="0">
                  <a:pos x="T4" y="T5"/>
                </a:cxn>
              </a:cxnLst>
              <a:rect l="0" t="0" r="r" b="b"/>
              <a:pathLst>
                <a:path w="80" h="21">
                  <a:moveTo>
                    <a:pt x="0" y="21"/>
                  </a:moveTo>
                  <a:cubicBezTo>
                    <a:pt x="38" y="21"/>
                    <a:pt x="38" y="21"/>
                    <a:pt x="38" y="21"/>
                  </a:cubicBezTo>
                  <a:cubicBezTo>
                    <a:pt x="55" y="21"/>
                    <a:pt x="70" y="13"/>
                    <a:pt x="80" y="0"/>
                  </a:cubicBezTo>
                </a:path>
              </a:pathLst>
            </a:custGeom>
            <a:noFill/>
            <a:ln w="12700" cap="flat">
              <a:solidFill>
                <a:schemeClr val="accent3">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sp>
        <p:nvSpPr>
          <p:cNvPr id="1319" name="Rectangle: Rounded Corners 39">
            <a:extLst>
              <a:ext uri="{FF2B5EF4-FFF2-40B4-BE49-F238E27FC236}">
                <a16:creationId xmlns:a16="http://schemas.microsoft.com/office/drawing/2014/main" id="{47CCCC35-4AA2-D1EC-D753-D2A712C377CA}"/>
              </a:ext>
            </a:extLst>
          </p:cNvPr>
          <p:cNvSpPr/>
          <p:nvPr/>
        </p:nvSpPr>
        <p:spPr>
          <a:xfrm flipV="1">
            <a:off x="3598570" y="3332"/>
            <a:ext cx="1412496" cy="346045"/>
          </a:xfrm>
          <a:prstGeom prst="round2SameRect">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685800" rIns="4572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320" name="Rectangle 1319">
            <a:extLst>
              <a:ext uri="{FF2B5EF4-FFF2-40B4-BE49-F238E27FC236}">
                <a16:creationId xmlns:a16="http://schemas.microsoft.com/office/drawing/2014/main" id="{B4561CCD-F95F-FD2F-B123-52C906D3A80B}"/>
              </a:ext>
            </a:extLst>
          </p:cNvPr>
          <p:cNvSpPr/>
          <p:nvPr/>
        </p:nvSpPr>
        <p:spPr>
          <a:xfrm>
            <a:off x="3732109" y="93295"/>
            <a:ext cx="803981" cy="161583"/>
          </a:xfrm>
          <a:prstGeom prst="rect">
            <a:avLst/>
          </a:prstGeom>
          <a:noFill/>
          <a:ln w="15875" cap="flat" cmpd="sng" algn="ctr">
            <a:noFill/>
            <a:prstDash val="dash"/>
            <a:miter lim="800000"/>
          </a:ln>
          <a:effectLst/>
        </p:spPr>
        <p:txBody>
          <a:bodyPr lIns="0" tIns="0" rIns="0" bIns="0">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US" sz="1050" b="0" i="0" u="none" strike="noStrike" kern="0" cap="none" spc="0" normalizeH="0" baseline="0" noProof="0">
                <a:ln>
                  <a:noFill/>
                </a:ln>
                <a:solidFill>
                  <a:srgbClr val="41B3FF"/>
                </a:solidFill>
                <a:effectLst/>
                <a:uLnTx/>
                <a:uFillTx/>
                <a:latin typeface="Amazon Ember Heavy"/>
                <a:ea typeface="Amazon Ember Display" panose="020F0603020204020204" pitchFamily="34" charset="0"/>
                <a:cs typeface="Amazon Ember Display" panose="020F0603020204020204" pitchFamily="34" charset="0"/>
              </a:rPr>
              <a:t>Scalable</a:t>
            </a:r>
          </a:p>
        </p:txBody>
      </p:sp>
      <p:grpSp>
        <p:nvGrpSpPr>
          <p:cNvPr id="1321" name="Group 1320">
            <a:extLst>
              <a:ext uri="{FF2B5EF4-FFF2-40B4-BE49-F238E27FC236}">
                <a16:creationId xmlns:a16="http://schemas.microsoft.com/office/drawing/2014/main" id="{C929052E-BA54-2798-B919-BA1F614F75A4}"/>
              </a:ext>
            </a:extLst>
          </p:cNvPr>
          <p:cNvGrpSpPr/>
          <p:nvPr/>
        </p:nvGrpSpPr>
        <p:grpSpPr>
          <a:xfrm>
            <a:off x="4715812" y="78241"/>
            <a:ext cx="191780" cy="192037"/>
            <a:chOff x="9339263" y="-1936750"/>
            <a:chExt cx="1181100" cy="1182687"/>
          </a:xfrm>
        </p:grpSpPr>
        <p:sp>
          <p:nvSpPr>
            <p:cNvPr id="1322" name="Line 5">
              <a:extLst>
                <a:ext uri="{FF2B5EF4-FFF2-40B4-BE49-F238E27FC236}">
                  <a16:creationId xmlns:a16="http://schemas.microsoft.com/office/drawing/2014/main" id="{AB028F00-C7B3-1A6A-8B97-65944380E6F6}"/>
                </a:ext>
              </a:extLst>
            </p:cNvPr>
            <p:cNvSpPr>
              <a:spLocks noChangeShapeType="1"/>
            </p:cNvSpPr>
            <p:nvPr/>
          </p:nvSpPr>
          <p:spPr bwMode="auto">
            <a:xfrm flipH="1">
              <a:off x="9347200" y="-966788"/>
              <a:ext cx="204787" cy="204787"/>
            </a:xfrm>
            <a:prstGeom prst="line">
              <a:avLst/>
            </a:prstGeom>
            <a:noFill/>
            <a:ln w="12700" cap="flat">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3" name="Line 6">
              <a:extLst>
                <a:ext uri="{FF2B5EF4-FFF2-40B4-BE49-F238E27FC236}">
                  <a16:creationId xmlns:a16="http://schemas.microsoft.com/office/drawing/2014/main" id="{AB51D427-9031-A2C9-D8F9-9806BBD4CD8C}"/>
                </a:ext>
              </a:extLst>
            </p:cNvPr>
            <p:cNvSpPr>
              <a:spLocks noChangeShapeType="1"/>
            </p:cNvSpPr>
            <p:nvPr/>
          </p:nvSpPr>
          <p:spPr bwMode="auto">
            <a:xfrm flipH="1">
              <a:off x="10309225" y="-1936750"/>
              <a:ext cx="211137" cy="212725"/>
            </a:xfrm>
            <a:prstGeom prst="line">
              <a:avLst/>
            </a:prstGeom>
            <a:noFill/>
            <a:ln w="12700" cap="flat">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4" name="Freeform 7">
              <a:extLst>
                <a:ext uri="{FF2B5EF4-FFF2-40B4-BE49-F238E27FC236}">
                  <a16:creationId xmlns:a16="http://schemas.microsoft.com/office/drawing/2014/main" id="{75C91558-05C6-F846-EB12-E865C12E1336}"/>
                </a:ext>
              </a:extLst>
            </p:cNvPr>
            <p:cNvSpPr>
              <a:spLocks/>
            </p:cNvSpPr>
            <p:nvPr/>
          </p:nvSpPr>
          <p:spPr bwMode="auto">
            <a:xfrm>
              <a:off x="10429875" y="-846138"/>
              <a:ext cx="90487" cy="92075"/>
            </a:xfrm>
            <a:custGeom>
              <a:avLst/>
              <a:gdLst>
                <a:gd name="T0" fmla="*/ 57 w 57"/>
                <a:gd name="T1" fmla="*/ 0 h 58"/>
                <a:gd name="T2" fmla="*/ 57 w 57"/>
                <a:gd name="T3" fmla="*/ 58 h 58"/>
                <a:gd name="T4" fmla="*/ 0 w 57"/>
                <a:gd name="T5" fmla="*/ 58 h 58"/>
              </a:gdLst>
              <a:ahLst/>
              <a:cxnLst>
                <a:cxn ang="0">
                  <a:pos x="T0" y="T1"/>
                </a:cxn>
                <a:cxn ang="0">
                  <a:pos x="T2" y="T3"/>
                </a:cxn>
                <a:cxn ang="0">
                  <a:pos x="T4" y="T5"/>
                </a:cxn>
              </a:cxnLst>
              <a:rect l="0" t="0" r="r" b="b"/>
              <a:pathLst>
                <a:path w="57" h="58">
                  <a:moveTo>
                    <a:pt x="57" y="0"/>
                  </a:moveTo>
                  <a:lnTo>
                    <a:pt x="57" y="58"/>
                  </a:lnTo>
                  <a:lnTo>
                    <a:pt x="0" y="58"/>
                  </a:lnTo>
                </a:path>
              </a:pathLst>
            </a:custGeom>
            <a:noFill/>
            <a:ln w="1270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5" name="Freeform 8">
              <a:extLst>
                <a:ext uri="{FF2B5EF4-FFF2-40B4-BE49-F238E27FC236}">
                  <a16:creationId xmlns:a16="http://schemas.microsoft.com/office/drawing/2014/main" id="{A10BEF57-880E-87C1-31D8-6A538D9982D8}"/>
                </a:ext>
              </a:extLst>
            </p:cNvPr>
            <p:cNvSpPr>
              <a:spLocks noEditPoints="1"/>
            </p:cNvSpPr>
            <p:nvPr/>
          </p:nvSpPr>
          <p:spPr bwMode="auto">
            <a:xfrm>
              <a:off x="9645650" y="-754063"/>
              <a:ext cx="571500" cy="0"/>
            </a:xfrm>
            <a:custGeom>
              <a:avLst/>
              <a:gdLst>
                <a:gd name="T0" fmla="*/ 360 w 360"/>
                <a:gd name="T1" fmla="*/ 246 w 360"/>
                <a:gd name="T2" fmla="*/ 0 w 360"/>
                <a:gd name="T3" fmla="*/ 112 w 360"/>
              </a:gdLst>
              <a:ahLst/>
              <a:cxnLst>
                <a:cxn ang="0">
                  <a:pos x="T0" y="0"/>
                </a:cxn>
                <a:cxn ang="0">
                  <a:pos x="T1" y="0"/>
                </a:cxn>
                <a:cxn ang="0">
                  <a:pos x="T2" y="0"/>
                </a:cxn>
                <a:cxn ang="0">
                  <a:pos x="T3" y="0"/>
                </a:cxn>
              </a:cxnLst>
              <a:rect l="0" t="0" r="r" b="b"/>
              <a:pathLst>
                <a:path w="360">
                  <a:moveTo>
                    <a:pt x="360" y="0"/>
                  </a:moveTo>
                  <a:lnTo>
                    <a:pt x="246" y="0"/>
                  </a:lnTo>
                  <a:moveTo>
                    <a:pt x="0" y="0"/>
                  </a:moveTo>
                  <a:lnTo>
                    <a:pt x="112" y="0"/>
                  </a:lnTo>
                </a:path>
              </a:pathLst>
            </a:custGeom>
            <a:noFill/>
            <a:ln w="1270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6" name="Freeform 9">
              <a:extLst>
                <a:ext uri="{FF2B5EF4-FFF2-40B4-BE49-F238E27FC236}">
                  <a16:creationId xmlns:a16="http://schemas.microsoft.com/office/drawing/2014/main" id="{CE96DD25-E93E-C8E8-F2B4-EF05ECC0C424}"/>
                </a:ext>
              </a:extLst>
            </p:cNvPr>
            <p:cNvSpPr>
              <a:spLocks noEditPoints="1"/>
            </p:cNvSpPr>
            <p:nvPr/>
          </p:nvSpPr>
          <p:spPr bwMode="auto">
            <a:xfrm>
              <a:off x="9339263" y="-1628775"/>
              <a:ext cx="0" cy="571500"/>
            </a:xfrm>
            <a:custGeom>
              <a:avLst/>
              <a:gdLst>
                <a:gd name="T0" fmla="*/ 248 h 360"/>
                <a:gd name="T1" fmla="*/ 360 h 360"/>
                <a:gd name="T2" fmla="*/ 0 h 360"/>
                <a:gd name="T3" fmla="*/ 109 h 360"/>
              </a:gdLst>
              <a:ahLst/>
              <a:cxnLst>
                <a:cxn ang="0">
                  <a:pos x="0" y="T0"/>
                </a:cxn>
                <a:cxn ang="0">
                  <a:pos x="0" y="T1"/>
                </a:cxn>
                <a:cxn ang="0">
                  <a:pos x="0" y="T2"/>
                </a:cxn>
                <a:cxn ang="0">
                  <a:pos x="0" y="T3"/>
                </a:cxn>
              </a:cxnLst>
              <a:rect l="0" t="0" r="r" b="b"/>
              <a:pathLst>
                <a:path h="360">
                  <a:moveTo>
                    <a:pt x="0" y="248"/>
                  </a:moveTo>
                  <a:lnTo>
                    <a:pt x="0" y="360"/>
                  </a:lnTo>
                  <a:moveTo>
                    <a:pt x="0" y="0"/>
                  </a:moveTo>
                  <a:lnTo>
                    <a:pt x="0" y="109"/>
                  </a:lnTo>
                </a:path>
              </a:pathLst>
            </a:custGeom>
            <a:noFill/>
            <a:ln w="1270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7" name="Freeform 10">
              <a:extLst>
                <a:ext uri="{FF2B5EF4-FFF2-40B4-BE49-F238E27FC236}">
                  <a16:creationId xmlns:a16="http://schemas.microsoft.com/office/drawing/2014/main" id="{4216BB74-1209-58D8-DE96-559D4694F407}"/>
                </a:ext>
              </a:extLst>
            </p:cNvPr>
            <p:cNvSpPr>
              <a:spLocks/>
            </p:cNvSpPr>
            <p:nvPr/>
          </p:nvSpPr>
          <p:spPr bwMode="auto">
            <a:xfrm>
              <a:off x="9339263" y="-1936750"/>
              <a:ext cx="90487" cy="92075"/>
            </a:xfrm>
            <a:custGeom>
              <a:avLst/>
              <a:gdLst>
                <a:gd name="T0" fmla="*/ 57 w 57"/>
                <a:gd name="T1" fmla="*/ 0 h 58"/>
                <a:gd name="T2" fmla="*/ 0 w 57"/>
                <a:gd name="T3" fmla="*/ 0 h 58"/>
                <a:gd name="T4" fmla="*/ 0 w 57"/>
                <a:gd name="T5" fmla="*/ 58 h 58"/>
              </a:gdLst>
              <a:ahLst/>
              <a:cxnLst>
                <a:cxn ang="0">
                  <a:pos x="T0" y="T1"/>
                </a:cxn>
                <a:cxn ang="0">
                  <a:pos x="T2" y="T3"/>
                </a:cxn>
                <a:cxn ang="0">
                  <a:pos x="T4" y="T5"/>
                </a:cxn>
              </a:cxnLst>
              <a:rect l="0" t="0" r="r" b="b"/>
              <a:pathLst>
                <a:path w="57" h="58">
                  <a:moveTo>
                    <a:pt x="57" y="0"/>
                  </a:moveTo>
                  <a:lnTo>
                    <a:pt x="0" y="0"/>
                  </a:lnTo>
                  <a:lnTo>
                    <a:pt x="0" y="58"/>
                  </a:lnTo>
                </a:path>
              </a:pathLst>
            </a:custGeom>
            <a:noFill/>
            <a:ln w="1270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8" name="Freeform 11">
              <a:extLst>
                <a:ext uri="{FF2B5EF4-FFF2-40B4-BE49-F238E27FC236}">
                  <a16:creationId xmlns:a16="http://schemas.microsoft.com/office/drawing/2014/main" id="{AEE7CC85-4EEB-E643-8BA4-FA2951673A03}"/>
                </a:ext>
              </a:extLst>
            </p:cNvPr>
            <p:cNvSpPr>
              <a:spLocks noEditPoints="1"/>
            </p:cNvSpPr>
            <p:nvPr/>
          </p:nvSpPr>
          <p:spPr bwMode="auto">
            <a:xfrm>
              <a:off x="9645650" y="-1936750"/>
              <a:ext cx="571500" cy="0"/>
            </a:xfrm>
            <a:custGeom>
              <a:avLst/>
              <a:gdLst>
                <a:gd name="T0" fmla="*/ 246 w 360"/>
                <a:gd name="T1" fmla="*/ 360 w 360"/>
                <a:gd name="T2" fmla="*/ 0 w 360"/>
                <a:gd name="T3" fmla="*/ 112 w 360"/>
              </a:gdLst>
              <a:ahLst/>
              <a:cxnLst>
                <a:cxn ang="0">
                  <a:pos x="T0" y="0"/>
                </a:cxn>
                <a:cxn ang="0">
                  <a:pos x="T1" y="0"/>
                </a:cxn>
                <a:cxn ang="0">
                  <a:pos x="T2" y="0"/>
                </a:cxn>
                <a:cxn ang="0">
                  <a:pos x="T3" y="0"/>
                </a:cxn>
              </a:cxnLst>
              <a:rect l="0" t="0" r="r" b="b"/>
              <a:pathLst>
                <a:path w="360">
                  <a:moveTo>
                    <a:pt x="246" y="0"/>
                  </a:moveTo>
                  <a:lnTo>
                    <a:pt x="360" y="0"/>
                  </a:lnTo>
                  <a:moveTo>
                    <a:pt x="0" y="0"/>
                  </a:moveTo>
                  <a:lnTo>
                    <a:pt x="112" y="0"/>
                  </a:lnTo>
                </a:path>
              </a:pathLst>
            </a:custGeom>
            <a:noFill/>
            <a:ln w="1270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9" name="Line 12">
              <a:extLst>
                <a:ext uri="{FF2B5EF4-FFF2-40B4-BE49-F238E27FC236}">
                  <a16:creationId xmlns:a16="http://schemas.microsoft.com/office/drawing/2014/main" id="{CF5708BC-1E45-3E5A-4954-DD93794CDA95}"/>
                </a:ext>
              </a:extLst>
            </p:cNvPr>
            <p:cNvSpPr>
              <a:spLocks noChangeShapeType="1"/>
            </p:cNvSpPr>
            <p:nvPr/>
          </p:nvSpPr>
          <p:spPr bwMode="auto">
            <a:xfrm>
              <a:off x="10520363" y="-1235075"/>
              <a:ext cx="0" cy="173037"/>
            </a:xfrm>
            <a:prstGeom prst="line">
              <a:avLst/>
            </a:prstGeom>
            <a:noFill/>
            <a:ln w="12700" cap="flat">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30" name="Line 13">
              <a:extLst>
                <a:ext uri="{FF2B5EF4-FFF2-40B4-BE49-F238E27FC236}">
                  <a16:creationId xmlns:a16="http://schemas.microsoft.com/office/drawing/2014/main" id="{12B5469C-C3FA-4209-35B3-54EB7468079B}"/>
                </a:ext>
              </a:extLst>
            </p:cNvPr>
            <p:cNvSpPr>
              <a:spLocks noChangeShapeType="1"/>
            </p:cNvSpPr>
            <p:nvPr/>
          </p:nvSpPr>
          <p:spPr bwMode="auto">
            <a:xfrm>
              <a:off x="10520363" y="-1628775"/>
              <a:ext cx="0" cy="173037"/>
            </a:xfrm>
            <a:prstGeom prst="line">
              <a:avLst/>
            </a:prstGeom>
            <a:noFill/>
            <a:ln w="12700" cap="flat">
              <a:solidFill>
                <a:schemeClr val="accent1"/>
              </a:solidFill>
              <a:prstDash val="solid"/>
              <a:round/>
              <a:headEnd/>
              <a:tailEnd/>
            </a:ln>
            <a:extLst>
              <a:ext uri="{909E8E84-426E-40DD-AFC4-6F175D3DCCD1}">
                <a14:hiddenFill xmlns:a14="http://schemas.microsoft.com/office/drawing/2010/main">
                  <a:no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31" name="Freeform 14">
              <a:extLst>
                <a:ext uri="{FF2B5EF4-FFF2-40B4-BE49-F238E27FC236}">
                  <a16:creationId xmlns:a16="http://schemas.microsoft.com/office/drawing/2014/main" id="{04AEA157-2F70-F50C-FB41-4255D2D03059}"/>
                </a:ext>
              </a:extLst>
            </p:cNvPr>
            <p:cNvSpPr>
              <a:spLocks/>
            </p:cNvSpPr>
            <p:nvPr/>
          </p:nvSpPr>
          <p:spPr bwMode="auto">
            <a:xfrm>
              <a:off x="10353675" y="-1936750"/>
              <a:ext cx="166687" cy="166687"/>
            </a:xfrm>
            <a:custGeom>
              <a:avLst/>
              <a:gdLst>
                <a:gd name="T0" fmla="*/ 0 w 105"/>
                <a:gd name="T1" fmla="*/ 0 h 105"/>
                <a:gd name="T2" fmla="*/ 105 w 105"/>
                <a:gd name="T3" fmla="*/ 0 h 105"/>
                <a:gd name="T4" fmla="*/ 105 w 105"/>
                <a:gd name="T5" fmla="*/ 105 h 105"/>
              </a:gdLst>
              <a:ahLst/>
              <a:cxnLst>
                <a:cxn ang="0">
                  <a:pos x="T0" y="T1"/>
                </a:cxn>
                <a:cxn ang="0">
                  <a:pos x="T2" y="T3"/>
                </a:cxn>
                <a:cxn ang="0">
                  <a:pos x="T4" y="T5"/>
                </a:cxn>
              </a:cxnLst>
              <a:rect l="0" t="0" r="r" b="b"/>
              <a:pathLst>
                <a:path w="105" h="105">
                  <a:moveTo>
                    <a:pt x="0" y="0"/>
                  </a:moveTo>
                  <a:lnTo>
                    <a:pt x="105" y="0"/>
                  </a:lnTo>
                  <a:lnTo>
                    <a:pt x="105" y="105"/>
                  </a:lnTo>
                </a:path>
              </a:pathLst>
            </a:custGeom>
            <a:noFill/>
            <a:ln w="1270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32" name="Freeform 15">
              <a:extLst>
                <a:ext uri="{FF2B5EF4-FFF2-40B4-BE49-F238E27FC236}">
                  <a16:creationId xmlns:a16="http://schemas.microsoft.com/office/drawing/2014/main" id="{054EC731-C1A1-5774-365E-3768F166319E}"/>
                </a:ext>
              </a:extLst>
            </p:cNvPr>
            <p:cNvSpPr>
              <a:spLocks/>
            </p:cNvSpPr>
            <p:nvPr/>
          </p:nvSpPr>
          <p:spPr bwMode="auto">
            <a:xfrm>
              <a:off x="9339263" y="-920750"/>
              <a:ext cx="166687" cy="166687"/>
            </a:xfrm>
            <a:custGeom>
              <a:avLst/>
              <a:gdLst>
                <a:gd name="T0" fmla="*/ 105 w 105"/>
                <a:gd name="T1" fmla="*/ 105 h 105"/>
                <a:gd name="T2" fmla="*/ 0 w 105"/>
                <a:gd name="T3" fmla="*/ 105 h 105"/>
                <a:gd name="T4" fmla="*/ 0 w 105"/>
                <a:gd name="T5" fmla="*/ 0 h 105"/>
              </a:gdLst>
              <a:ahLst/>
              <a:cxnLst>
                <a:cxn ang="0">
                  <a:pos x="T0" y="T1"/>
                </a:cxn>
                <a:cxn ang="0">
                  <a:pos x="T2" y="T3"/>
                </a:cxn>
                <a:cxn ang="0">
                  <a:pos x="T4" y="T5"/>
                </a:cxn>
              </a:cxnLst>
              <a:rect l="0" t="0" r="r" b="b"/>
              <a:pathLst>
                <a:path w="105" h="105">
                  <a:moveTo>
                    <a:pt x="105" y="105"/>
                  </a:moveTo>
                  <a:lnTo>
                    <a:pt x="0" y="105"/>
                  </a:lnTo>
                  <a:lnTo>
                    <a:pt x="0" y="0"/>
                  </a:lnTo>
                </a:path>
              </a:pathLst>
            </a:custGeom>
            <a:noFill/>
            <a:ln w="1270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33" name="Rectangle 16">
              <a:extLst>
                <a:ext uri="{FF2B5EF4-FFF2-40B4-BE49-F238E27FC236}">
                  <a16:creationId xmlns:a16="http://schemas.microsoft.com/office/drawing/2014/main" id="{12BE97EF-0985-FE2E-E5A2-3BD2671F8028}"/>
                </a:ext>
              </a:extLst>
            </p:cNvPr>
            <p:cNvSpPr>
              <a:spLocks noChangeArrowheads="1"/>
            </p:cNvSpPr>
            <p:nvPr/>
          </p:nvSpPr>
          <p:spPr bwMode="auto">
            <a:xfrm>
              <a:off x="9626600" y="-1647825"/>
              <a:ext cx="606425" cy="604837"/>
            </a:xfrm>
            <a:prstGeom prst="rect">
              <a:avLst/>
            </a:prstGeom>
            <a:noFill/>
            <a:ln w="12700" cap="flat">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sp>
        <p:nvSpPr>
          <p:cNvPr id="1334" name="Rectangle: Rounded Corners 39">
            <a:extLst>
              <a:ext uri="{FF2B5EF4-FFF2-40B4-BE49-F238E27FC236}">
                <a16:creationId xmlns:a16="http://schemas.microsoft.com/office/drawing/2014/main" id="{3C549768-641B-8E17-7F89-21C733B9EA1A}"/>
              </a:ext>
            </a:extLst>
          </p:cNvPr>
          <p:cNvSpPr/>
          <p:nvPr/>
        </p:nvSpPr>
        <p:spPr>
          <a:xfrm flipV="1">
            <a:off x="5077052" y="3332"/>
            <a:ext cx="1412496" cy="346045"/>
          </a:xfrm>
          <a:prstGeom prst="round2SameRect">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685800" rIns="4572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335" name="Rectangle 1334">
            <a:extLst>
              <a:ext uri="{FF2B5EF4-FFF2-40B4-BE49-F238E27FC236}">
                <a16:creationId xmlns:a16="http://schemas.microsoft.com/office/drawing/2014/main" id="{6276C541-0200-6FD1-C691-189471EB5F78}"/>
              </a:ext>
            </a:extLst>
          </p:cNvPr>
          <p:cNvSpPr/>
          <p:nvPr/>
        </p:nvSpPr>
        <p:spPr>
          <a:xfrm>
            <a:off x="5210591" y="93295"/>
            <a:ext cx="757068" cy="161583"/>
          </a:xfrm>
          <a:prstGeom prst="rect">
            <a:avLst/>
          </a:prstGeom>
          <a:noFill/>
          <a:ln w="15875" cap="flat" cmpd="sng" algn="ctr">
            <a:noFill/>
            <a:prstDash val="dash"/>
            <a:miter lim="800000"/>
          </a:ln>
          <a:effectLst/>
        </p:spPr>
        <p:txBody>
          <a:bodyPr lIns="0" tIns="0" rIns="0" bIns="0">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US" sz="1050" b="0" i="0" u="none" strike="noStrike" kern="0" cap="none" spc="0" normalizeH="0" baseline="0" noProof="0">
                <a:ln>
                  <a:noFill/>
                </a:ln>
                <a:solidFill>
                  <a:srgbClr val="FF693C">
                    <a:lumMod val="20000"/>
                    <a:lumOff val="80000"/>
                  </a:srgbClr>
                </a:solidFill>
                <a:effectLst/>
                <a:uLnTx/>
                <a:uFillTx/>
                <a:latin typeface="Amazon Ember Heavy"/>
                <a:ea typeface="Amazon Ember Display" panose="020F0603020204020204" pitchFamily="34" charset="0"/>
                <a:cs typeface="Amazon Ember Display" panose="020F0603020204020204" pitchFamily="34" charset="0"/>
              </a:rPr>
              <a:t>Efficient</a:t>
            </a:r>
          </a:p>
        </p:txBody>
      </p:sp>
      <p:grpSp>
        <p:nvGrpSpPr>
          <p:cNvPr id="1336" name="Group 1335">
            <a:extLst>
              <a:ext uri="{FF2B5EF4-FFF2-40B4-BE49-F238E27FC236}">
                <a16:creationId xmlns:a16="http://schemas.microsoft.com/office/drawing/2014/main" id="{167541FF-C2C5-B3F3-9B3D-702EEAB0733B}"/>
              </a:ext>
            </a:extLst>
          </p:cNvPr>
          <p:cNvGrpSpPr/>
          <p:nvPr/>
        </p:nvGrpSpPr>
        <p:grpSpPr>
          <a:xfrm>
            <a:off x="6208996" y="74777"/>
            <a:ext cx="203154" cy="203154"/>
            <a:chOff x="4096801" y="1889248"/>
            <a:chExt cx="148563" cy="148563"/>
          </a:xfrm>
        </p:grpSpPr>
        <p:sp>
          <p:nvSpPr>
            <p:cNvPr id="1337" name="Freeform 55">
              <a:extLst>
                <a:ext uri="{FF2B5EF4-FFF2-40B4-BE49-F238E27FC236}">
                  <a16:creationId xmlns:a16="http://schemas.microsoft.com/office/drawing/2014/main" id="{7FAC69AF-1AE5-EDAE-A02B-E71AE7623A43}"/>
                </a:ext>
              </a:extLst>
            </p:cNvPr>
            <p:cNvSpPr>
              <a:spLocks/>
            </p:cNvSpPr>
            <p:nvPr/>
          </p:nvSpPr>
          <p:spPr bwMode="auto">
            <a:xfrm>
              <a:off x="4096801" y="1889248"/>
              <a:ext cx="148563" cy="148563"/>
            </a:xfrm>
            <a:custGeom>
              <a:avLst/>
              <a:gdLst>
                <a:gd name="T0" fmla="*/ 187 w 208"/>
                <a:gd name="T1" fmla="*/ 104 h 208"/>
                <a:gd name="T2" fmla="*/ 204 w 208"/>
                <a:gd name="T3" fmla="*/ 83 h 208"/>
                <a:gd name="T4" fmla="*/ 200 w 208"/>
                <a:gd name="T5" fmla="*/ 62 h 208"/>
                <a:gd name="T6" fmla="*/ 176 w 208"/>
                <a:gd name="T7" fmla="*/ 63 h 208"/>
                <a:gd name="T8" fmla="*/ 180 w 208"/>
                <a:gd name="T9" fmla="*/ 36 h 208"/>
                <a:gd name="T10" fmla="*/ 165 w 208"/>
                <a:gd name="T11" fmla="*/ 19 h 208"/>
                <a:gd name="T12" fmla="*/ 146 w 208"/>
                <a:gd name="T13" fmla="*/ 33 h 208"/>
                <a:gd name="T14" fmla="*/ 135 w 208"/>
                <a:gd name="T15" fmla="*/ 7 h 208"/>
                <a:gd name="T16" fmla="*/ 115 w 208"/>
                <a:gd name="T17" fmla="*/ 0 h 208"/>
                <a:gd name="T18" fmla="*/ 104 w 208"/>
                <a:gd name="T19" fmla="*/ 21 h 208"/>
                <a:gd name="T20" fmla="*/ 83 w 208"/>
                <a:gd name="T21" fmla="*/ 4 h 208"/>
                <a:gd name="T22" fmla="*/ 62 w 208"/>
                <a:gd name="T23" fmla="*/ 8 h 208"/>
                <a:gd name="T24" fmla="*/ 63 w 208"/>
                <a:gd name="T25" fmla="*/ 32 h 208"/>
                <a:gd name="T26" fmla="*/ 36 w 208"/>
                <a:gd name="T27" fmla="*/ 28 h 208"/>
                <a:gd name="T28" fmla="*/ 19 w 208"/>
                <a:gd name="T29" fmla="*/ 43 h 208"/>
                <a:gd name="T30" fmla="*/ 33 w 208"/>
                <a:gd name="T31" fmla="*/ 62 h 208"/>
                <a:gd name="T32" fmla="*/ 7 w 208"/>
                <a:gd name="T33" fmla="*/ 73 h 208"/>
                <a:gd name="T34" fmla="*/ 0 w 208"/>
                <a:gd name="T35" fmla="*/ 93 h 208"/>
                <a:gd name="T36" fmla="*/ 21 w 208"/>
                <a:gd name="T37" fmla="*/ 104 h 208"/>
                <a:gd name="T38" fmla="*/ 4 w 208"/>
                <a:gd name="T39" fmla="*/ 125 h 208"/>
                <a:gd name="T40" fmla="*/ 8 w 208"/>
                <a:gd name="T41" fmla="*/ 146 h 208"/>
                <a:gd name="T42" fmla="*/ 32 w 208"/>
                <a:gd name="T43" fmla="*/ 145 h 208"/>
                <a:gd name="T44" fmla="*/ 28 w 208"/>
                <a:gd name="T45" fmla="*/ 172 h 208"/>
                <a:gd name="T46" fmla="*/ 43 w 208"/>
                <a:gd name="T47" fmla="*/ 189 h 208"/>
                <a:gd name="T48" fmla="*/ 62 w 208"/>
                <a:gd name="T49" fmla="*/ 175 h 208"/>
                <a:gd name="T50" fmla="*/ 73 w 208"/>
                <a:gd name="T51" fmla="*/ 201 h 208"/>
                <a:gd name="T52" fmla="*/ 93 w 208"/>
                <a:gd name="T53" fmla="*/ 208 h 208"/>
                <a:gd name="T54" fmla="*/ 104 w 208"/>
                <a:gd name="T55" fmla="*/ 187 h 208"/>
                <a:gd name="T56" fmla="*/ 125 w 208"/>
                <a:gd name="T57" fmla="*/ 204 h 208"/>
                <a:gd name="T58" fmla="*/ 146 w 208"/>
                <a:gd name="T59" fmla="*/ 200 h 208"/>
                <a:gd name="T60" fmla="*/ 145 w 208"/>
                <a:gd name="T61" fmla="*/ 176 h 208"/>
                <a:gd name="T62" fmla="*/ 172 w 208"/>
                <a:gd name="T63" fmla="*/ 180 h 208"/>
                <a:gd name="T64" fmla="*/ 189 w 208"/>
                <a:gd name="T65" fmla="*/ 165 h 208"/>
                <a:gd name="T66" fmla="*/ 175 w 208"/>
                <a:gd name="T67" fmla="*/ 146 h 208"/>
                <a:gd name="T68" fmla="*/ 201 w 208"/>
                <a:gd name="T69" fmla="*/ 135 h 208"/>
                <a:gd name="T70" fmla="*/ 208 w 208"/>
                <a:gd name="T71" fmla="*/ 115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8" h="208">
                  <a:moveTo>
                    <a:pt x="206" y="111"/>
                  </a:moveTo>
                  <a:cubicBezTo>
                    <a:pt x="187" y="104"/>
                    <a:pt x="187" y="104"/>
                    <a:pt x="187" y="104"/>
                  </a:cubicBezTo>
                  <a:cubicBezTo>
                    <a:pt x="187" y="100"/>
                    <a:pt x="186" y="96"/>
                    <a:pt x="186" y="92"/>
                  </a:cubicBezTo>
                  <a:cubicBezTo>
                    <a:pt x="204" y="83"/>
                    <a:pt x="204" y="83"/>
                    <a:pt x="204" y="83"/>
                  </a:cubicBezTo>
                  <a:cubicBezTo>
                    <a:pt x="205" y="82"/>
                    <a:pt x="206" y="80"/>
                    <a:pt x="205" y="78"/>
                  </a:cubicBezTo>
                  <a:cubicBezTo>
                    <a:pt x="200" y="62"/>
                    <a:pt x="200" y="62"/>
                    <a:pt x="200" y="62"/>
                  </a:cubicBezTo>
                  <a:cubicBezTo>
                    <a:pt x="199" y="60"/>
                    <a:pt x="197" y="59"/>
                    <a:pt x="196" y="59"/>
                  </a:cubicBezTo>
                  <a:cubicBezTo>
                    <a:pt x="176" y="63"/>
                    <a:pt x="176" y="63"/>
                    <a:pt x="176" y="63"/>
                  </a:cubicBezTo>
                  <a:cubicBezTo>
                    <a:pt x="174" y="59"/>
                    <a:pt x="171" y="56"/>
                    <a:pt x="169" y="53"/>
                  </a:cubicBezTo>
                  <a:cubicBezTo>
                    <a:pt x="180" y="36"/>
                    <a:pt x="180" y="36"/>
                    <a:pt x="180" y="36"/>
                  </a:cubicBezTo>
                  <a:cubicBezTo>
                    <a:pt x="181" y="34"/>
                    <a:pt x="180" y="32"/>
                    <a:pt x="179" y="31"/>
                  </a:cubicBezTo>
                  <a:cubicBezTo>
                    <a:pt x="165" y="19"/>
                    <a:pt x="165" y="19"/>
                    <a:pt x="165" y="19"/>
                  </a:cubicBezTo>
                  <a:cubicBezTo>
                    <a:pt x="164" y="18"/>
                    <a:pt x="162" y="18"/>
                    <a:pt x="161" y="19"/>
                  </a:cubicBezTo>
                  <a:cubicBezTo>
                    <a:pt x="146" y="33"/>
                    <a:pt x="146" y="33"/>
                    <a:pt x="146" y="33"/>
                  </a:cubicBezTo>
                  <a:cubicBezTo>
                    <a:pt x="142" y="30"/>
                    <a:pt x="138" y="29"/>
                    <a:pt x="135" y="27"/>
                  </a:cubicBezTo>
                  <a:cubicBezTo>
                    <a:pt x="135" y="7"/>
                    <a:pt x="135" y="7"/>
                    <a:pt x="135" y="7"/>
                  </a:cubicBezTo>
                  <a:cubicBezTo>
                    <a:pt x="135" y="5"/>
                    <a:pt x="134" y="4"/>
                    <a:pt x="133" y="3"/>
                  </a:cubicBezTo>
                  <a:cubicBezTo>
                    <a:pt x="115" y="0"/>
                    <a:pt x="115" y="0"/>
                    <a:pt x="115" y="0"/>
                  </a:cubicBezTo>
                  <a:cubicBezTo>
                    <a:pt x="113" y="0"/>
                    <a:pt x="112" y="1"/>
                    <a:pt x="111" y="2"/>
                  </a:cubicBezTo>
                  <a:cubicBezTo>
                    <a:pt x="104" y="21"/>
                    <a:pt x="104" y="21"/>
                    <a:pt x="104" y="21"/>
                  </a:cubicBezTo>
                  <a:cubicBezTo>
                    <a:pt x="100" y="21"/>
                    <a:pt x="96" y="22"/>
                    <a:pt x="92" y="22"/>
                  </a:cubicBezTo>
                  <a:cubicBezTo>
                    <a:pt x="83" y="4"/>
                    <a:pt x="83" y="4"/>
                    <a:pt x="83" y="4"/>
                  </a:cubicBezTo>
                  <a:cubicBezTo>
                    <a:pt x="82" y="3"/>
                    <a:pt x="80" y="2"/>
                    <a:pt x="78" y="3"/>
                  </a:cubicBezTo>
                  <a:cubicBezTo>
                    <a:pt x="62" y="8"/>
                    <a:pt x="62" y="8"/>
                    <a:pt x="62" y="8"/>
                  </a:cubicBezTo>
                  <a:cubicBezTo>
                    <a:pt x="60" y="9"/>
                    <a:pt x="59" y="11"/>
                    <a:pt x="59" y="12"/>
                  </a:cubicBezTo>
                  <a:cubicBezTo>
                    <a:pt x="63" y="32"/>
                    <a:pt x="63" y="32"/>
                    <a:pt x="63" y="32"/>
                  </a:cubicBezTo>
                  <a:cubicBezTo>
                    <a:pt x="59" y="34"/>
                    <a:pt x="56" y="37"/>
                    <a:pt x="53" y="39"/>
                  </a:cubicBezTo>
                  <a:cubicBezTo>
                    <a:pt x="36" y="28"/>
                    <a:pt x="36" y="28"/>
                    <a:pt x="36" y="28"/>
                  </a:cubicBezTo>
                  <a:cubicBezTo>
                    <a:pt x="34" y="27"/>
                    <a:pt x="32" y="28"/>
                    <a:pt x="31" y="29"/>
                  </a:cubicBezTo>
                  <a:cubicBezTo>
                    <a:pt x="19" y="43"/>
                    <a:pt x="19" y="43"/>
                    <a:pt x="19" y="43"/>
                  </a:cubicBezTo>
                  <a:cubicBezTo>
                    <a:pt x="18" y="44"/>
                    <a:pt x="18" y="46"/>
                    <a:pt x="19" y="47"/>
                  </a:cubicBezTo>
                  <a:cubicBezTo>
                    <a:pt x="33" y="62"/>
                    <a:pt x="33" y="62"/>
                    <a:pt x="33" y="62"/>
                  </a:cubicBezTo>
                  <a:cubicBezTo>
                    <a:pt x="30" y="66"/>
                    <a:pt x="29" y="70"/>
                    <a:pt x="27" y="73"/>
                  </a:cubicBezTo>
                  <a:cubicBezTo>
                    <a:pt x="7" y="73"/>
                    <a:pt x="7" y="73"/>
                    <a:pt x="7" y="73"/>
                  </a:cubicBezTo>
                  <a:cubicBezTo>
                    <a:pt x="5" y="73"/>
                    <a:pt x="4" y="74"/>
                    <a:pt x="3" y="75"/>
                  </a:cubicBezTo>
                  <a:cubicBezTo>
                    <a:pt x="0" y="93"/>
                    <a:pt x="0" y="93"/>
                    <a:pt x="0" y="93"/>
                  </a:cubicBezTo>
                  <a:cubicBezTo>
                    <a:pt x="0" y="95"/>
                    <a:pt x="1" y="96"/>
                    <a:pt x="2" y="97"/>
                  </a:cubicBezTo>
                  <a:cubicBezTo>
                    <a:pt x="21" y="104"/>
                    <a:pt x="21" y="104"/>
                    <a:pt x="21" y="104"/>
                  </a:cubicBezTo>
                  <a:cubicBezTo>
                    <a:pt x="21" y="108"/>
                    <a:pt x="22" y="112"/>
                    <a:pt x="22" y="116"/>
                  </a:cubicBezTo>
                  <a:cubicBezTo>
                    <a:pt x="4" y="125"/>
                    <a:pt x="4" y="125"/>
                    <a:pt x="4" y="125"/>
                  </a:cubicBezTo>
                  <a:cubicBezTo>
                    <a:pt x="3" y="126"/>
                    <a:pt x="2" y="128"/>
                    <a:pt x="3" y="130"/>
                  </a:cubicBezTo>
                  <a:cubicBezTo>
                    <a:pt x="8" y="146"/>
                    <a:pt x="8" y="146"/>
                    <a:pt x="8" y="146"/>
                  </a:cubicBezTo>
                  <a:cubicBezTo>
                    <a:pt x="9" y="148"/>
                    <a:pt x="11" y="149"/>
                    <a:pt x="12" y="149"/>
                  </a:cubicBezTo>
                  <a:cubicBezTo>
                    <a:pt x="32" y="145"/>
                    <a:pt x="32" y="145"/>
                    <a:pt x="32" y="145"/>
                  </a:cubicBezTo>
                  <a:cubicBezTo>
                    <a:pt x="34" y="149"/>
                    <a:pt x="37" y="152"/>
                    <a:pt x="39" y="155"/>
                  </a:cubicBezTo>
                  <a:cubicBezTo>
                    <a:pt x="28" y="172"/>
                    <a:pt x="28" y="172"/>
                    <a:pt x="28" y="172"/>
                  </a:cubicBezTo>
                  <a:cubicBezTo>
                    <a:pt x="27" y="174"/>
                    <a:pt x="28" y="176"/>
                    <a:pt x="29" y="177"/>
                  </a:cubicBezTo>
                  <a:cubicBezTo>
                    <a:pt x="43" y="189"/>
                    <a:pt x="43" y="189"/>
                    <a:pt x="43" y="189"/>
                  </a:cubicBezTo>
                  <a:cubicBezTo>
                    <a:pt x="44" y="190"/>
                    <a:pt x="46" y="190"/>
                    <a:pt x="47" y="189"/>
                  </a:cubicBezTo>
                  <a:cubicBezTo>
                    <a:pt x="62" y="175"/>
                    <a:pt x="62" y="175"/>
                    <a:pt x="62" y="175"/>
                  </a:cubicBezTo>
                  <a:cubicBezTo>
                    <a:pt x="66" y="178"/>
                    <a:pt x="70" y="179"/>
                    <a:pt x="73" y="181"/>
                  </a:cubicBezTo>
                  <a:cubicBezTo>
                    <a:pt x="73" y="201"/>
                    <a:pt x="73" y="201"/>
                    <a:pt x="73" y="201"/>
                  </a:cubicBezTo>
                  <a:cubicBezTo>
                    <a:pt x="73" y="203"/>
                    <a:pt x="74" y="204"/>
                    <a:pt x="75" y="205"/>
                  </a:cubicBezTo>
                  <a:cubicBezTo>
                    <a:pt x="93" y="208"/>
                    <a:pt x="93" y="208"/>
                    <a:pt x="93" y="208"/>
                  </a:cubicBezTo>
                  <a:cubicBezTo>
                    <a:pt x="95" y="208"/>
                    <a:pt x="96" y="207"/>
                    <a:pt x="97" y="206"/>
                  </a:cubicBezTo>
                  <a:cubicBezTo>
                    <a:pt x="104" y="187"/>
                    <a:pt x="104" y="187"/>
                    <a:pt x="104" y="187"/>
                  </a:cubicBezTo>
                  <a:cubicBezTo>
                    <a:pt x="108" y="187"/>
                    <a:pt x="112" y="186"/>
                    <a:pt x="116" y="186"/>
                  </a:cubicBezTo>
                  <a:cubicBezTo>
                    <a:pt x="125" y="204"/>
                    <a:pt x="125" y="204"/>
                    <a:pt x="125" y="204"/>
                  </a:cubicBezTo>
                  <a:cubicBezTo>
                    <a:pt x="126" y="205"/>
                    <a:pt x="128" y="206"/>
                    <a:pt x="130" y="205"/>
                  </a:cubicBezTo>
                  <a:cubicBezTo>
                    <a:pt x="146" y="200"/>
                    <a:pt x="146" y="200"/>
                    <a:pt x="146" y="200"/>
                  </a:cubicBezTo>
                  <a:cubicBezTo>
                    <a:pt x="148" y="199"/>
                    <a:pt x="149" y="197"/>
                    <a:pt x="149" y="196"/>
                  </a:cubicBezTo>
                  <a:cubicBezTo>
                    <a:pt x="145" y="176"/>
                    <a:pt x="145" y="176"/>
                    <a:pt x="145" y="176"/>
                  </a:cubicBezTo>
                  <a:cubicBezTo>
                    <a:pt x="149" y="174"/>
                    <a:pt x="152" y="171"/>
                    <a:pt x="155" y="169"/>
                  </a:cubicBezTo>
                  <a:cubicBezTo>
                    <a:pt x="172" y="180"/>
                    <a:pt x="172" y="180"/>
                    <a:pt x="172" y="180"/>
                  </a:cubicBezTo>
                  <a:cubicBezTo>
                    <a:pt x="174" y="181"/>
                    <a:pt x="176" y="180"/>
                    <a:pt x="177" y="179"/>
                  </a:cubicBezTo>
                  <a:cubicBezTo>
                    <a:pt x="189" y="165"/>
                    <a:pt x="189" y="165"/>
                    <a:pt x="189" y="165"/>
                  </a:cubicBezTo>
                  <a:cubicBezTo>
                    <a:pt x="190" y="164"/>
                    <a:pt x="190" y="162"/>
                    <a:pt x="189" y="161"/>
                  </a:cubicBezTo>
                  <a:cubicBezTo>
                    <a:pt x="175" y="146"/>
                    <a:pt x="175" y="146"/>
                    <a:pt x="175" y="146"/>
                  </a:cubicBezTo>
                  <a:cubicBezTo>
                    <a:pt x="178" y="142"/>
                    <a:pt x="179" y="138"/>
                    <a:pt x="181" y="135"/>
                  </a:cubicBezTo>
                  <a:cubicBezTo>
                    <a:pt x="201" y="135"/>
                    <a:pt x="201" y="135"/>
                    <a:pt x="201" y="135"/>
                  </a:cubicBezTo>
                  <a:cubicBezTo>
                    <a:pt x="203" y="135"/>
                    <a:pt x="204" y="134"/>
                    <a:pt x="205" y="133"/>
                  </a:cubicBezTo>
                  <a:cubicBezTo>
                    <a:pt x="208" y="115"/>
                    <a:pt x="208" y="115"/>
                    <a:pt x="208" y="115"/>
                  </a:cubicBezTo>
                  <a:cubicBezTo>
                    <a:pt x="208" y="113"/>
                    <a:pt x="207" y="112"/>
                    <a:pt x="206" y="111"/>
                  </a:cubicBezTo>
                  <a:close/>
                </a:path>
              </a:pathLst>
            </a:custGeom>
            <a:noFill/>
            <a:ln w="9525" cap="flat">
              <a:solidFill>
                <a:schemeClr val="accent5">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38" name="Freeform 56">
              <a:extLst>
                <a:ext uri="{FF2B5EF4-FFF2-40B4-BE49-F238E27FC236}">
                  <a16:creationId xmlns:a16="http://schemas.microsoft.com/office/drawing/2014/main" id="{A52BCED7-AAB1-B963-14B9-3CF9AC381A44}"/>
                </a:ext>
              </a:extLst>
            </p:cNvPr>
            <p:cNvSpPr>
              <a:spLocks/>
            </p:cNvSpPr>
            <p:nvPr/>
          </p:nvSpPr>
          <p:spPr bwMode="auto">
            <a:xfrm>
              <a:off x="4131289" y="1924399"/>
              <a:ext cx="78924" cy="78261"/>
            </a:xfrm>
            <a:custGeom>
              <a:avLst/>
              <a:gdLst>
                <a:gd name="T0" fmla="*/ 87 w 110"/>
                <a:gd name="T1" fmla="*/ 18 h 110"/>
                <a:gd name="T2" fmla="*/ 92 w 110"/>
                <a:gd name="T3" fmla="*/ 87 h 110"/>
                <a:gd name="T4" fmla="*/ 23 w 110"/>
                <a:gd name="T5" fmla="*/ 92 h 110"/>
                <a:gd name="T6" fmla="*/ 18 w 110"/>
                <a:gd name="T7" fmla="*/ 23 h 110"/>
                <a:gd name="T8" fmla="*/ 87 w 110"/>
                <a:gd name="T9" fmla="*/ 18 h 110"/>
              </a:gdLst>
              <a:ahLst/>
              <a:cxnLst>
                <a:cxn ang="0">
                  <a:pos x="T0" y="T1"/>
                </a:cxn>
                <a:cxn ang="0">
                  <a:pos x="T2" y="T3"/>
                </a:cxn>
                <a:cxn ang="0">
                  <a:pos x="T4" y="T5"/>
                </a:cxn>
                <a:cxn ang="0">
                  <a:pos x="T6" y="T7"/>
                </a:cxn>
                <a:cxn ang="0">
                  <a:pos x="T8" y="T9"/>
                </a:cxn>
              </a:cxnLst>
              <a:rect l="0" t="0" r="r" b="b"/>
              <a:pathLst>
                <a:path w="110" h="110">
                  <a:moveTo>
                    <a:pt x="87" y="18"/>
                  </a:moveTo>
                  <a:cubicBezTo>
                    <a:pt x="108" y="35"/>
                    <a:pt x="110" y="67"/>
                    <a:pt x="92" y="87"/>
                  </a:cubicBezTo>
                  <a:cubicBezTo>
                    <a:pt x="75" y="108"/>
                    <a:pt x="43" y="110"/>
                    <a:pt x="23" y="92"/>
                  </a:cubicBezTo>
                  <a:cubicBezTo>
                    <a:pt x="2" y="75"/>
                    <a:pt x="0" y="43"/>
                    <a:pt x="18" y="23"/>
                  </a:cubicBezTo>
                  <a:cubicBezTo>
                    <a:pt x="35" y="2"/>
                    <a:pt x="67" y="0"/>
                    <a:pt x="87" y="18"/>
                  </a:cubicBezTo>
                  <a:close/>
                </a:path>
              </a:pathLst>
            </a:custGeom>
            <a:noFill/>
            <a:ln w="9525" cap="flat">
              <a:solidFill>
                <a:schemeClr val="accent5">
                  <a:lumMod val="20000"/>
                  <a:lumOff val="8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3" name="Group 2">
            <a:extLst>
              <a:ext uri="{FF2B5EF4-FFF2-40B4-BE49-F238E27FC236}">
                <a16:creationId xmlns:a16="http://schemas.microsoft.com/office/drawing/2014/main" id="{A385B627-3EA4-182A-47A4-177A6DDF2210}"/>
              </a:ext>
            </a:extLst>
          </p:cNvPr>
          <p:cNvGrpSpPr/>
          <p:nvPr/>
        </p:nvGrpSpPr>
        <p:grpSpPr>
          <a:xfrm>
            <a:off x="641604" y="3332"/>
            <a:ext cx="1412496" cy="346045"/>
            <a:chOff x="641604" y="3332"/>
            <a:chExt cx="1412496" cy="346045"/>
          </a:xfrm>
        </p:grpSpPr>
        <p:grpSp>
          <p:nvGrpSpPr>
            <p:cNvPr id="4" name="Group 3">
              <a:extLst>
                <a:ext uri="{FF2B5EF4-FFF2-40B4-BE49-F238E27FC236}">
                  <a16:creationId xmlns:a16="http://schemas.microsoft.com/office/drawing/2014/main" id="{C6B9B42C-5300-3A02-D76B-6CE53F8E81E9}"/>
                </a:ext>
              </a:extLst>
            </p:cNvPr>
            <p:cNvGrpSpPr/>
            <p:nvPr/>
          </p:nvGrpSpPr>
          <p:grpSpPr>
            <a:xfrm>
              <a:off x="641604" y="3332"/>
              <a:ext cx="1412496" cy="346045"/>
              <a:chOff x="304801" y="690563"/>
              <a:chExt cx="1412496" cy="346045"/>
            </a:xfrm>
          </p:grpSpPr>
          <p:sp>
            <p:nvSpPr>
              <p:cNvPr id="19" name="Rectangle: Rounded Corners 39">
                <a:extLst>
                  <a:ext uri="{FF2B5EF4-FFF2-40B4-BE49-F238E27FC236}">
                    <a16:creationId xmlns:a16="http://schemas.microsoft.com/office/drawing/2014/main" id="{AFEC1C9B-AE7A-B41C-50B4-B9483F2CF94C}"/>
                  </a:ext>
                </a:extLst>
              </p:cNvPr>
              <p:cNvSpPr/>
              <p:nvPr/>
            </p:nvSpPr>
            <p:spPr>
              <a:xfrm flipV="1">
                <a:off x="304801" y="690563"/>
                <a:ext cx="1412496" cy="346045"/>
              </a:xfrm>
              <a:prstGeom prst="round2SameRect">
                <a:avLst/>
              </a:prstGeom>
              <a:solidFill>
                <a:schemeClr val="bg1"/>
              </a:solidFill>
              <a:ln>
                <a:noFill/>
              </a:ln>
              <a:effectLst>
                <a:outerShdw blurRad="675789" dist="50800" dir="5400000" algn="ctr" rotWithShape="0">
                  <a:schemeClr val="bg2">
                    <a:lumMod val="1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685800" rIns="4572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1" name="Rectangle 20">
                <a:extLst>
                  <a:ext uri="{FF2B5EF4-FFF2-40B4-BE49-F238E27FC236}">
                    <a16:creationId xmlns:a16="http://schemas.microsoft.com/office/drawing/2014/main" id="{28A17085-3C1D-C1C2-A4B1-940416111A1E}"/>
                  </a:ext>
                </a:extLst>
              </p:cNvPr>
              <p:cNvSpPr/>
              <p:nvPr/>
            </p:nvSpPr>
            <p:spPr>
              <a:xfrm>
                <a:off x="438339" y="780526"/>
                <a:ext cx="754228" cy="161583"/>
              </a:xfrm>
              <a:prstGeom prst="rect">
                <a:avLst/>
              </a:prstGeom>
              <a:noFill/>
              <a:ln w="15875" cap="flat" cmpd="sng" algn="ctr">
                <a:noFill/>
                <a:prstDash val="dash"/>
                <a:miter lim="800000"/>
              </a:ln>
              <a:effectLst/>
            </p:spPr>
            <p:txBody>
              <a:bodyPr lIns="0" tIns="0" rIns="0" bIns="0">
                <a:spAutoFit/>
              </a:bodyPr>
              <a:lstStyle/>
              <a:p>
                <a:pPr marL="0" marR="0" lvl="0" indent="0" algn="l" defTabSz="914400" rtl="0" eaLnBrk="1" fontAlgn="auto" latinLnBrk="0" hangingPunct="1">
                  <a:lnSpc>
                    <a:spcPct val="100000"/>
                  </a:lnSpc>
                  <a:spcBef>
                    <a:spcPts val="0"/>
                  </a:spcBef>
                  <a:spcAft>
                    <a:spcPts val="450"/>
                  </a:spcAft>
                  <a:buClrTx/>
                  <a:buSzTx/>
                  <a:buFontTx/>
                  <a:buNone/>
                  <a:tabLst/>
                  <a:defRPr/>
                </a:pPr>
                <a:r>
                  <a:rPr kumimoji="0" lang="en-US" sz="1050" b="0" i="0" u="none" strike="noStrike" kern="0" cap="none" spc="0" normalizeH="0" baseline="0" noProof="0">
                    <a:ln>
                      <a:noFill/>
                    </a:ln>
                    <a:solidFill>
                      <a:srgbClr val="AD5CFF">
                        <a:lumMod val="20000"/>
                        <a:lumOff val="80000"/>
                      </a:srgbClr>
                    </a:solidFill>
                    <a:effectLst/>
                    <a:uLnTx/>
                    <a:uFillTx/>
                    <a:latin typeface="Amazon Ember Heavy"/>
                    <a:ea typeface="Amazon Ember Display" panose="020F0603020204020204" pitchFamily="34" charset="0"/>
                    <a:cs typeface="Amazon Ember Display" panose="020F0603020204020204" pitchFamily="34" charset="0"/>
                  </a:rPr>
                  <a:t>Resilient</a:t>
                </a:r>
                <a:endParaRPr kumimoji="0" lang="en-US" sz="1050" b="0" i="0" u="none" strike="noStrike" kern="0" cap="none" spc="0" normalizeH="0" baseline="0" noProof="0">
                  <a:ln>
                    <a:noFill/>
                  </a:ln>
                  <a:solidFill>
                    <a:srgbClr val="AD5CFF">
                      <a:lumMod val="20000"/>
                      <a:lumOff val="80000"/>
                    </a:srgbClr>
                  </a:solidFill>
                  <a:effectLst/>
                  <a:uLnTx/>
                  <a:uFillTx/>
                  <a:latin typeface="Amazon Ember Heavy"/>
                  <a:ea typeface="Amazon Ember Display Light" panose="020F0403020204020204" pitchFamily="34" charset="0"/>
                  <a:cs typeface="Amazon Ember Display Light" panose="020F0403020204020204" pitchFamily="34" charset="0"/>
                </a:endParaRPr>
              </a:p>
            </p:txBody>
          </p:sp>
        </p:grpSp>
        <p:grpSp>
          <p:nvGrpSpPr>
            <p:cNvPr id="5" name="Group 4">
              <a:extLst>
                <a:ext uri="{FF2B5EF4-FFF2-40B4-BE49-F238E27FC236}">
                  <a16:creationId xmlns:a16="http://schemas.microsoft.com/office/drawing/2014/main" id="{60745B72-6280-EADD-28D4-0583E63E0301}"/>
                </a:ext>
              </a:extLst>
            </p:cNvPr>
            <p:cNvGrpSpPr/>
            <p:nvPr/>
          </p:nvGrpSpPr>
          <p:grpSpPr>
            <a:xfrm>
              <a:off x="1689181" y="69114"/>
              <a:ext cx="170193" cy="176140"/>
              <a:chOff x="4843463" y="-1970088"/>
              <a:chExt cx="1317625" cy="1363663"/>
            </a:xfrm>
          </p:grpSpPr>
          <p:sp>
            <p:nvSpPr>
              <p:cNvPr id="9" name="Line 45">
                <a:extLst>
                  <a:ext uri="{FF2B5EF4-FFF2-40B4-BE49-F238E27FC236}">
                    <a16:creationId xmlns:a16="http://schemas.microsoft.com/office/drawing/2014/main" id="{C2A72991-0BB1-CDDF-37C5-9D3420D085AD}"/>
                  </a:ext>
                </a:extLst>
              </p:cNvPr>
              <p:cNvSpPr>
                <a:spLocks noChangeShapeType="1"/>
              </p:cNvSpPr>
              <p:nvPr/>
            </p:nvSpPr>
            <p:spPr bwMode="auto">
              <a:xfrm>
                <a:off x="4843463" y="-606425"/>
                <a:ext cx="1317625" cy="0"/>
              </a:xfrm>
              <a:prstGeom prst="line">
                <a:avLst/>
              </a:prstGeom>
              <a:noFill/>
              <a:ln w="6350" cap="flat">
                <a:solidFill>
                  <a:schemeClr val="accent2">
                    <a:lumMod val="20000"/>
                    <a:lumOff val="8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 name="Freeform 46">
                <a:extLst>
                  <a:ext uri="{FF2B5EF4-FFF2-40B4-BE49-F238E27FC236}">
                    <a16:creationId xmlns:a16="http://schemas.microsoft.com/office/drawing/2014/main" id="{341B63AD-6A03-F13E-7030-1B6F5C526B61}"/>
                  </a:ext>
                </a:extLst>
              </p:cNvPr>
              <p:cNvSpPr>
                <a:spLocks/>
              </p:cNvSpPr>
              <p:nvPr/>
            </p:nvSpPr>
            <p:spPr bwMode="auto">
              <a:xfrm>
                <a:off x="4843463" y="-935038"/>
                <a:ext cx="1306513" cy="139700"/>
              </a:xfrm>
              <a:custGeom>
                <a:avLst/>
                <a:gdLst>
                  <a:gd name="T0" fmla="*/ 345 w 345"/>
                  <a:gd name="T1" fmla="*/ 3 h 37"/>
                  <a:gd name="T2" fmla="*/ 176 w 345"/>
                  <a:gd name="T3" fmla="*/ 37 h 37"/>
                  <a:gd name="T4" fmla="*/ 0 w 345"/>
                  <a:gd name="T5" fmla="*/ 0 h 37"/>
                </a:gdLst>
                <a:ahLst/>
                <a:cxnLst>
                  <a:cxn ang="0">
                    <a:pos x="T0" y="T1"/>
                  </a:cxn>
                  <a:cxn ang="0">
                    <a:pos x="T2" y="T3"/>
                  </a:cxn>
                  <a:cxn ang="0">
                    <a:pos x="T4" y="T5"/>
                  </a:cxn>
                </a:cxnLst>
                <a:rect l="0" t="0" r="r" b="b"/>
                <a:pathLst>
                  <a:path w="345" h="37">
                    <a:moveTo>
                      <a:pt x="345" y="3"/>
                    </a:moveTo>
                    <a:cubicBezTo>
                      <a:pt x="303" y="22"/>
                      <a:pt x="242" y="37"/>
                      <a:pt x="176" y="37"/>
                    </a:cubicBezTo>
                    <a:cubicBezTo>
                      <a:pt x="106" y="37"/>
                      <a:pt x="43" y="20"/>
                      <a:pt x="0" y="0"/>
                    </a:cubicBezTo>
                  </a:path>
                </a:pathLst>
              </a:custGeom>
              <a:noFill/>
              <a:ln w="6350" cap="flat">
                <a:solidFill>
                  <a:schemeClr val="accent2">
                    <a:lumMod val="20000"/>
                    <a:lumOff val="8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 name="Freeform 47">
                <a:extLst>
                  <a:ext uri="{FF2B5EF4-FFF2-40B4-BE49-F238E27FC236}">
                    <a16:creationId xmlns:a16="http://schemas.microsoft.com/office/drawing/2014/main" id="{4F56AAF9-37A3-852E-BE13-75D686C0CEB6}"/>
                  </a:ext>
                </a:extLst>
              </p:cNvPr>
              <p:cNvSpPr>
                <a:spLocks/>
              </p:cNvSpPr>
              <p:nvPr/>
            </p:nvSpPr>
            <p:spPr bwMode="auto">
              <a:xfrm>
                <a:off x="4843463" y="-1287463"/>
                <a:ext cx="1309688" cy="268288"/>
              </a:xfrm>
              <a:custGeom>
                <a:avLst/>
                <a:gdLst>
                  <a:gd name="T0" fmla="*/ 346 w 346"/>
                  <a:gd name="T1" fmla="*/ 5 h 71"/>
                  <a:gd name="T2" fmla="*/ 176 w 346"/>
                  <a:gd name="T3" fmla="*/ 71 h 71"/>
                  <a:gd name="T4" fmla="*/ 0 w 346"/>
                  <a:gd name="T5" fmla="*/ 0 h 71"/>
                </a:gdLst>
                <a:ahLst/>
                <a:cxnLst>
                  <a:cxn ang="0">
                    <a:pos x="T0" y="T1"/>
                  </a:cxn>
                  <a:cxn ang="0">
                    <a:pos x="T2" y="T3"/>
                  </a:cxn>
                  <a:cxn ang="0">
                    <a:pos x="T4" y="T5"/>
                  </a:cxn>
                </a:cxnLst>
                <a:rect l="0" t="0" r="r" b="b"/>
                <a:pathLst>
                  <a:path w="346" h="71">
                    <a:moveTo>
                      <a:pt x="346" y="5"/>
                    </a:moveTo>
                    <a:cubicBezTo>
                      <a:pt x="303" y="36"/>
                      <a:pt x="243" y="71"/>
                      <a:pt x="176" y="71"/>
                    </a:cubicBezTo>
                    <a:cubicBezTo>
                      <a:pt x="106" y="71"/>
                      <a:pt x="43" y="33"/>
                      <a:pt x="0" y="0"/>
                    </a:cubicBezTo>
                  </a:path>
                </a:pathLst>
              </a:custGeom>
              <a:noFill/>
              <a:ln w="6350" cap="flat">
                <a:solidFill>
                  <a:schemeClr val="accent2">
                    <a:lumMod val="20000"/>
                    <a:lumOff val="8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 name="Line 48">
                <a:extLst>
                  <a:ext uri="{FF2B5EF4-FFF2-40B4-BE49-F238E27FC236}">
                    <a16:creationId xmlns:a16="http://schemas.microsoft.com/office/drawing/2014/main" id="{937BB596-AEE7-4E1B-4197-B5E819721846}"/>
                  </a:ext>
                </a:extLst>
              </p:cNvPr>
              <p:cNvSpPr>
                <a:spLocks noChangeShapeType="1"/>
              </p:cNvSpPr>
              <p:nvPr/>
            </p:nvSpPr>
            <p:spPr bwMode="auto">
              <a:xfrm flipV="1">
                <a:off x="5494338" y="-1935163"/>
                <a:ext cx="0" cy="703263"/>
              </a:xfrm>
              <a:prstGeom prst="line">
                <a:avLst/>
              </a:prstGeom>
              <a:noFill/>
              <a:ln w="6350" cap="flat">
                <a:solidFill>
                  <a:schemeClr val="accent2">
                    <a:lumMod val="20000"/>
                    <a:lumOff val="80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6" name="Freeform 49">
                <a:extLst>
                  <a:ext uri="{FF2B5EF4-FFF2-40B4-BE49-F238E27FC236}">
                    <a16:creationId xmlns:a16="http://schemas.microsoft.com/office/drawing/2014/main" id="{C10C050D-4C88-684E-F466-65E2F9629160}"/>
                  </a:ext>
                </a:extLst>
              </p:cNvPr>
              <p:cNvSpPr>
                <a:spLocks/>
              </p:cNvSpPr>
              <p:nvPr/>
            </p:nvSpPr>
            <p:spPr bwMode="auto">
              <a:xfrm>
                <a:off x="5368925" y="-1352550"/>
                <a:ext cx="250825" cy="155575"/>
              </a:xfrm>
              <a:custGeom>
                <a:avLst/>
                <a:gdLst>
                  <a:gd name="T0" fmla="*/ 158 w 158"/>
                  <a:gd name="T1" fmla="*/ 14 h 98"/>
                  <a:gd name="T2" fmla="*/ 143 w 158"/>
                  <a:gd name="T3" fmla="*/ 0 h 98"/>
                  <a:gd name="T4" fmla="*/ 79 w 158"/>
                  <a:gd name="T5" fmla="*/ 69 h 98"/>
                  <a:gd name="T6" fmla="*/ 15 w 158"/>
                  <a:gd name="T7" fmla="*/ 0 h 98"/>
                  <a:gd name="T8" fmla="*/ 0 w 158"/>
                  <a:gd name="T9" fmla="*/ 14 h 98"/>
                  <a:gd name="T10" fmla="*/ 79 w 158"/>
                  <a:gd name="T11" fmla="*/ 98 h 98"/>
                  <a:gd name="T12" fmla="*/ 158 w 158"/>
                  <a:gd name="T13" fmla="*/ 14 h 98"/>
                </a:gdLst>
                <a:ahLst/>
                <a:cxnLst>
                  <a:cxn ang="0">
                    <a:pos x="T0" y="T1"/>
                  </a:cxn>
                  <a:cxn ang="0">
                    <a:pos x="T2" y="T3"/>
                  </a:cxn>
                  <a:cxn ang="0">
                    <a:pos x="T4" y="T5"/>
                  </a:cxn>
                  <a:cxn ang="0">
                    <a:pos x="T6" y="T7"/>
                  </a:cxn>
                  <a:cxn ang="0">
                    <a:pos x="T8" y="T9"/>
                  </a:cxn>
                  <a:cxn ang="0">
                    <a:pos x="T10" y="T11"/>
                  </a:cxn>
                  <a:cxn ang="0">
                    <a:pos x="T12" y="T13"/>
                  </a:cxn>
                </a:cxnLst>
                <a:rect l="0" t="0" r="r" b="b"/>
                <a:pathLst>
                  <a:path w="158" h="98">
                    <a:moveTo>
                      <a:pt x="158" y="14"/>
                    </a:moveTo>
                    <a:lnTo>
                      <a:pt x="143" y="0"/>
                    </a:lnTo>
                    <a:lnTo>
                      <a:pt x="79" y="69"/>
                    </a:lnTo>
                    <a:lnTo>
                      <a:pt x="15" y="0"/>
                    </a:lnTo>
                    <a:lnTo>
                      <a:pt x="0" y="14"/>
                    </a:lnTo>
                    <a:lnTo>
                      <a:pt x="79" y="98"/>
                    </a:lnTo>
                    <a:lnTo>
                      <a:pt x="158" y="14"/>
                    </a:lnTo>
                    <a:close/>
                  </a:path>
                </a:pathLst>
              </a:custGeom>
              <a:solidFill>
                <a:schemeClr val="accent2"/>
              </a:solidFill>
              <a:ln w="0">
                <a:solidFill>
                  <a:schemeClr val="accent2">
                    <a:lumMod val="20000"/>
                    <a:lumOff val="80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8" name="Freeform 50">
                <a:extLst>
                  <a:ext uri="{FF2B5EF4-FFF2-40B4-BE49-F238E27FC236}">
                    <a16:creationId xmlns:a16="http://schemas.microsoft.com/office/drawing/2014/main" id="{166E480E-6979-747C-84CC-EB608716D714}"/>
                  </a:ext>
                </a:extLst>
              </p:cNvPr>
              <p:cNvSpPr>
                <a:spLocks/>
              </p:cNvSpPr>
              <p:nvPr/>
            </p:nvSpPr>
            <p:spPr bwMode="auto">
              <a:xfrm>
                <a:off x="5368925" y="-1970088"/>
                <a:ext cx="250825" cy="155575"/>
              </a:xfrm>
              <a:custGeom>
                <a:avLst/>
                <a:gdLst>
                  <a:gd name="T0" fmla="*/ 158 w 158"/>
                  <a:gd name="T1" fmla="*/ 84 h 98"/>
                  <a:gd name="T2" fmla="*/ 143 w 158"/>
                  <a:gd name="T3" fmla="*/ 98 h 98"/>
                  <a:gd name="T4" fmla="*/ 79 w 158"/>
                  <a:gd name="T5" fmla="*/ 29 h 98"/>
                  <a:gd name="T6" fmla="*/ 15 w 158"/>
                  <a:gd name="T7" fmla="*/ 98 h 98"/>
                  <a:gd name="T8" fmla="*/ 0 w 158"/>
                  <a:gd name="T9" fmla="*/ 84 h 98"/>
                  <a:gd name="T10" fmla="*/ 79 w 158"/>
                  <a:gd name="T11" fmla="*/ 0 h 98"/>
                  <a:gd name="T12" fmla="*/ 158 w 158"/>
                  <a:gd name="T13" fmla="*/ 84 h 98"/>
                </a:gdLst>
                <a:ahLst/>
                <a:cxnLst>
                  <a:cxn ang="0">
                    <a:pos x="T0" y="T1"/>
                  </a:cxn>
                  <a:cxn ang="0">
                    <a:pos x="T2" y="T3"/>
                  </a:cxn>
                  <a:cxn ang="0">
                    <a:pos x="T4" y="T5"/>
                  </a:cxn>
                  <a:cxn ang="0">
                    <a:pos x="T6" y="T7"/>
                  </a:cxn>
                  <a:cxn ang="0">
                    <a:pos x="T8" y="T9"/>
                  </a:cxn>
                  <a:cxn ang="0">
                    <a:pos x="T10" y="T11"/>
                  </a:cxn>
                  <a:cxn ang="0">
                    <a:pos x="T12" y="T13"/>
                  </a:cxn>
                </a:cxnLst>
                <a:rect l="0" t="0" r="r" b="b"/>
                <a:pathLst>
                  <a:path w="158" h="98">
                    <a:moveTo>
                      <a:pt x="158" y="84"/>
                    </a:moveTo>
                    <a:lnTo>
                      <a:pt x="143" y="98"/>
                    </a:lnTo>
                    <a:lnTo>
                      <a:pt x="79" y="29"/>
                    </a:lnTo>
                    <a:lnTo>
                      <a:pt x="15" y="98"/>
                    </a:lnTo>
                    <a:lnTo>
                      <a:pt x="0" y="84"/>
                    </a:lnTo>
                    <a:lnTo>
                      <a:pt x="79" y="0"/>
                    </a:lnTo>
                    <a:lnTo>
                      <a:pt x="158" y="84"/>
                    </a:lnTo>
                    <a:close/>
                  </a:path>
                </a:pathLst>
              </a:custGeom>
              <a:solidFill>
                <a:schemeClr val="accent2"/>
              </a:solidFill>
              <a:ln w="0">
                <a:solidFill>
                  <a:schemeClr val="accent2">
                    <a:lumMod val="20000"/>
                    <a:lumOff val="80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spTree>
    <p:extLst>
      <p:ext uri="{BB962C8B-B14F-4D97-AF65-F5344CB8AC3E}">
        <p14:creationId xmlns:p14="http://schemas.microsoft.com/office/powerpoint/2010/main" val="3150024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39">
            <a:extLst>
              <a:ext uri="{FF2B5EF4-FFF2-40B4-BE49-F238E27FC236}">
                <a16:creationId xmlns:a16="http://schemas.microsoft.com/office/drawing/2014/main" id="{88419415-851E-99B3-4A64-EACC3F369193}"/>
              </a:ext>
            </a:extLst>
          </p:cNvPr>
          <p:cNvSpPr/>
          <p:nvPr/>
        </p:nvSpPr>
        <p:spPr>
          <a:xfrm>
            <a:off x="625475" y="2270268"/>
            <a:ext cx="3436938" cy="3508099"/>
          </a:xfrm>
          <a:prstGeom prst="roundRect">
            <a:avLst>
              <a:gd name="adj" fmla="val 4396"/>
            </a:avLst>
          </a:prstGeom>
          <a:solidFill>
            <a:schemeClr val="bg1"/>
          </a:solidFill>
          <a:ln>
            <a:noFill/>
          </a:ln>
          <a:effectLst>
            <a:outerShdw blurRad="675789" dist="50800" dir="5400000" algn="ctr" rotWithShape="0">
              <a:srgbClr val="130F17">
                <a:alpha val="9804"/>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4" name="Rectangle: Rounded Corners 39">
            <a:extLst>
              <a:ext uri="{FF2B5EF4-FFF2-40B4-BE49-F238E27FC236}">
                <a16:creationId xmlns:a16="http://schemas.microsoft.com/office/drawing/2014/main" id="{929AD799-90A5-D314-405F-03240CBD43DA}"/>
              </a:ext>
            </a:extLst>
          </p:cNvPr>
          <p:cNvSpPr/>
          <p:nvPr/>
        </p:nvSpPr>
        <p:spPr>
          <a:xfrm>
            <a:off x="8156575" y="2270268"/>
            <a:ext cx="3436938" cy="3508099"/>
          </a:xfrm>
          <a:prstGeom prst="roundRect">
            <a:avLst>
              <a:gd name="adj" fmla="val 4396"/>
            </a:avLst>
          </a:prstGeom>
          <a:solidFill>
            <a:schemeClr val="bg1"/>
          </a:solidFill>
          <a:ln>
            <a:noFill/>
          </a:ln>
          <a:effectLst>
            <a:outerShdw blurRad="675789" dist="50800" dir="5400000" algn="ctr" rotWithShape="0">
              <a:srgbClr val="130F17">
                <a:alpha val="9804"/>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16" name="Rectangle: Rounded Corners 39">
            <a:extLst>
              <a:ext uri="{FF2B5EF4-FFF2-40B4-BE49-F238E27FC236}">
                <a16:creationId xmlns:a16="http://schemas.microsoft.com/office/drawing/2014/main" id="{B032DE7A-0E33-C871-4357-D949F5143B1C}"/>
              </a:ext>
            </a:extLst>
          </p:cNvPr>
          <p:cNvSpPr/>
          <p:nvPr/>
        </p:nvSpPr>
        <p:spPr>
          <a:xfrm>
            <a:off x="4391025" y="2270268"/>
            <a:ext cx="3436938" cy="3508099"/>
          </a:xfrm>
          <a:prstGeom prst="roundRect">
            <a:avLst>
              <a:gd name="adj" fmla="val 4396"/>
            </a:avLst>
          </a:prstGeom>
          <a:solidFill>
            <a:schemeClr val="bg1"/>
          </a:solidFill>
          <a:ln>
            <a:noFill/>
          </a:ln>
          <a:effectLst>
            <a:outerShdw blurRad="675789" dist="50800" dir="5400000" algn="ctr" rotWithShape="0">
              <a:srgbClr val="130F17">
                <a:alpha val="9804"/>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graphicFrame>
        <p:nvGraphicFramePr>
          <p:cNvPr id="25" name="think-cell data - do not delete" hidden="1">
            <a:extLst>
              <a:ext uri="{FF2B5EF4-FFF2-40B4-BE49-F238E27FC236}">
                <a16:creationId xmlns:a16="http://schemas.microsoft.com/office/drawing/2014/main" id="{4C940B2D-7868-079C-8253-995B2EC8B01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25" name="think-cell data - do not delete" hidden="1">
                        <a:extLst>
                          <a:ext uri="{FF2B5EF4-FFF2-40B4-BE49-F238E27FC236}">
                            <a16:creationId xmlns:a16="http://schemas.microsoft.com/office/drawing/2014/main" id="{4C940B2D-7868-079C-8253-995B2EC8B0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05D942F3-1176-126F-2AC2-0362117FB494}"/>
              </a:ext>
            </a:extLst>
          </p:cNvPr>
          <p:cNvSpPr/>
          <p:nvPr/>
        </p:nvSpPr>
        <p:spPr>
          <a:xfrm>
            <a:off x="833022" y="4653984"/>
            <a:ext cx="2251075" cy="847540"/>
          </a:xfrm>
          <a:prstGeom prst="rect">
            <a:avLst/>
          </a:prstGeom>
          <a:noFill/>
        </p:spPr>
        <p:txBody>
          <a:bodyPr wrap="square" lIns="0" tIns="0" rIns="0" bIns="0" rtlCol="0">
            <a:spAutoFit/>
          </a:bodyPr>
          <a:lstStyle/>
          <a:p>
            <a:pPr marL="0" marR="0" lvl="0" indent="0" algn="l" defTabSz="914400" rtl="0" eaLnBrk="1" fontAlgn="auto" latinLnBrk="0" hangingPunct="1">
              <a:lnSpc>
                <a:spcPct val="107000"/>
              </a:lnSpc>
              <a:spcBef>
                <a:spcPts val="0"/>
              </a:spcBef>
              <a:spcAft>
                <a:spcPts val="12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Deep health checks screen and replace potentially problematic instances during cluster creation and updates</a:t>
            </a:r>
          </a:p>
        </p:txBody>
      </p:sp>
      <p:sp>
        <p:nvSpPr>
          <p:cNvPr id="31" name="TextBox 30">
            <a:extLst>
              <a:ext uri="{FF2B5EF4-FFF2-40B4-BE49-F238E27FC236}">
                <a16:creationId xmlns:a16="http://schemas.microsoft.com/office/drawing/2014/main" id="{BCF3BCE4-2D63-A64D-D87B-6F8018E021F4}"/>
              </a:ext>
            </a:extLst>
          </p:cNvPr>
          <p:cNvSpPr txBox="1"/>
          <p:nvPr/>
        </p:nvSpPr>
        <p:spPr>
          <a:xfrm>
            <a:off x="833022" y="3635248"/>
            <a:ext cx="2183701" cy="921021"/>
          </a:xfrm>
          <a:prstGeom prst="rect">
            <a:avLst/>
          </a:prstGeom>
          <a:noFill/>
        </p:spPr>
        <p:txBody>
          <a:bodyPr wrap="square" lIns="0" tIns="0" rIns="0" bIns="0" anchor="b">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t>Proactively prevent</a:t>
            </a:r>
            <a:b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br>
            <a: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t>node failures</a:t>
            </a:r>
          </a:p>
        </p:txBody>
      </p:sp>
      <p:sp>
        <p:nvSpPr>
          <p:cNvPr id="33" name="Rectangle 32">
            <a:extLst>
              <a:ext uri="{FF2B5EF4-FFF2-40B4-BE49-F238E27FC236}">
                <a16:creationId xmlns:a16="http://schemas.microsoft.com/office/drawing/2014/main" id="{7F0BB2B3-F090-E9FB-6321-E04281DD8098}"/>
              </a:ext>
            </a:extLst>
          </p:cNvPr>
          <p:cNvSpPr>
            <a:spLocks/>
          </p:cNvSpPr>
          <p:nvPr/>
        </p:nvSpPr>
        <p:spPr>
          <a:xfrm>
            <a:off x="4598572" y="4653984"/>
            <a:ext cx="2339975" cy="847476"/>
          </a:xfrm>
          <a:prstGeom prst="rect">
            <a:avLst/>
          </a:prstGeom>
          <a:noFill/>
        </p:spPr>
        <p:txBody>
          <a:bodyPr wrap="square" lIns="0" tIns="0" rIns="0" bIns="0" rtlCol="0">
            <a:spAutoFit/>
          </a:bodyPr>
          <a:lstStyle/>
          <a:p>
            <a:pPr marL="0" marR="0" lvl="0" indent="0" algn="l" defTabSz="914400" rtl="0" eaLnBrk="1" fontAlgn="auto" latinLnBrk="0" hangingPunct="1">
              <a:lnSpc>
                <a:spcPct val="107000"/>
              </a:lnSpc>
              <a:spcBef>
                <a:spcPts val="0"/>
              </a:spcBef>
              <a:spcAft>
                <a:spcPts val="12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Monitor in-flight clusters for hardware failures and initiate automatic rapid node replacement if detected</a:t>
            </a:r>
          </a:p>
        </p:txBody>
      </p:sp>
      <p:sp>
        <p:nvSpPr>
          <p:cNvPr id="34" name="TextBox 33">
            <a:extLst>
              <a:ext uri="{FF2B5EF4-FFF2-40B4-BE49-F238E27FC236}">
                <a16:creationId xmlns:a16="http://schemas.microsoft.com/office/drawing/2014/main" id="{73C96C3E-ACF3-017D-56A6-B0A0CCB5BEAB}"/>
              </a:ext>
            </a:extLst>
          </p:cNvPr>
          <p:cNvSpPr txBox="1"/>
          <p:nvPr/>
        </p:nvSpPr>
        <p:spPr>
          <a:xfrm>
            <a:off x="4598572" y="3635248"/>
            <a:ext cx="1889575" cy="921021"/>
          </a:xfrm>
          <a:prstGeom prst="rect">
            <a:avLst/>
          </a:prstGeom>
          <a:noFill/>
        </p:spPr>
        <p:txBody>
          <a:bodyPr wrap="square" lIns="0" tIns="0" rIns="0" bIns="0" anchor="b">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t>Quickly detect</a:t>
            </a:r>
            <a:b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br>
            <a: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t>hardware issues</a:t>
            </a:r>
          </a:p>
        </p:txBody>
      </p:sp>
      <p:sp>
        <p:nvSpPr>
          <p:cNvPr id="36" name="Rectangle 35">
            <a:extLst>
              <a:ext uri="{FF2B5EF4-FFF2-40B4-BE49-F238E27FC236}">
                <a16:creationId xmlns:a16="http://schemas.microsoft.com/office/drawing/2014/main" id="{F327DBC5-6689-AB43-8CD9-5D79C0411415}"/>
              </a:ext>
            </a:extLst>
          </p:cNvPr>
          <p:cNvSpPr>
            <a:spLocks/>
          </p:cNvSpPr>
          <p:nvPr/>
        </p:nvSpPr>
        <p:spPr>
          <a:xfrm>
            <a:off x="8364122" y="4653984"/>
            <a:ext cx="2423587" cy="847540"/>
          </a:xfrm>
          <a:prstGeom prst="rect">
            <a:avLst/>
          </a:prstGeom>
          <a:noFill/>
        </p:spPr>
        <p:txBody>
          <a:bodyPr wrap="square" lIns="0" tIns="0" rIns="0" bIns="0" rtlCol="0">
            <a:spAutoFit/>
          </a:bodyPr>
          <a:lstStyle/>
          <a:p>
            <a:pPr marL="0" marR="0" lvl="0" indent="0" algn="l" defTabSz="914400" rtl="0" eaLnBrk="1" fontAlgn="auto" latinLnBrk="0" hangingPunct="1">
              <a:lnSpc>
                <a:spcPct val="107000"/>
              </a:lnSpc>
              <a:spcBef>
                <a:spcPts val="0"/>
              </a:spcBef>
              <a:spcAft>
                <a:spcPts val="12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Draws from spare capacity to restore the cluster and automatically resumes training from the last saved checkpoint</a:t>
            </a:r>
          </a:p>
        </p:txBody>
      </p:sp>
      <p:sp>
        <p:nvSpPr>
          <p:cNvPr id="37" name="TextBox 36">
            <a:extLst>
              <a:ext uri="{FF2B5EF4-FFF2-40B4-BE49-F238E27FC236}">
                <a16:creationId xmlns:a16="http://schemas.microsoft.com/office/drawing/2014/main" id="{DD58C00B-D33F-4A58-1755-596A279A9B14}"/>
              </a:ext>
            </a:extLst>
          </p:cNvPr>
          <p:cNvSpPr txBox="1"/>
          <p:nvPr/>
        </p:nvSpPr>
        <p:spPr>
          <a:xfrm>
            <a:off x="8364122" y="3635248"/>
            <a:ext cx="2857552" cy="921021"/>
          </a:xfrm>
          <a:prstGeom prst="rect">
            <a:avLst/>
          </a:prstGeom>
          <a:noFill/>
        </p:spPr>
        <p:txBody>
          <a:bodyPr wrap="square" lIns="0" tIns="0" rIns="0" bIns="0" anchor="b">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t>Automatically</a:t>
            </a:r>
            <a:b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br>
            <a: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t>repair nodes and</a:t>
            </a:r>
            <a:b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br>
            <a:r>
              <a:rPr kumimoji="0" lang="en-US" sz="2100" b="0" i="0" u="none" strike="noStrike" kern="1200" cap="none" spc="0" normalizeH="0" baseline="0" noProof="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t>resume training</a:t>
            </a:r>
          </a:p>
        </p:txBody>
      </p:sp>
      <p:grpSp>
        <p:nvGrpSpPr>
          <p:cNvPr id="15" name="Group 14">
            <a:extLst>
              <a:ext uri="{FF2B5EF4-FFF2-40B4-BE49-F238E27FC236}">
                <a16:creationId xmlns:a16="http://schemas.microsoft.com/office/drawing/2014/main" id="{DBE22ADD-9BFA-883E-3D49-F2C05569224A}"/>
              </a:ext>
            </a:extLst>
          </p:cNvPr>
          <p:cNvGrpSpPr/>
          <p:nvPr/>
        </p:nvGrpSpPr>
        <p:grpSpPr>
          <a:xfrm>
            <a:off x="8435137" y="2653410"/>
            <a:ext cx="821984" cy="558710"/>
            <a:chOff x="8250461" y="2724150"/>
            <a:chExt cx="1187625" cy="807239"/>
          </a:xfrm>
          <a:noFill/>
        </p:grpSpPr>
        <p:sp>
          <p:nvSpPr>
            <p:cNvPr id="6" name="Freeform: Shape 5">
              <a:extLst>
                <a:ext uri="{FF2B5EF4-FFF2-40B4-BE49-F238E27FC236}">
                  <a16:creationId xmlns:a16="http://schemas.microsoft.com/office/drawing/2014/main" id="{71902FDC-C2AD-7475-FCB9-8D193E0557EE}"/>
                </a:ext>
              </a:extLst>
            </p:cNvPr>
            <p:cNvSpPr/>
            <p:nvPr/>
          </p:nvSpPr>
          <p:spPr>
            <a:xfrm>
              <a:off x="8250461" y="2919618"/>
              <a:ext cx="554091" cy="611771"/>
            </a:xfrm>
            <a:custGeom>
              <a:avLst/>
              <a:gdLst>
                <a:gd name="connsiteX0" fmla="*/ 207057 w 215036"/>
                <a:gd name="connsiteY0" fmla="*/ 60599 h 237420"/>
                <a:gd name="connsiteX1" fmla="*/ 208948 w 215036"/>
                <a:gd name="connsiteY1" fmla="*/ 57853 h 237420"/>
                <a:gd name="connsiteX2" fmla="*/ 215036 w 215036"/>
                <a:gd name="connsiteY2" fmla="*/ 49096 h 237420"/>
                <a:gd name="connsiteX3" fmla="*/ 210192 w 215036"/>
                <a:gd name="connsiteY3" fmla="*/ 43577 h 237420"/>
                <a:gd name="connsiteX4" fmla="*/ 205347 w 215036"/>
                <a:gd name="connsiteY4" fmla="*/ 38059 h 237420"/>
                <a:gd name="connsiteX5" fmla="*/ 200528 w 215036"/>
                <a:gd name="connsiteY5" fmla="*/ 32540 h 237420"/>
                <a:gd name="connsiteX6" fmla="*/ 167728 w 215036"/>
                <a:gd name="connsiteY6" fmla="*/ 49355 h 237420"/>
                <a:gd name="connsiteX7" fmla="*/ 144152 w 215036"/>
                <a:gd name="connsiteY7" fmla="*/ 37644 h 237420"/>
                <a:gd name="connsiteX8" fmla="*/ 137571 w 215036"/>
                <a:gd name="connsiteY8" fmla="*/ 1373 h 237420"/>
                <a:gd name="connsiteX9" fmla="*/ 130369 w 215036"/>
                <a:gd name="connsiteY9" fmla="*/ 959 h 237420"/>
                <a:gd name="connsiteX10" fmla="*/ 122933 w 215036"/>
                <a:gd name="connsiteY10" fmla="*/ 518 h 237420"/>
                <a:gd name="connsiteX11" fmla="*/ 115601 w 215036"/>
                <a:gd name="connsiteY11" fmla="*/ 0 h 237420"/>
                <a:gd name="connsiteX12" fmla="*/ 104461 w 215036"/>
                <a:gd name="connsiteY12" fmla="*/ 34976 h 237420"/>
                <a:gd name="connsiteX13" fmla="*/ 79408 w 215036"/>
                <a:gd name="connsiteY13" fmla="*/ 43448 h 237420"/>
                <a:gd name="connsiteX14" fmla="*/ 49122 w 215036"/>
                <a:gd name="connsiteY14" fmla="*/ 22514 h 237420"/>
                <a:gd name="connsiteX15" fmla="*/ 43603 w 215036"/>
                <a:gd name="connsiteY15" fmla="*/ 27359 h 237420"/>
                <a:gd name="connsiteX16" fmla="*/ 38085 w 215036"/>
                <a:gd name="connsiteY16" fmla="*/ 32178 h 237420"/>
                <a:gd name="connsiteX17" fmla="*/ 32566 w 215036"/>
                <a:gd name="connsiteY17" fmla="*/ 37023 h 237420"/>
                <a:gd name="connsiteX18" fmla="*/ 49329 w 215036"/>
                <a:gd name="connsiteY18" fmla="*/ 69693 h 237420"/>
                <a:gd name="connsiteX19" fmla="*/ 37618 w 215036"/>
                <a:gd name="connsiteY19" fmla="*/ 93424 h 237420"/>
                <a:gd name="connsiteX20" fmla="*/ 1347 w 215036"/>
                <a:gd name="connsiteY20" fmla="*/ 99979 h 237420"/>
                <a:gd name="connsiteX21" fmla="*/ 881 w 215036"/>
                <a:gd name="connsiteY21" fmla="*/ 107285 h 237420"/>
                <a:gd name="connsiteX22" fmla="*/ 492 w 215036"/>
                <a:gd name="connsiteY22" fmla="*/ 114513 h 237420"/>
                <a:gd name="connsiteX23" fmla="*/ 0 w 215036"/>
                <a:gd name="connsiteY23" fmla="*/ 121845 h 237420"/>
                <a:gd name="connsiteX24" fmla="*/ 35028 w 215036"/>
                <a:gd name="connsiteY24" fmla="*/ 133115 h 237420"/>
                <a:gd name="connsiteX25" fmla="*/ 43525 w 215036"/>
                <a:gd name="connsiteY25" fmla="*/ 158039 h 237420"/>
                <a:gd name="connsiteX26" fmla="*/ 22540 w 215036"/>
                <a:gd name="connsiteY26" fmla="*/ 188325 h 237420"/>
                <a:gd name="connsiteX27" fmla="*/ 27359 w 215036"/>
                <a:gd name="connsiteY27" fmla="*/ 193844 h 237420"/>
                <a:gd name="connsiteX28" fmla="*/ 32204 w 215036"/>
                <a:gd name="connsiteY28" fmla="*/ 199362 h 237420"/>
                <a:gd name="connsiteX29" fmla="*/ 37100 w 215036"/>
                <a:gd name="connsiteY29" fmla="*/ 204984 h 237420"/>
                <a:gd name="connsiteX30" fmla="*/ 69952 w 215036"/>
                <a:gd name="connsiteY30" fmla="*/ 188144 h 237420"/>
                <a:gd name="connsiteX31" fmla="*/ 93450 w 215036"/>
                <a:gd name="connsiteY31" fmla="*/ 199699 h 237420"/>
                <a:gd name="connsiteX32" fmla="*/ 100031 w 215036"/>
                <a:gd name="connsiteY32" fmla="*/ 235970 h 237420"/>
                <a:gd name="connsiteX33" fmla="*/ 107363 w 215036"/>
                <a:gd name="connsiteY33" fmla="*/ 236462 h 237420"/>
                <a:gd name="connsiteX34" fmla="*/ 114695 w 215036"/>
                <a:gd name="connsiteY34" fmla="*/ 236955 h 237420"/>
                <a:gd name="connsiteX35" fmla="*/ 122001 w 215036"/>
                <a:gd name="connsiteY35" fmla="*/ 237421 h 237420"/>
                <a:gd name="connsiteX36" fmla="*/ 133348 w 215036"/>
                <a:gd name="connsiteY36" fmla="*/ 202186 h 237420"/>
                <a:gd name="connsiteX37" fmla="*/ 158039 w 215036"/>
                <a:gd name="connsiteY37" fmla="*/ 193792 h 237420"/>
                <a:gd name="connsiteX38" fmla="*/ 188507 w 215036"/>
                <a:gd name="connsiteY38" fmla="*/ 214907 h 237420"/>
                <a:gd name="connsiteX39" fmla="*/ 194025 w 215036"/>
                <a:gd name="connsiteY39" fmla="*/ 210062 h 237420"/>
                <a:gd name="connsiteX40" fmla="*/ 199543 w 215036"/>
                <a:gd name="connsiteY40" fmla="*/ 205243 h 237420"/>
                <a:gd name="connsiteX41" fmla="*/ 205062 w 215036"/>
                <a:gd name="connsiteY41" fmla="*/ 200398 h 237420"/>
                <a:gd name="connsiteX42" fmla="*/ 197730 w 215036"/>
                <a:gd name="connsiteY42" fmla="*/ 186175 h 23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15036" h="237420">
                  <a:moveTo>
                    <a:pt x="207057" y="60599"/>
                  </a:moveTo>
                  <a:lnTo>
                    <a:pt x="208948" y="57853"/>
                  </a:lnTo>
                  <a:lnTo>
                    <a:pt x="215036" y="49096"/>
                  </a:lnTo>
                  <a:lnTo>
                    <a:pt x="210192" y="43577"/>
                  </a:lnTo>
                  <a:lnTo>
                    <a:pt x="205347" y="38059"/>
                  </a:lnTo>
                  <a:lnTo>
                    <a:pt x="200528" y="32540"/>
                  </a:lnTo>
                  <a:lnTo>
                    <a:pt x="167728" y="49355"/>
                  </a:lnTo>
                  <a:cubicBezTo>
                    <a:pt x="160529" y="44245"/>
                    <a:pt x="152574" y="40294"/>
                    <a:pt x="144152" y="37644"/>
                  </a:cubicBezTo>
                  <a:lnTo>
                    <a:pt x="137571" y="1373"/>
                  </a:lnTo>
                  <a:lnTo>
                    <a:pt x="130369" y="959"/>
                  </a:lnTo>
                  <a:lnTo>
                    <a:pt x="122933" y="518"/>
                  </a:lnTo>
                  <a:lnTo>
                    <a:pt x="115601" y="0"/>
                  </a:lnTo>
                  <a:lnTo>
                    <a:pt x="104461" y="34976"/>
                  </a:lnTo>
                  <a:cubicBezTo>
                    <a:pt x="95713" y="36452"/>
                    <a:pt x="87256" y="39311"/>
                    <a:pt x="79408" y="43448"/>
                  </a:cubicBezTo>
                  <a:lnTo>
                    <a:pt x="49122" y="22514"/>
                  </a:lnTo>
                  <a:lnTo>
                    <a:pt x="43603" y="27359"/>
                  </a:lnTo>
                  <a:lnTo>
                    <a:pt x="38085" y="32178"/>
                  </a:lnTo>
                  <a:lnTo>
                    <a:pt x="32566" y="37023"/>
                  </a:lnTo>
                  <a:lnTo>
                    <a:pt x="49329" y="69693"/>
                  </a:lnTo>
                  <a:cubicBezTo>
                    <a:pt x="44197" y="76935"/>
                    <a:pt x="40244" y="84945"/>
                    <a:pt x="37618" y="93424"/>
                  </a:cubicBezTo>
                  <a:lnTo>
                    <a:pt x="1347" y="99979"/>
                  </a:lnTo>
                  <a:lnTo>
                    <a:pt x="881" y="107285"/>
                  </a:lnTo>
                  <a:lnTo>
                    <a:pt x="492" y="114513"/>
                  </a:lnTo>
                  <a:lnTo>
                    <a:pt x="0" y="121845"/>
                  </a:lnTo>
                  <a:lnTo>
                    <a:pt x="35028" y="133115"/>
                  </a:lnTo>
                  <a:cubicBezTo>
                    <a:pt x="36549" y="141815"/>
                    <a:pt x="39416" y="150222"/>
                    <a:pt x="43525" y="158039"/>
                  </a:cubicBezTo>
                  <a:lnTo>
                    <a:pt x="22540" y="188325"/>
                  </a:lnTo>
                  <a:lnTo>
                    <a:pt x="27359" y="193844"/>
                  </a:lnTo>
                  <a:lnTo>
                    <a:pt x="32204" y="199362"/>
                  </a:lnTo>
                  <a:lnTo>
                    <a:pt x="37100" y="204984"/>
                  </a:lnTo>
                  <a:lnTo>
                    <a:pt x="69952" y="188144"/>
                  </a:lnTo>
                  <a:cubicBezTo>
                    <a:pt x="77130" y="193204"/>
                    <a:pt x="85060" y="197103"/>
                    <a:pt x="93450" y="199699"/>
                  </a:cubicBezTo>
                  <a:lnTo>
                    <a:pt x="100031" y="235970"/>
                  </a:lnTo>
                  <a:lnTo>
                    <a:pt x="107363" y="236462"/>
                  </a:lnTo>
                  <a:lnTo>
                    <a:pt x="114695" y="236955"/>
                  </a:lnTo>
                  <a:lnTo>
                    <a:pt x="122001" y="237421"/>
                  </a:lnTo>
                  <a:lnTo>
                    <a:pt x="133348" y="202186"/>
                  </a:lnTo>
                  <a:cubicBezTo>
                    <a:pt x="141965" y="200689"/>
                    <a:pt x="150295" y="197857"/>
                    <a:pt x="158039" y="193792"/>
                  </a:cubicBezTo>
                  <a:lnTo>
                    <a:pt x="188507" y="214907"/>
                  </a:lnTo>
                  <a:lnTo>
                    <a:pt x="194025" y="210062"/>
                  </a:lnTo>
                  <a:lnTo>
                    <a:pt x="199543" y="205243"/>
                  </a:lnTo>
                  <a:lnTo>
                    <a:pt x="205062" y="200398"/>
                  </a:lnTo>
                  <a:lnTo>
                    <a:pt x="197730" y="186175"/>
                  </a:lnTo>
                </a:path>
              </a:pathLst>
            </a:custGeom>
            <a:grpFill/>
            <a:ln w="19050"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7" name="Freeform: Shape 6">
              <a:extLst>
                <a:ext uri="{FF2B5EF4-FFF2-40B4-BE49-F238E27FC236}">
                  <a16:creationId xmlns:a16="http://schemas.microsoft.com/office/drawing/2014/main" id="{4471B41B-EDA2-25D0-DDF0-4722A4FFAB1E}"/>
                </a:ext>
              </a:extLst>
            </p:cNvPr>
            <p:cNvSpPr/>
            <p:nvPr/>
          </p:nvSpPr>
          <p:spPr>
            <a:xfrm>
              <a:off x="8434649" y="3103706"/>
              <a:ext cx="164489" cy="243966"/>
            </a:xfrm>
            <a:custGeom>
              <a:avLst/>
              <a:gdLst>
                <a:gd name="connsiteX0" fmla="*/ 61246 w 63836"/>
                <a:gd name="connsiteY0" fmla="*/ 92581 h 94680"/>
                <a:gd name="connsiteX1" fmla="*/ 2099 w 63836"/>
                <a:gd name="connsiteY1" fmla="*/ 61232 h 94680"/>
                <a:gd name="connsiteX2" fmla="*/ 33447 w 63836"/>
                <a:gd name="connsiteY2" fmla="*/ 2087 h 94680"/>
                <a:gd name="connsiteX3" fmla="*/ 63837 w 63836"/>
                <a:gd name="connsiteY3" fmla="*/ 2965 h 94680"/>
              </a:gdLst>
              <a:ahLst/>
              <a:cxnLst>
                <a:cxn ang="0">
                  <a:pos x="connsiteX0" y="connsiteY0"/>
                </a:cxn>
                <a:cxn ang="0">
                  <a:pos x="connsiteX1" y="connsiteY1"/>
                </a:cxn>
                <a:cxn ang="0">
                  <a:pos x="connsiteX2" y="connsiteY2"/>
                </a:cxn>
                <a:cxn ang="0">
                  <a:pos x="connsiteX3" y="connsiteY3"/>
                </a:cxn>
              </a:cxnLst>
              <a:rect l="l" t="t" r="r" b="b"/>
              <a:pathLst>
                <a:path w="63836" h="94680">
                  <a:moveTo>
                    <a:pt x="61246" y="92581"/>
                  </a:moveTo>
                  <a:cubicBezTo>
                    <a:pt x="36257" y="100258"/>
                    <a:pt x="9776" y="86223"/>
                    <a:pt x="2099" y="61232"/>
                  </a:cubicBezTo>
                  <a:cubicBezTo>
                    <a:pt x="-5577" y="36244"/>
                    <a:pt x="8458" y="9764"/>
                    <a:pt x="33447" y="2087"/>
                  </a:cubicBezTo>
                  <a:cubicBezTo>
                    <a:pt x="43398" y="-970"/>
                    <a:pt x="54079" y="-661"/>
                    <a:pt x="63837" y="2965"/>
                  </a:cubicBezTo>
                </a:path>
              </a:pathLst>
            </a:custGeom>
            <a:grpFill/>
            <a:ln w="19050"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 name="Freeform: Shape 8">
              <a:extLst>
                <a:ext uri="{FF2B5EF4-FFF2-40B4-BE49-F238E27FC236}">
                  <a16:creationId xmlns:a16="http://schemas.microsoft.com/office/drawing/2014/main" id="{5CA5D41E-D975-F27E-EA7D-A1899E8B1BBC}"/>
                </a:ext>
              </a:extLst>
            </p:cNvPr>
            <p:cNvSpPr/>
            <p:nvPr/>
          </p:nvSpPr>
          <p:spPr>
            <a:xfrm>
              <a:off x="8831790" y="2724150"/>
              <a:ext cx="391200" cy="391200"/>
            </a:xfrm>
            <a:custGeom>
              <a:avLst/>
              <a:gdLst>
                <a:gd name="connsiteX0" fmla="*/ 14301 w 151820"/>
                <a:gd name="connsiteY0" fmla="*/ 120420 h 151820"/>
                <a:gd name="connsiteX1" fmla="*/ 17384 w 151820"/>
                <a:gd name="connsiteY1" fmla="*/ 123944 h 151820"/>
                <a:gd name="connsiteX2" fmla="*/ 20467 w 151820"/>
                <a:gd name="connsiteY2" fmla="*/ 127467 h 151820"/>
                <a:gd name="connsiteX3" fmla="*/ 23576 w 151820"/>
                <a:gd name="connsiteY3" fmla="*/ 130991 h 151820"/>
                <a:gd name="connsiteX4" fmla="*/ 44665 w 151820"/>
                <a:gd name="connsiteY4" fmla="*/ 120161 h 151820"/>
                <a:gd name="connsiteX5" fmla="*/ 59666 w 151820"/>
                <a:gd name="connsiteY5" fmla="*/ 127545 h 151820"/>
                <a:gd name="connsiteX6" fmla="*/ 63889 w 151820"/>
                <a:gd name="connsiteY6" fmla="*/ 150862 h 151820"/>
                <a:gd name="connsiteX7" fmla="*/ 68553 w 151820"/>
                <a:gd name="connsiteY7" fmla="*/ 151173 h 151820"/>
                <a:gd name="connsiteX8" fmla="*/ 73164 w 151820"/>
                <a:gd name="connsiteY8" fmla="*/ 151510 h 151820"/>
                <a:gd name="connsiteX9" fmla="*/ 77828 w 151820"/>
                <a:gd name="connsiteY9" fmla="*/ 151821 h 151820"/>
                <a:gd name="connsiteX10" fmla="*/ 85082 w 151820"/>
                <a:gd name="connsiteY10" fmla="*/ 129307 h 151820"/>
                <a:gd name="connsiteX11" fmla="*/ 100834 w 151820"/>
                <a:gd name="connsiteY11" fmla="*/ 123944 h 151820"/>
                <a:gd name="connsiteX12" fmla="*/ 120291 w 151820"/>
                <a:gd name="connsiteY12" fmla="*/ 137442 h 151820"/>
                <a:gd name="connsiteX13" fmla="*/ 123814 w 151820"/>
                <a:gd name="connsiteY13" fmla="*/ 134333 h 151820"/>
                <a:gd name="connsiteX14" fmla="*/ 127364 w 151820"/>
                <a:gd name="connsiteY14" fmla="*/ 131250 h 151820"/>
                <a:gd name="connsiteX15" fmla="*/ 130861 w 151820"/>
                <a:gd name="connsiteY15" fmla="*/ 128193 h 151820"/>
                <a:gd name="connsiteX16" fmla="*/ 120058 w 151820"/>
                <a:gd name="connsiteY16" fmla="*/ 107130 h 151820"/>
                <a:gd name="connsiteX17" fmla="*/ 127571 w 151820"/>
                <a:gd name="connsiteY17" fmla="*/ 92077 h 151820"/>
                <a:gd name="connsiteX18" fmla="*/ 150888 w 151820"/>
                <a:gd name="connsiteY18" fmla="*/ 87854 h 151820"/>
                <a:gd name="connsiteX19" fmla="*/ 151199 w 151820"/>
                <a:gd name="connsiteY19" fmla="*/ 83165 h 151820"/>
                <a:gd name="connsiteX20" fmla="*/ 151510 w 151820"/>
                <a:gd name="connsiteY20" fmla="*/ 78501 h 151820"/>
                <a:gd name="connsiteX21" fmla="*/ 151821 w 151820"/>
                <a:gd name="connsiteY21" fmla="*/ 73838 h 151820"/>
                <a:gd name="connsiteX22" fmla="*/ 129333 w 151820"/>
                <a:gd name="connsiteY22" fmla="*/ 66584 h 151820"/>
                <a:gd name="connsiteX23" fmla="*/ 123996 w 151820"/>
                <a:gd name="connsiteY23" fmla="*/ 50728 h 151820"/>
                <a:gd name="connsiteX24" fmla="*/ 137442 w 151820"/>
                <a:gd name="connsiteY24" fmla="*/ 31349 h 151820"/>
                <a:gd name="connsiteX25" fmla="*/ 134333 w 151820"/>
                <a:gd name="connsiteY25" fmla="*/ 27825 h 151820"/>
                <a:gd name="connsiteX26" fmla="*/ 131250 w 151820"/>
                <a:gd name="connsiteY26" fmla="*/ 24302 h 151820"/>
                <a:gd name="connsiteX27" fmla="*/ 128167 w 151820"/>
                <a:gd name="connsiteY27" fmla="*/ 20778 h 151820"/>
                <a:gd name="connsiteX28" fmla="*/ 107233 w 151820"/>
                <a:gd name="connsiteY28" fmla="*/ 31530 h 151820"/>
                <a:gd name="connsiteX29" fmla="*/ 92155 w 151820"/>
                <a:gd name="connsiteY29" fmla="*/ 24043 h 151820"/>
                <a:gd name="connsiteX30" fmla="*/ 87958 w 151820"/>
                <a:gd name="connsiteY30" fmla="*/ 907 h 151820"/>
                <a:gd name="connsiteX31" fmla="*/ 83294 w 151820"/>
                <a:gd name="connsiteY31" fmla="*/ 622 h 151820"/>
                <a:gd name="connsiteX32" fmla="*/ 78346 w 151820"/>
                <a:gd name="connsiteY32" fmla="*/ 285 h 151820"/>
                <a:gd name="connsiteX33" fmla="*/ 73682 w 151820"/>
                <a:gd name="connsiteY33" fmla="*/ 0 h 151820"/>
                <a:gd name="connsiteX34" fmla="*/ 66480 w 151820"/>
                <a:gd name="connsiteY34" fmla="*/ 22333 h 151820"/>
                <a:gd name="connsiteX35" fmla="*/ 50495 w 151820"/>
                <a:gd name="connsiteY35" fmla="*/ 27747 h 151820"/>
                <a:gd name="connsiteX36" fmla="*/ 31193 w 151820"/>
                <a:gd name="connsiteY36" fmla="*/ 14379 h 151820"/>
                <a:gd name="connsiteX37" fmla="*/ 27670 w 151820"/>
                <a:gd name="connsiteY37" fmla="*/ 17462 h 151820"/>
                <a:gd name="connsiteX38" fmla="*/ 24146 w 151820"/>
                <a:gd name="connsiteY38" fmla="*/ 20545 h 151820"/>
                <a:gd name="connsiteX39" fmla="*/ 20623 w 151820"/>
                <a:gd name="connsiteY39" fmla="*/ 23654 h 151820"/>
                <a:gd name="connsiteX40" fmla="*/ 31323 w 151820"/>
                <a:gd name="connsiteY40" fmla="*/ 44510 h 151820"/>
                <a:gd name="connsiteX41" fmla="*/ 23939 w 151820"/>
                <a:gd name="connsiteY41" fmla="*/ 59666 h 151820"/>
                <a:gd name="connsiteX42" fmla="*/ 855 w 151820"/>
                <a:gd name="connsiteY42" fmla="*/ 63837 h 151820"/>
                <a:gd name="connsiteX43" fmla="*/ 622 w 151820"/>
                <a:gd name="connsiteY43" fmla="*/ 68604 h 151820"/>
                <a:gd name="connsiteX44" fmla="*/ 311 w 151820"/>
                <a:gd name="connsiteY44" fmla="*/ 73268 h 151820"/>
                <a:gd name="connsiteX45" fmla="*/ 0 w 151820"/>
                <a:gd name="connsiteY45" fmla="*/ 77957 h 151820"/>
                <a:gd name="connsiteX46" fmla="*/ 22359 w 151820"/>
                <a:gd name="connsiteY46" fmla="*/ 85160 h 151820"/>
                <a:gd name="connsiteX47" fmla="*/ 27799 w 151820"/>
                <a:gd name="connsiteY47" fmla="*/ 101067 h 151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51820" h="151820">
                  <a:moveTo>
                    <a:pt x="14301" y="120420"/>
                  </a:moveTo>
                  <a:lnTo>
                    <a:pt x="17384" y="123944"/>
                  </a:lnTo>
                  <a:lnTo>
                    <a:pt x="20467" y="127467"/>
                  </a:lnTo>
                  <a:lnTo>
                    <a:pt x="23576" y="130991"/>
                  </a:lnTo>
                  <a:lnTo>
                    <a:pt x="44665" y="120161"/>
                  </a:lnTo>
                  <a:cubicBezTo>
                    <a:pt x="49249" y="123393"/>
                    <a:pt x="54311" y="125884"/>
                    <a:pt x="59666" y="127545"/>
                  </a:cubicBezTo>
                  <a:lnTo>
                    <a:pt x="63889" y="150862"/>
                  </a:lnTo>
                  <a:lnTo>
                    <a:pt x="68553" y="151173"/>
                  </a:lnTo>
                  <a:lnTo>
                    <a:pt x="73164" y="151510"/>
                  </a:lnTo>
                  <a:lnTo>
                    <a:pt x="77828" y="151821"/>
                  </a:lnTo>
                  <a:lnTo>
                    <a:pt x="85082" y="129307"/>
                  </a:lnTo>
                  <a:cubicBezTo>
                    <a:pt x="90582" y="128360"/>
                    <a:pt x="95898" y="126550"/>
                    <a:pt x="100834" y="123944"/>
                  </a:cubicBezTo>
                  <a:lnTo>
                    <a:pt x="120291" y="137442"/>
                  </a:lnTo>
                  <a:lnTo>
                    <a:pt x="123814" y="134333"/>
                  </a:lnTo>
                  <a:lnTo>
                    <a:pt x="127364" y="131250"/>
                  </a:lnTo>
                  <a:lnTo>
                    <a:pt x="130861" y="128193"/>
                  </a:lnTo>
                  <a:lnTo>
                    <a:pt x="120058" y="107130"/>
                  </a:lnTo>
                  <a:cubicBezTo>
                    <a:pt x="123330" y="102534"/>
                    <a:pt x="125866" y="97455"/>
                    <a:pt x="127571" y="92077"/>
                  </a:cubicBezTo>
                  <a:lnTo>
                    <a:pt x="150888" y="87854"/>
                  </a:lnTo>
                  <a:lnTo>
                    <a:pt x="151199" y="83165"/>
                  </a:lnTo>
                  <a:lnTo>
                    <a:pt x="151510" y="78501"/>
                  </a:lnTo>
                  <a:lnTo>
                    <a:pt x="151821" y="73838"/>
                  </a:lnTo>
                  <a:lnTo>
                    <a:pt x="129333" y="66584"/>
                  </a:lnTo>
                  <a:cubicBezTo>
                    <a:pt x="128395" y="61051"/>
                    <a:pt x="126594" y="55701"/>
                    <a:pt x="123996" y="50728"/>
                  </a:cubicBezTo>
                  <a:lnTo>
                    <a:pt x="137442" y="31349"/>
                  </a:lnTo>
                  <a:lnTo>
                    <a:pt x="134333" y="27825"/>
                  </a:lnTo>
                  <a:lnTo>
                    <a:pt x="131250" y="24302"/>
                  </a:lnTo>
                  <a:lnTo>
                    <a:pt x="128167" y="20778"/>
                  </a:lnTo>
                  <a:lnTo>
                    <a:pt x="107233" y="31530"/>
                  </a:lnTo>
                  <a:cubicBezTo>
                    <a:pt x="102632" y="28256"/>
                    <a:pt x="97544" y="25729"/>
                    <a:pt x="92155" y="24043"/>
                  </a:cubicBezTo>
                  <a:lnTo>
                    <a:pt x="87958" y="907"/>
                  </a:lnTo>
                  <a:lnTo>
                    <a:pt x="83294" y="622"/>
                  </a:lnTo>
                  <a:lnTo>
                    <a:pt x="78346" y="285"/>
                  </a:lnTo>
                  <a:lnTo>
                    <a:pt x="73682" y="0"/>
                  </a:lnTo>
                  <a:lnTo>
                    <a:pt x="66480" y="22333"/>
                  </a:lnTo>
                  <a:cubicBezTo>
                    <a:pt x="60899" y="23281"/>
                    <a:pt x="55503" y="25108"/>
                    <a:pt x="50495" y="27747"/>
                  </a:cubicBezTo>
                  <a:lnTo>
                    <a:pt x="31193" y="14379"/>
                  </a:lnTo>
                  <a:lnTo>
                    <a:pt x="27670" y="17462"/>
                  </a:lnTo>
                  <a:lnTo>
                    <a:pt x="24146" y="20545"/>
                  </a:lnTo>
                  <a:lnTo>
                    <a:pt x="20623" y="23654"/>
                  </a:lnTo>
                  <a:lnTo>
                    <a:pt x="31323" y="44510"/>
                  </a:lnTo>
                  <a:cubicBezTo>
                    <a:pt x="28082" y="49144"/>
                    <a:pt x="25592" y="54258"/>
                    <a:pt x="23939" y="59666"/>
                  </a:cubicBezTo>
                  <a:lnTo>
                    <a:pt x="855" y="63837"/>
                  </a:lnTo>
                  <a:lnTo>
                    <a:pt x="622" y="68604"/>
                  </a:lnTo>
                  <a:lnTo>
                    <a:pt x="311" y="73268"/>
                  </a:lnTo>
                  <a:lnTo>
                    <a:pt x="0" y="77957"/>
                  </a:lnTo>
                  <a:lnTo>
                    <a:pt x="22359" y="85160"/>
                  </a:lnTo>
                  <a:cubicBezTo>
                    <a:pt x="23328" y="90714"/>
                    <a:pt x="25164" y="96082"/>
                    <a:pt x="27799" y="101067"/>
                  </a:cubicBezTo>
                  <a:close/>
                </a:path>
              </a:pathLst>
            </a:custGeom>
            <a:grpFill/>
            <a:ln w="19050"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0" name="Freeform: Shape 9">
              <a:extLst>
                <a:ext uri="{FF2B5EF4-FFF2-40B4-BE49-F238E27FC236}">
                  <a16:creationId xmlns:a16="http://schemas.microsoft.com/office/drawing/2014/main" id="{36046BD7-94DA-F643-B7E2-4A5198E3A670}"/>
                </a:ext>
              </a:extLst>
            </p:cNvPr>
            <p:cNvSpPr/>
            <p:nvPr/>
          </p:nvSpPr>
          <p:spPr>
            <a:xfrm>
              <a:off x="8949154" y="2841712"/>
              <a:ext cx="155813" cy="155814"/>
            </a:xfrm>
            <a:custGeom>
              <a:avLst/>
              <a:gdLst>
                <a:gd name="connsiteX0" fmla="*/ 60469 w 60469"/>
                <a:gd name="connsiteY0" fmla="*/ 30235 h 60469"/>
                <a:gd name="connsiteX1" fmla="*/ 30235 w 60469"/>
                <a:gd name="connsiteY1" fmla="*/ 60469 h 60469"/>
                <a:gd name="connsiteX2" fmla="*/ 0 w 60469"/>
                <a:gd name="connsiteY2" fmla="*/ 30235 h 60469"/>
                <a:gd name="connsiteX3" fmla="*/ 30235 w 60469"/>
                <a:gd name="connsiteY3" fmla="*/ 0 h 60469"/>
                <a:gd name="connsiteX4" fmla="*/ 60469 w 60469"/>
                <a:gd name="connsiteY4" fmla="*/ 30235 h 60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69" h="60469">
                  <a:moveTo>
                    <a:pt x="60469" y="30235"/>
                  </a:moveTo>
                  <a:cubicBezTo>
                    <a:pt x="60469" y="46933"/>
                    <a:pt x="46933" y="60469"/>
                    <a:pt x="30235" y="60469"/>
                  </a:cubicBezTo>
                  <a:cubicBezTo>
                    <a:pt x="13537" y="60469"/>
                    <a:pt x="0" y="46933"/>
                    <a:pt x="0" y="30235"/>
                  </a:cubicBezTo>
                  <a:cubicBezTo>
                    <a:pt x="0" y="13537"/>
                    <a:pt x="13537" y="0"/>
                    <a:pt x="30235" y="0"/>
                  </a:cubicBezTo>
                  <a:cubicBezTo>
                    <a:pt x="46933" y="0"/>
                    <a:pt x="60469" y="13537"/>
                    <a:pt x="60469" y="30235"/>
                  </a:cubicBezTo>
                  <a:close/>
                </a:path>
              </a:pathLst>
            </a:custGeom>
            <a:grpFill/>
            <a:ln w="19050"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 name="Freeform: Shape 10">
              <a:extLst>
                <a:ext uri="{FF2B5EF4-FFF2-40B4-BE49-F238E27FC236}">
                  <a16:creationId xmlns:a16="http://schemas.microsoft.com/office/drawing/2014/main" id="{70065F1F-FDD7-1F76-4B98-43C2E24D455C}"/>
                </a:ext>
              </a:extLst>
            </p:cNvPr>
            <p:cNvSpPr/>
            <p:nvPr/>
          </p:nvSpPr>
          <p:spPr>
            <a:xfrm>
              <a:off x="8623840" y="3124825"/>
              <a:ext cx="814246" cy="212859"/>
            </a:xfrm>
            <a:custGeom>
              <a:avLst/>
              <a:gdLst>
                <a:gd name="connsiteX0" fmla="*/ 39147 w 315999"/>
                <a:gd name="connsiteY0" fmla="*/ 54 h 82608"/>
                <a:gd name="connsiteX1" fmla="*/ 76273 w 315999"/>
                <a:gd name="connsiteY1" fmla="*/ 23164 h 82608"/>
                <a:gd name="connsiteX2" fmla="*/ 239804 w 315999"/>
                <a:gd name="connsiteY2" fmla="*/ 23164 h 82608"/>
                <a:gd name="connsiteX3" fmla="*/ 295087 w 315999"/>
                <a:gd name="connsiteY3" fmla="*/ 4217 h 82608"/>
                <a:gd name="connsiteX4" fmla="*/ 316000 w 315999"/>
                <a:gd name="connsiteY4" fmla="*/ 27905 h 82608"/>
                <a:gd name="connsiteX5" fmla="*/ 282319 w 315999"/>
                <a:gd name="connsiteY5" fmla="*/ 27905 h 82608"/>
                <a:gd name="connsiteX6" fmla="*/ 282319 w 315999"/>
                <a:gd name="connsiteY6" fmla="*/ 54694 h 82608"/>
                <a:gd name="connsiteX7" fmla="*/ 316000 w 315999"/>
                <a:gd name="connsiteY7" fmla="*/ 54694 h 82608"/>
                <a:gd name="connsiteX8" fmla="*/ 263176 w 315999"/>
                <a:gd name="connsiteY8" fmla="*/ 80115 h 82608"/>
                <a:gd name="connsiteX9" fmla="*/ 239779 w 315999"/>
                <a:gd name="connsiteY9" fmla="*/ 59487 h 82608"/>
                <a:gd name="connsiteX10" fmla="*/ 76144 w 315999"/>
                <a:gd name="connsiteY10" fmla="*/ 59487 h 82608"/>
                <a:gd name="connsiteX11" fmla="*/ 20881 w 315999"/>
                <a:gd name="connsiteY11" fmla="*/ 78379 h 82608"/>
                <a:gd name="connsiteX12" fmla="*/ 0 w 315999"/>
                <a:gd name="connsiteY12" fmla="*/ 54694 h 82608"/>
                <a:gd name="connsiteX13" fmla="*/ 33680 w 315999"/>
                <a:gd name="connsiteY13" fmla="*/ 54694 h 82608"/>
                <a:gd name="connsiteX14" fmla="*/ 33680 w 315999"/>
                <a:gd name="connsiteY14" fmla="*/ 27983 h 82608"/>
                <a:gd name="connsiteX15" fmla="*/ 0 w 315999"/>
                <a:gd name="connsiteY15" fmla="*/ 27983 h 82608"/>
                <a:gd name="connsiteX16" fmla="*/ 39147 w 315999"/>
                <a:gd name="connsiteY16" fmla="*/ 54 h 8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5999" h="82608">
                  <a:moveTo>
                    <a:pt x="39147" y="54"/>
                  </a:moveTo>
                  <a:cubicBezTo>
                    <a:pt x="54922" y="29"/>
                    <a:pt x="69331" y="8998"/>
                    <a:pt x="76273" y="23164"/>
                  </a:cubicBezTo>
                  <a:lnTo>
                    <a:pt x="239804" y="23164"/>
                  </a:lnTo>
                  <a:cubicBezTo>
                    <a:pt x="249839" y="2666"/>
                    <a:pt x="274591" y="-5816"/>
                    <a:pt x="295087" y="4217"/>
                  </a:cubicBezTo>
                  <a:cubicBezTo>
                    <a:pt x="304922" y="9031"/>
                    <a:pt x="312443" y="17552"/>
                    <a:pt x="316000" y="27905"/>
                  </a:cubicBezTo>
                  <a:lnTo>
                    <a:pt x="282319" y="27905"/>
                  </a:lnTo>
                  <a:lnTo>
                    <a:pt x="282319" y="54694"/>
                  </a:lnTo>
                  <a:lnTo>
                    <a:pt x="316000" y="54694"/>
                  </a:lnTo>
                  <a:cubicBezTo>
                    <a:pt x="308432" y="76301"/>
                    <a:pt x="284783" y="87683"/>
                    <a:pt x="263176" y="80115"/>
                  </a:cubicBezTo>
                  <a:cubicBezTo>
                    <a:pt x="252989" y="76547"/>
                    <a:pt x="244595" y="69148"/>
                    <a:pt x="239779" y="59487"/>
                  </a:cubicBezTo>
                  <a:lnTo>
                    <a:pt x="76144" y="59487"/>
                  </a:lnTo>
                  <a:cubicBezTo>
                    <a:pt x="66100" y="79965"/>
                    <a:pt x="41358" y="88424"/>
                    <a:pt x="20881" y="78379"/>
                  </a:cubicBezTo>
                  <a:cubicBezTo>
                    <a:pt x="11058" y="73563"/>
                    <a:pt x="3548" y="65044"/>
                    <a:pt x="0" y="54694"/>
                  </a:cubicBezTo>
                  <a:lnTo>
                    <a:pt x="33680" y="54694"/>
                  </a:lnTo>
                  <a:lnTo>
                    <a:pt x="33680" y="27983"/>
                  </a:lnTo>
                  <a:lnTo>
                    <a:pt x="0" y="27983"/>
                  </a:lnTo>
                  <a:cubicBezTo>
                    <a:pt x="5704" y="11239"/>
                    <a:pt x="21457" y="-1"/>
                    <a:pt x="39147" y="54"/>
                  </a:cubicBezTo>
                  <a:close/>
                </a:path>
              </a:pathLst>
            </a:custGeom>
            <a:grpFill/>
            <a:ln w="19050"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 name="Freeform: Shape 11">
              <a:extLst>
                <a:ext uri="{FF2B5EF4-FFF2-40B4-BE49-F238E27FC236}">
                  <a16:creationId xmlns:a16="http://schemas.microsoft.com/office/drawing/2014/main" id="{8F159107-5DB4-5A0E-57F1-705922D79F57}"/>
                </a:ext>
              </a:extLst>
            </p:cNvPr>
            <p:cNvSpPr/>
            <p:nvPr/>
          </p:nvSpPr>
          <p:spPr>
            <a:xfrm>
              <a:off x="8516826" y="3192993"/>
              <a:ext cx="67023" cy="67023"/>
            </a:xfrm>
            <a:custGeom>
              <a:avLst/>
              <a:gdLst>
                <a:gd name="connsiteX0" fmla="*/ 26012 w 26011"/>
                <a:gd name="connsiteY0" fmla="*/ 13006 h 26011"/>
                <a:gd name="connsiteX1" fmla="*/ 13006 w 26011"/>
                <a:gd name="connsiteY1" fmla="*/ 26012 h 26011"/>
                <a:gd name="connsiteX2" fmla="*/ 0 w 26011"/>
                <a:gd name="connsiteY2" fmla="*/ 13006 h 26011"/>
                <a:gd name="connsiteX3" fmla="*/ 13006 w 26011"/>
                <a:gd name="connsiteY3" fmla="*/ 0 h 26011"/>
                <a:gd name="connsiteX4" fmla="*/ 26012 w 26011"/>
                <a:gd name="connsiteY4" fmla="*/ 13006 h 26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11" h="26011">
                  <a:moveTo>
                    <a:pt x="26012" y="13006"/>
                  </a:moveTo>
                  <a:cubicBezTo>
                    <a:pt x="26012" y="20189"/>
                    <a:pt x="20189" y="26012"/>
                    <a:pt x="13006" y="26012"/>
                  </a:cubicBezTo>
                  <a:cubicBezTo>
                    <a:pt x="5823" y="26012"/>
                    <a:pt x="0" y="20189"/>
                    <a:pt x="0" y="13006"/>
                  </a:cubicBezTo>
                  <a:cubicBezTo>
                    <a:pt x="0" y="5823"/>
                    <a:pt x="5823" y="0"/>
                    <a:pt x="13006" y="0"/>
                  </a:cubicBezTo>
                  <a:cubicBezTo>
                    <a:pt x="20189" y="0"/>
                    <a:pt x="26012" y="5823"/>
                    <a:pt x="26012" y="13006"/>
                  </a:cubicBezTo>
                  <a:close/>
                </a:path>
              </a:pathLst>
            </a:custGeom>
            <a:grpFill/>
            <a:ln w="19050"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 name="Freeform: Shape 12">
              <a:extLst>
                <a:ext uri="{FF2B5EF4-FFF2-40B4-BE49-F238E27FC236}">
                  <a16:creationId xmlns:a16="http://schemas.microsoft.com/office/drawing/2014/main" id="{680E2CCB-C0B6-CEED-5C59-ABF318F421D9}"/>
                </a:ext>
              </a:extLst>
            </p:cNvPr>
            <p:cNvSpPr/>
            <p:nvPr/>
          </p:nvSpPr>
          <p:spPr>
            <a:xfrm>
              <a:off x="9003158" y="2895718"/>
              <a:ext cx="47799" cy="47799"/>
            </a:xfrm>
            <a:custGeom>
              <a:avLst/>
              <a:gdLst>
                <a:gd name="connsiteX0" fmla="*/ 18550 w 18550"/>
                <a:gd name="connsiteY0" fmla="*/ 9275 h 18550"/>
                <a:gd name="connsiteX1" fmla="*/ 9275 w 18550"/>
                <a:gd name="connsiteY1" fmla="*/ 18550 h 18550"/>
                <a:gd name="connsiteX2" fmla="*/ 0 w 18550"/>
                <a:gd name="connsiteY2" fmla="*/ 9275 h 18550"/>
                <a:gd name="connsiteX3" fmla="*/ 9275 w 18550"/>
                <a:gd name="connsiteY3" fmla="*/ 0 h 18550"/>
                <a:gd name="connsiteX4" fmla="*/ 18550 w 18550"/>
                <a:gd name="connsiteY4" fmla="*/ 9275 h 18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50" h="18550">
                  <a:moveTo>
                    <a:pt x="18550" y="9275"/>
                  </a:moveTo>
                  <a:cubicBezTo>
                    <a:pt x="18550" y="14398"/>
                    <a:pt x="14398" y="18550"/>
                    <a:pt x="9275" y="18550"/>
                  </a:cubicBezTo>
                  <a:cubicBezTo>
                    <a:pt x="4153" y="18550"/>
                    <a:pt x="0" y="14398"/>
                    <a:pt x="0" y="9275"/>
                  </a:cubicBezTo>
                  <a:cubicBezTo>
                    <a:pt x="0" y="4153"/>
                    <a:pt x="4153" y="0"/>
                    <a:pt x="9275" y="0"/>
                  </a:cubicBezTo>
                  <a:cubicBezTo>
                    <a:pt x="14398" y="0"/>
                    <a:pt x="18550" y="4153"/>
                    <a:pt x="18550" y="9275"/>
                  </a:cubicBezTo>
                  <a:close/>
                </a:path>
              </a:pathLst>
            </a:custGeom>
            <a:grpFill/>
            <a:ln w="19050" cap="flat">
              <a:solidFill>
                <a:schemeClr val="accent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134" name="Group 133">
            <a:extLst>
              <a:ext uri="{FF2B5EF4-FFF2-40B4-BE49-F238E27FC236}">
                <a16:creationId xmlns:a16="http://schemas.microsoft.com/office/drawing/2014/main" id="{7C46DFB2-963D-B77B-F8A7-BA506B40BADA}"/>
              </a:ext>
            </a:extLst>
          </p:cNvPr>
          <p:cNvGrpSpPr/>
          <p:nvPr/>
        </p:nvGrpSpPr>
        <p:grpSpPr>
          <a:xfrm>
            <a:off x="904042" y="2653411"/>
            <a:ext cx="679219" cy="679222"/>
            <a:chOff x="609600" y="2906573"/>
            <a:chExt cx="640080" cy="640080"/>
          </a:xfrm>
          <a:noFill/>
        </p:grpSpPr>
        <p:sp>
          <p:nvSpPr>
            <p:cNvPr id="46" name="Freeform: Shape 45">
              <a:extLst>
                <a:ext uri="{FF2B5EF4-FFF2-40B4-BE49-F238E27FC236}">
                  <a16:creationId xmlns:a16="http://schemas.microsoft.com/office/drawing/2014/main" id="{1717E1BB-386D-3066-EBBF-7E3429CDF2B5}"/>
                </a:ext>
              </a:extLst>
            </p:cNvPr>
            <p:cNvSpPr/>
            <p:nvPr/>
          </p:nvSpPr>
          <p:spPr>
            <a:xfrm>
              <a:off x="615548" y="3279256"/>
              <a:ext cx="103817" cy="178361"/>
            </a:xfrm>
            <a:custGeom>
              <a:avLst/>
              <a:gdLst>
                <a:gd name="connsiteX0" fmla="*/ 0 w 107043"/>
                <a:gd name="connsiteY0" fmla="*/ 0 h 188648"/>
                <a:gd name="connsiteX1" fmla="*/ 107044 w 107043"/>
                <a:gd name="connsiteY1" fmla="*/ 188649 h 188648"/>
              </a:gdLst>
              <a:ahLst/>
              <a:cxnLst>
                <a:cxn ang="0">
                  <a:pos x="connsiteX0" y="connsiteY0"/>
                </a:cxn>
                <a:cxn ang="0">
                  <a:pos x="connsiteX1" y="connsiteY1"/>
                </a:cxn>
              </a:cxnLst>
              <a:rect l="l" t="t" r="r" b="b"/>
              <a:pathLst>
                <a:path w="107043" h="188648">
                  <a:moveTo>
                    <a:pt x="0" y="0"/>
                  </a:moveTo>
                  <a:cubicBezTo>
                    <a:pt x="10493" y="59297"/>
                    <a:pt x="38003" y="134201"/>
                    <a:pt x="107044" y="188649"/>
                  </a:cubicBezTo>
                </a:path>
              </a:pathLst>
            </a:custGeom>
            <a:grpFill/>
            <a:ln w="19050"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7" name="Freeform: Shape 46">
              <a:extLst>
                <a:ext uri="{FF2B5EF4-FFF2-40B4-BE49-F238E27FC236}">
                  <a16:creationId xmlns:a16="http://schemas.microsoft.com/office/drawing/2014/main" id="{25935E08-7F93-2B84-834B-E12B90B8FD17}"/>
                </a:ext>
              </a:extLst>
            </p:cNvPr>
            <p:cNvSpPr/>
            <p:nvPr/>
          </p:nvSpPr>
          <p:spPr>
            <a:xfrm>
              <a:off x="609600" y="2942707"/>
              <a:ext cx="174202" cy="295949"/>
            </a:xfrm>
            <a:custGeom>
              <a:avLst/>
              <a:gdLst>
                <a:gd name="connsiteX0" fmla="*/ 179615 w 179615"/>
                <a:gd name="connsiteY0" fmla="*/ 0 h 313018"/>
                <a:gd name="connsiteX1" fmla="*/ 163920 w 179615"/>
                <a:gd name="connsiteY1" fmla="*/ 8817 h 313018"/>
                <a:gd name="connsiteX2" fmla="*/ 1239 w 179615"/>
                <a:gd name="connsiteY2" fmla="*/ 260114 h 313018"/>
                <a:gd name="connsiteX3" fmla="*/ 930 w 179615"/>
                <a:gd name="connsiteY3" fmla="*/ 313019 h 313018"/>
              </a:gdLst>
              <a:ahLst/>
              <a:cxnLst>
                <a:cxn ang="0">
                  <a:pos x="connsiteX0" y="connsiteY0"/>
                </a:cxn>
                <a:cxn ang="0">
                  <a:pos x="connsiteX1" y="connsiteY1"/>
                </a:cxn>
                <a:cxn ang="0">
                  <a:pos x="connsiteX2" y="connsiteY2"/>
                </a:cxn>
                <a:cxn ang="0">
                  <a:pos x="connsiteX3" y="connsiteY3"/>
                </a:cxn>
              </a:cxnLst>
              <a:rect l="l" t="t" r="r" b="b"/>
              <a:pathLst>
                <a:path w="179615" h="313018">
                  <a:moveTo>
                    <a:pt x="179615" y="0"/>
                  </a:moveTo>
                  <a:cubicBezTo>
                    <a:pt x="174413" y="2733"/>
                    <a:pt x="169167" y="5599"/>
                    <a:pt x="163920" y="8817"/>
                  </a:cubicBezTo>
                  <a:cubicBezTo>
                    <a:pt x="94483" y="48981"/>
                    <a:pt x="13671" y="138698"/>
                    <a:pt x="1239" y="260114"/>
                  </a:cubicBezTo>
                  <a:cubicBezTo>
                    <a:pt x="-303" y="277711"/>
                    <a:pt x="-406" y="295406"/>
                    <a:pt x="930" y="313019"/>
                  </a:cubicBezTo>
                </a:path>
              </a:pathLst>
            </a:custGeom>
            <a:grpFill/>
            <a:ln w="19050"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8" name="Freeform: Shape 47">
              <a:extLst>
                <a:ext uri="{FF2B5EF4-FFF2-40B4-BE49-F238E27FC236}">
                  <a16:creationId xmlns:a16="http://schemas.microsoft.com/office/drawing/2014/main" id="{1D381299-A209-EFB6-ACA7-DA975D60A55B}"/>
                </a:ext>
              </a:extLst>
            </p:cNvPr>
            <p:cNvSpPr/>
            <p:nvPr/>
          </p:nvSpPr>
          <p:spPr>
            <a:xfrm>
              <a:off x="821088" y="2906573"/>
              <a:ext cx="371443" cy="134797"/>
            </a:xfrm>
            <a:custGeom>
              <a:avLst/>
              <a:gdLst>
                <a:gd name="connsiteX0" fmla="*/ 382985 w 382985"/>
                <a:gd name="connsiteY0" fmla="*/ 142572 h 142572"/>
                <a:gd name="connsiteX1" fmla="*/ 0 w 382985"/>
                <a:gd name="connsiteY1" fmla="*/ 21024 h 142572"/>
              </a:gdLst>
              <a:ahLst/>
              <a:cxnLst>
                <a:cxn ang="0">
                  <a:pos x="connsiteX0" y="connsiteY0"/>
                </a:cxn>
                <a:cxn ang="0">
                  <a:pos x="connsiteX1" y="connsiteY1"/>
                </a:cxn>
              </a:cxnLst>
              <a:rect l="l" t="t" r="r" b="b"/>
              <a:pathLst>
                <a:path w="382985" h="142572">
                  <a:moveTo>
                    <a:pt x="382985" y="142572"/>
                  </a:moveTo>
                  <a:cubicBezTo>
                    <a:pt x="326377" y="54178"/>
                    <a:pt x="171631" y="-43872"/>
                    <a:pt x="0" y="21024"/>
                  </a:cubicBezTo>
                </a:path>
              </a:pathLst>
            </a:custGeom>
            <a:grpFill/>
            <a:ln w="19050"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9" name="Freeform: Shape 48">
              <a:extLst>
                <a:ext uri="{FF2B5EF4-FFF2-40B4-BE49-F238E27FC236}">
                  <a16:creationId xmlns:a16="http://schemas.microsoft.com/office/drawing/2014/main" id="{0C0D0C6F-538D-87B1-A0B6-F43A23A26ADD}"/>
                </a:ext>
              </a:extLst>
            </p:cNvPr>
            <p:cNvSpPr/>
            <p:nvPr/>
          </p:nvSpPr>
          <p:spPr>
            <a:xfrm>
              <a:off x="1147206" y="2998354"/>
              <a:ext cx="57467" cy="50728"/>
            </a:xfrm>
            <a:custGeom>
              <a:avLst/>
              <a:gdLst>
                <a:gd name="connsiteX0" fmla="*/ 59253 w 59253"/>
                <a:gd name="connsiteY0" fmla="*/ 1234 h 53654"/>
                <a:gd name="connsiteX1" fmla="*/ 50524 w 59253"/>
                <a:gd name="connsiteY1" fmla="*/ 0 h 53654"/>
                <a:gd name="connsiteX2" fmla="*/ 44352 w 59253"/>
                <a:gd name="connsiteY2" fmla="*/ 43029 h 53654"/>
                <a:gd name="connsiteX3" fmla="*/ 1852 w 59253"/>
                <a:gd name="connsiteY3" fmla="*/ 33683 h 53654"/>
                <a:gd name="connsiteX4" fmla="*/ 0 w 59253"/>
                <a:gd name="connsiteY4" fmla="*/ 42324 h 53654"/>
                <a:gd name="connsiteX5" fmla="*/ 51714 w 59253"/>
                <a:gd name="connsiteY5" fmla="*/ 53654 h 53654"/>
                <a:gd name="connsiteX6" fmla="*/ 59253 w 59253"/>
                <a:gd name="connsiteY6" fmla="*/ 1234 h 53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253" h="53654">
                  <a:moveTo>
                    <a:pt x="59253" y="1234"/>
                  </a:moveTo>
                  <a:lnTo>
                    <a:pt x="50524" y="0"/>
                  </a:lnTo>
                  <a:lnTo>
                    <a:pt x="44352" y="43029"/>
                  </a:lnTo>
                  <a:lnTo>
                    <a:pt x="1852" y="33683"/>
                  </a:lnTo>
                  <a:lnTo>
                    <a:pt x="0" y="42324"/>
                  </a:lnTo>
                  <a:lnTo>
                    <a:pt x="51714" y="53654"/>
                  </a:lnTo>
                  <a:lnTo>
                    <a:pt x="59253" y="1234"/>
                  </a:lnTo>
                  <a:close/>
                </a:path>
              </a:pathLst>
            </a:custGeom>
            <a:grpFill/>
            <a:ln w="19050"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0" name="Freeform: Shape 49">
              <a:extLst>
                <a:ext uri="{FF2B5EF4-FFF2-40B4-BE49-F238E27FC236}">
                  <a16:creationId xmlns:a16="http://schemas.microsoft.com/office/drawing/2014/main" id="{3D562AF4-6FD0-0906-FB92-BEDBEACA7585}"/>
                </a:ext>
              </a:extLst>
            </p:cNvPr>
            <p:cNvSpPr/>
            <p:nvPr/>
          </p:nvSpPr>
          <p:spPr>
            <a:xfrm>
              <a:off x="1235247" y="3128322"/>
              <a:ext cx="14433" cy="110210"/>
            </a:xfrm>
            <a:custGeom>
              <a:avLst/>
              <a:gdLst>
                <a:gd name="connsiteX0" fmla="*/ 14461 w 14882"/>
                <a:gd name="connsiteY0" fmla="*/ 116566 h 116566"/>
                <a:gd name="connsiteX1" fmla="*/ 0 w 14882"/>
                <a:gd name="connsiteY1" fmla="*/ 0 h 116566"/>
              </a:gdLst>
              <a:ahLst/>
              <a:cxnLst>
                <a:cxn ang="0">
                  <a:pos x="connsiteX0" y="connsiteY0"/>
                </a:cxn>
                <a:cxn ang="0">
                  <a:pos x="connsiteX1" y="connsiteY1"/>
                </a:cxn>
              </a:cxnLst>
              <a:rect l="l" t="t" r="r" b="b"/>
              <a:pathLst>
                <a:path w="14882" h="116566">
                  <a:moveTo>
                    <a:pt x="14461" y="116566"/>
                  </a:moveTo>
                  <a:cubicBezTo>
                    <a:pt x="16422" y="77167"/>
                    <a:pt x="11529" y="37726"/>
                    <a:pt x="0" y="0"/>
                  </a:cubicBezTo>
                </a:path>
              </a:pathLst>
            </a:custGeom>
            <a:grpFill/>
            <a:ln w="19050"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1" name="Freeform: Shape 50">
              <a:extLst>
                <a:ext uri="{FF2B5EF4-FFF2-40B4-BE49-F238E27FC236}">
                  <a16:creationId xmlns:a16="http://schemas.microsoft.com/office/drawing/2014/main" id="{C4C137B6-C92C-649C-1A01-547D355F8638}"/>
                </a:ext>
              </a:extLst>
            </p:cNvPr>
            <p:cNvSpPr/>
            <p:nvPr/>
          </p:nvSpPr>
          <p:spPr>
            <a:xfrm>
              <a:off x="1224727" y="3264251"/>
              <a:ext cx="22062" cy="75987"/>
            </a:xfrm>
            <a:custGeom>
              <a:avLst/>
              <a:gdLst>
                <a:gd name="connsiteX0" fmla="*/ 0 w 22748"/>
                <a:gd name="connsiteY0" fmla="*/ 80371 h 80370"/>
                <a:gd name="connsiteX1" fmla="*/ 22749 w 22748"/>
                <a:gd name="connsiteY1" fmla="*/ 0 h 80370"/>
              </a:gdLst>
              <a:ahLst/>
              <a:cxnLst>
                <a:cxn ang="0">
                  <a:pos x="connsiteX0" y="connsiteY0"/>
                </a:cxn>
                <a:cxn ang="0">
                  <a:pos x="connsiteX1" y="connsiteY1"/>
                </a:cxn>
              </a:cxnLst>
              <a:rect l="l" t="t" r="r" b="b"/>
              <a:pathLst>
                <a:path w="22748" h="80370">
                  <a:moveTo>
                    <a:pt x="0" y="80371"/>
                  </a:moveTo>
                  <a:cubicBezTo>
                    <a:pt x="11097" y="54703"/>
                    <a:pt x="18746" y="27678"/>
                    <a:pt x="22749" y="0"/>
                  </a:cubicBezTo>
                </a:path>
              </a:pathLst>
            </a:custGeom>
            <a:grpFill/>
            <a:ln w="19050"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2" name="Freeform: Shape 51">
              <a:extLst>
                <a:ext uri="{FF2B5EF4-FFF2-40B4-BE49-F238E27FC236}">
                  <a16:creationId xmlns:a16="http://schemas.microsoft.com/office/drawing/2014/main" id="{6D9BAE43-AA41-6DBF-4BCC-18B7E084B025}"/>
                </a:ext>
              </a:extLst>
            </p:cNvPr>
            <p:cNvSpPr/>
            <p:nvPr/>
          </p:nvSpPr>
          <p:spPr>
            <a:xfrm>
              <a:off x="794877" y="3368458"/>
              <a:ext cx="415526" cy="165738"/>
            </a:xfrm>
            <a:custGeom>
              <a:avLst/>
              <a:gdLst>
                <a:gd name="connsiteX0" fmla="*/ 0 w 428438"/>
                <a:gd name="connsiteY0" fmla="*/ 143945 h 175297"/>
                <a:gd name="connsiteX1" fmla="*/ 304686 w 428438"/>
                <a:gd name="connsiteY1" fmla="*/ 128470 h 175297"/>
                <a:gd name="connsiteX2" fmla="*/ 428439 w 428438"/>
                <a:gd name="connsiteY2" fmla="*/ 0 h 175297"/>
              </a:gdLst>
              <a:ahLst/>
              <a:cxnLst>
                <a:cxn ang="0">
                  <a:pos x="connsiteX0" y="connsiteY0"/>
                </a:cxn>
                <a:cxn ang="0">
                  <a:pos x="connsiteX1" y="connsiteY1"/>
                </a:cxn>
                <a:cxn ang="0">
                  <a:pos x="connsiteX2" y="connsiteY2"/>
                </a:cxn>
              </a:cxnLst>
              <a:rect l="l" t="t" r="r" b="b"/>
              <a:pathLst>
                <a:path w="428438" h="175297">
                  <a:moveTo>
                    <a:pt x="0" y="143945"/>
                  </a:moveTo>
                  <a:cubicBezTo>
                    <a:pt x="83766" y="183138"/>
                    <a:pt x="192396" y="193454"/>
                    <a:pt x="304686" y="128470"/>
                  </a:cubicBezTo>
                  <a:cubicBezTo>
                    <a:pt x="356520" y="97278"/>
                    <a:pt x="399205" y="52962"/>
                    <a:pt x="428439" y="0"/>
                  </a:cubicBezTo>
                </a:path>
              </a:pathLst>
            </a:custGeom>
            <a:grpFill/>
            <a:ln w="19050"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3" name="Freeform: Shape 52">
              <a:extLst>
                <a:ext uri="{FF2B5EF4-FFF2-40B4-BE49-F238E27FC236}">
                  <a16:creationId xmlns:a16="http://schemas.microsoft.com/office/drawing/2014/main" id="{49FC6424-29EF-45AA-489D-F34AB8169C80}"/>
                </a:ext>
              </a:extLst>
            </p:cNvPr>
            <p:cNvSpPr/>
            <p:nvPr/>
          </p:nvSpPr>
          <p:spPr>
            <a:xfrm>
              <a:off x="786539" y="3484296"/>
              <a:ext cx="51352" cy="62357"/>
            </a:xfrm>
            <a:custGeom>
              <a:avLst/>
              <a:gdLst>
                <a:gd name="connsiteX0" fmla="*/ 20853 w 52948"/>
                <a:gd name="connsiteY0" fmla="*/ 65954 h 65954"/>
                <a:gd name="connsiteX1" fmla="*/ 28965 w 52948"/>
                <a:gd name="connsiteY1" fmla="*/ 62471 h 65954"/>
                <a:gd name="connsiteX2" fmla="*/ 11815 w 52948"/>
                <a:gd name="connsiteY2" fmla="*/ 22529 h 65954"/>
                <a:gd name="connsiteX3" fmla="*/ 52949 w 52948"/>
                <a:gd name="connsiteY3" fmla="*/ 8332 h 65954"/>
                <a:gd name="connsiteX4" fmla="*/ 50039 w 52948"/>
                <a:gd name="connsiteY4" fmla="*/ 0 h 65954"/>
                <a:gd name="connsiteX5" fmla="*/ 0 w 52948"/>
                <a:gd name="connsiteY5" fmla="*/ 17282 h 65954"/>
                <a:gd name="connsiteX6" fmla="*/ 20853 w 52948"/>
                <a:gd name="connsiteY6" fmla="*/ 65954 h 65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948" h="65954">
                  <a:moveTo>
                    <a:pt x="20853" y="65954"/>
                  </a:moveTo>
                  <a:lnTo>
                    <a:pt x="28965" y="62471"/>
                  </a:lnTo>
                  <a:lnTo>
                    <a:pt x="11815" y="22529"/>
                  </a:lnTo>
                  <a:lnTo>
                    <a:pt x="52949" y="8332"/>
                  </a:lnTo>
                  <a:lnTo>
                    <a:pt x="50039" y="0"/>
                  </a:lnTo>
                  <a:lnTo>
                    <a:pt x="0" y="17282"/>
                  </a:lnTo>
                  <a:lnTo>
                    <a:pt x="20853" y="65954"/>
                  </a:lnTo>
                  <a:close/>
                </a:path>
              </a:pathLst>
            </a:custGeom>
            <a:grpFill/>
            <a:ln w="19050"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nvGrpSpPr>
            <p:cNvPr id="133" name="Group 132">
              <a:extLst>
                <a:ext uri="{FF2B5EF4-FFF2-40B4-BE49-F238E27FC236}">
                  <a16:creationId xmlns:a16="http://schemas.microsoft.com/office/drawing/2014/main" id="{9D44331B-117A-078A-68C1-EADD8971E2D5}"/>
                </a:ext>
              </a:extLst>
            </p:cNvPr>
            <p:cNvGrpSpPr/>
            <p:nvPr/>
          </p:nvGrpSpPr>
          <p:grpSpPr>
            <a:xfrm>
              <a:off x="767790" y="3031856"/>
              <a:ext cx="356400" cy="370950"/>
              <a:chOff x="1790732" y="2793197"/>
              <a:chExt cx="528252" cy="549818"/>
            </a:xfrm>
            <a:grpFill/>
          </p:grpSpPr>
          <p:sp>
            <p:nvSpPr>
              <p:cNvPr id="128" name="Freeform: Shape 127">
                <a:extLst>
                  <a:ext uri="{FF2B5EF4-FFF2-40B4-BE49-F238E27FC236}">
                    <a16:creationId xmlns:a16="http://schemas.microsoft.com/office/drawing/2014/main" id="{6C06EDB5-B5DE-F7A5-BA20-B7F7ADC6B9A9}"/>
                  </a:ext>
                </a:extLst>
              </p:cNvPr>
              <p:cNvSpPr/>
              <p:nvPr/>
            </p:nvSpPr>
            <p:spPr>
              <a:xfrm>
                <a:off x="1790732" y="2793197"/>
                <a:ext cx="402427" cy="549818"/>
              </a:xfrm>
              <a:custGeom>
                <a:avLst/>
                <a:gdLst>
                  <a:gd name="connsiteX0" fmla="*/ 401766 w 402427"/>
                  <a:gd name="connsiteY0" fmla="*/ 93553 h 549818"/>
                  <a:gd name="connsiteX1" fmla="*/ 401766 w 402427"/>
                  <a:gd name="connsiteY1" fmla="*/ 63970 h 549818"/>
                  <a:gd name="connsiteX2" fmla="*/ 388518 w 402427"/>
                  <a:gd name="connsiteY2" fmla="*/ 50767 h 549818"/>
                  <a:gd name="connsiteX3" fmla="*/ 385807 w 402427"/>
                  <a:gd name="connsiteY3" fmla="*/ 51053 h 549818"/>
                  <a:gd name="connsiteX4" fmla="*/ 211222 w 402427"/>
                  <a:gd name="connsiteY4" fmla="*/ 4276 h 549818"/>
                  <a:gd name="connsiteX5" fmla="*/ 192533 w 402427"/>
                  <a:gd name="connsiteY5" fmla="*/ 3488 h 549818"/>
                  <a:gd name="connsiteX6" fmla="*/ 191470 w 402427"/>
                  <a:gd name="connsiteY6" fmla="*/ 4585 h 549818"/>
                  <a:gd name="connsiteX7" fmla="*/ 15960 w 402427"/>
                  <a:gd name="connsiteY7" fmla="*/ 50568 h 549818"/>
                  <a:gd name="connsiteX8" fmla="*/ 286 w 402427"/>
                  <a:gd name="connsiteY8" fmla="*/ 60775 h 549818"/>
                  <a:gd name="connsiteX9" fmla="*/ 0 w 402427"/>
                  <a:gd name="connsiteY9" fmla="*/ 63529 h 549818"/>
                  <a:gd name="connsiteX10" fmla="*/ 0 w 402427"/>
                  <a:gd name="connsiteY10" fmla="*/ 431304 h 549818"/>
                  <a:gd name="connsiteX11" fmla="*/ 6745 w 402427"/>
                  <a:gd name="connsiteY11" fmla="*/ 442811 h 549818"/>
                  <a:gd name="connsiteX12" fmla="*/ 194424 w 402427"/>
                  <a:gd name="connsiteY12" fmla="*/ 548135 h 549818"/>
                  <a:gd name="connsiteX13" fmla="*/ 207342 w 402427"/>
                  <a:gd name="connsiteY13" fmla="*/ 548135 h 549818"/>
                  <a:gd name="connsiteX14" fmla="*/ 395153 w 402427"/>
                  <a:gd name="connsiteY14" fmla="*/ 442899 h 549818"/>
                  <a:gd name="connsiteX15" fmla="*/ 401943 w 402427"/>
                  <a:gd name="connsiteY15" fmla="*/ 431657 h 549818"/>
                  <a:gd name="connsiteX16" fmla="*/ 402428 w 402427"/>
                  <a:gd name="connsiteY16" fmla="*/ 402339 h 549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2427" h="549818">
                    <a:moveTo>
                      <a:pt x="401766" y="93553"/>
                    </a:moveTo>
                    <a:lnTo>
                      <a:pt x="401766" y="63970"/>
                    </a:lnTo>
                    <a:cubicBezTo>
                      <a:pt x="401753" y="56665"/>
                      <a:pt x="395823" y="50754"/>
                      <a:pt x="388518" y="50767"/>
                    </a:cubicBezTo>
                    <a:cubicBezTo>
                      <a:pt x="387605" y="50769"/>
                      <a:pt x="386697" y="50864"/>
                      <a:pt x="385807" y="51053"/>
                    </a:cubicBezTo>
                    <a:cubicBezTo>
                      <a:pt x="351198" y="58371"/>
                      <a:pt x="267741" y="67585"/>
                      <a:pt x="211222" y="4276"/>
                    </a:cubicBezTo>
                    <a:cubicBezTo>
                      <a:pt x="206279" y="-1102"/>
                      <a:pt x="197912" y="-1455"/>
                      <a:pt x="192533" y="3488"/>
                    </a:cubicBezTo>
                    <a:cubicBezTo>
                      <a:pt x="192158" y="3833"/>
                      <a:pt x="191803" y="4199"/>
                      <a:pt x="191470" y="4585"/>
                    </a:cubicBezTo>
                    <a:cubicBezTo>
                      <a:pt x="171543" y="27554"/>
                      <a:pt x="118639" y="71201"/>
                      <a:pt x="15960" y="50568"/>
                    </a:cubicBezTo>
                    <a:cubicBezTo>
                      <a:pt x="8813" y="49058"/>
                      <a:pt x="1795" y="53628"/>
                      <a:pt x="286" y="60775"/>
                    </a:cubicBezTo>
                    <a:cubicBezTo>
                      <a:pt x="94" y="61680"/>
                      <a:pt x="-1" y="62604"/>
                      <a:pt x="0" y="63529"/>
                    </a:cubicBezTo>
                    <a:lnTo>
                      <a:pt x="0" y="431304"/>
                    </a:lnTo>
                    <a:cubicBezTo>
                      <a:pt x="8" y="436075"/>
                      <a:pt x="2586" y="440475"/>
                      <a:pt x="6745" y="442811"/>
                    </a:cubicBezTo>
                    <a:lnTo>
                      <a:pt x="194424" y="548135"/>
                    </a:lnTo>
                    <a:cubicBezTo>
                      <a:pt x="198438" y="550379"/>
                      <a:pt x="203329" y="550379"/>
                      <a:pt x="207342" y="548135"/>
                    </a:cubicBezTo>
                    <a:lnTo>
                      <a:pt x="395153" y="442899"/>
                    </a:lnTo>
                    <a:cubicBezTo>
                      <a:pt x="399249" y="440620"/>
                      <a:pt x="401832" y="436344"/>
                      <a:pt x="401943" y="431657"/>
                    </a:cubicBezTo>
                    <a:lnTo>
                      <a:pt x="402428" y="402339"/>
                    </a:lnTo>
                  </a:path>
                </a:pathLst>
              </a:custGeom>
              <a:grpFill/>
              <a:ln w="19050"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9" name="Freeform: Shape 128">
                <a:extLst>
                  <a:ext uri="{FF2B5EF4-FFF2-40B4-BE49-F238E27FC236}">
                    <a16:creationId xmlns:a16="http://schemas.microsoft.com/office/drawing/2014/main" id="{F4D3623F-30B4-3460-1833-414EDA38D7CE}"/>
                  </a:ext>
                </a:extLst>
              </p:cNvPr>
              <p:cNvSpPr/>
              <p:nvPr/>
            </p:nvSpPr>
            <p:spPr>
              <a:xfrm>
                <a:off x="1794788" y="3073062"/>
                <a:ext cx="252487" cy="81693"/>
              </a:xfrm>
              <a:custGeom>
                <a:avLst/>
                <a:gdLst>
                  <a:gd name="connsiteX0" fmla="*/ 0 w 252487"/>
                  <a:gd name="connsiteY0" fmla="*/ 0 h 81693"/>
                  <a:gd name="connsiteX1" fmla="*/ 252487 w 252487"/>
                  <a:gd name="connsiteY1" fmla="*/ 81693 h 81693"/>
                </a:gdLst>
                <a:ahLst/>
                <a:cxnLst>
                  <a:cxn ang="0">
                    <a:pos x="connsiteX0" y="connsiteY0"/>
                  </a:cxn>
                  <a:cxn ang="0">
                    <a:pos x="connsiteX1" y="connsiteY1"/>
                  </a:cxn>
                </a:cxnLst>
                <a:rect l="l" t="t" r="r" b="b"/>
                <a:pathLst>
                  <a:path w="252487" h="81693">
                    <a:moveTo>
                      <a:pt x="0" y="0"/>
                    </a:moveTo>
                    <a:lnTo>
                      <a:pt x="252487" y="81693"/>
                    </a:lnTo>
                  </a:path>
                </a:pathLst>
              </a:custGeom>
              <a:grpFill/>
              <a:ln w="19050"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0" name="Freeform: Shape 129">
                <a:extLst>
                  <a:ext uri="{FF2B5EF4-FFF2-40B4-BE49-F238E27FC236}">
                    <a16:creationId xmlns:a16="http://schemas.microsoft.com/office/drawing/2014/main" id="{2F117FEE-D4EE-233C-818F-D4864BC9E9FF}"/>
                  </a:ext>
                </a:extLst>
              </p:cNvPr>
              <p:cNvSpPr/>
              <p:nvPr/>
            </p:nvSpPr>
            <p:spPr>
              <a:xfrm>
                <a:off x="1793686" y="2923651"/>
                <a:ext cx="241906" cy="75300"/>
              </a:xfrm>
              <a:custGeom>
                <a:avLst/>
                <a:gdLst>
                  <a:gd name="connsiteX0" fmla="*/ 0 w 241906"/>
                  <a:gd name="connsiteY0" fmla="*/ 0 h 75300"/>
                  <a:gd name="connsiteX1" fmla="*/ 241906 w 241906"/>
                  <a:gd name="connsiteY1" fmla="*/ 75301 h 75300"/>
                </a:gdLst>
                <a:ahLst/>
                <a:cxnLst>
                  <a:cxn ang="0">
                    <a:pos x="connsiteX0" y="connsiteY0"/>
                  </a:cxn>
                  <a:cxn ang="0">
                    <a:pos x="connsiteX1" y="connsiteY1"/>
                  </a:cxn>
                </a:cxnLst>
                <a:rect l="l" t="t" r="r" b="b"/>
                <a:pathLst>
                  <a:path w="241906" h="75300">
                    <a:moveTo>
                      <a:pt x="0" y="0"/>
                    </a:moveTo>
                    <a:lnTo>
                      <a:pt x="241906" y="75301"/>
                    </a:lnTo>
                  </a:path>
                </a:pathLst>
              </a:custGeom>
              <a:grpFill/>
              <a:ln w="19050" cap="flat">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1" name="Freeform: Shape 130">
                <a:extLst>
                  <a:ext uri="{FF2B5EF4-FFF2-40B4-BE49-F238E27FC236}">
                    <a16:creationId xmlns:a16="http://schemas.microsoft.com/office/drawing/2014/main" id="{98722812-718C-FA85-0E5F-6C70ECA8A5EB}"/>
                  </a:ext>
                </a:extLst>
              </p:cNvPr>
              <p:cNvSpPr/>
              <p:nvPr/>
            </p:nvSpPr>
            <p:spPr>
              <a:xfrm>
                <a:off x="2067335" y="2910425"/>
                <a:ext cx="251649" cy="251649"/>
              </a:xfrm>
              <a:custGeom>
                <a:avLst/>
                <a:gdLst>
                  <a:gd name="connsiteX0" fmla="*/ 251649 w 251649"/>
                  <a:gd name="connsiteY0" fmla="*/ 125825 h 251649"/>
                  <a:gd name="connsiteX1" fmla="*/ 125825 w 251649"/>
                  <a:gd name="connsiteY1" fmla="*/ 251649 h 251649"/>
                  <a:gd name="connsiteX2" fmla="*/ 0 w 251649"/>
                  <a:gd name="connsiteY2" fmla="*/ 125825 h 251649"/>
                  <a:gd name="connsiteX3" fmla="*/ 125825 w 251649"/>
                  <a:gd name="connsiteY3" fmla="*/ 0 h 251649"/>
                  <a:gd name="connsiteX4" fmla="*/ 251649 w 251649"/>
                  <a:gd name="connsiteY4" fmla="*/ 125825 h 25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649" h="251649">
                    <a:moveTo>
                      <a:pt x="251649" y="125825"/>
                    </a:moveTo>
                    <a:cubicBezTo>
                      <a:pt x="251649" y="195316"/>
                      <a:pt x="195316" y="251649"/>
                      <a:pt x="125825" y="251649"/>
                    </a:cubicBezTo>
                    <a:cubicBezTo>
                      <a:pt x="56334" y="251649"/>
                      <a:pt x="0" y="195316"/>
                      <a:pt x="0" y="125825"/>
                    </a:cubicBezTo>
                    <a:cubicBezTo>
                      <a:pt x="0" y="56334"/>
                      <a:pt x="56334" y="0"/>
                      <a:pt x="125825" y="0"/>
                    </a:cubicBezTo>
                    <a:cubicBezTo>
                      <a:pt x="195316" y="0"/>
                      <a:pt x="251649" y="56334"/>
                      <a:pt x="251649" y="125825"/>
                    </a:cubicBezTo>
                    <a:close/>
                  </a:path>
                </a:pathLst>
              </a:custGeom>
              <a:grpFill/>
              <a:ln w="19050" cap="flat">
                <a:solidFill>
                  <a:schemeClr val="accent2"/>
                </a:solidFill>
                <a:prstDash val="solid"/>
                <a:round/>
              </a:ln>
            </p:spPr>
            <p:txBody>
              <a:bodyPr rtlCol="0" anchor="ctr"/>
              <a:lstStyle/>
              <a:p>
                <a:pPr marL="0" marR="0" lvl="0" indent="0" algn="l"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 name="Freeform: Shape 131">
                <a:extLst>
                  <a:ext uri="{FF2B5EF4-FFF2-40B4-BE49-F238E27FC236}">
                    <a16:creationId xmlns:a16="http://schemas.microsoft.com/office/drawing/2014/main" id="{B51CC197-351B-F9C8-8028-4BBD077E7FD8}"/>
                  </a:ext>
                </a:extLst>
              </p:cNvPr>
              <p:cNvSpPr/>
              <p:nvPr/>
            </p:nvSpPr>
            <p:spPr>
              <a:xfrm>
                <a:off x="2126367" y="2992338"/>
                <a:ext cx="131071" cy="93200"/>
              </a:xfrm>
              <a:custGeom>
                <a:avLst/>
                <a:gdLst>
                  <a:gd name="connsiteX0" fmla="*/ 0 w 131071"/>
                  <a:gd name="connsiteY0" fmla="*/ 55329 h 93200"/>
                  <a:gd name="connsiteX1" fmla="*/ 37871 w 131071"/>
                  <a:gd name="connsiteY1" fmla="*/ 93200 h 93200"/>
                  <a:gd name="connsiteX2" fmla="*/ 131071 w 131071"/>
                  <a:gd name="connsiteY2" fmla="*/ 0 h 93200"/>
                </a:gdLst>
                <a:ahLst/>
                <a:cxnLst>
                  <a:cxn ang="0">
                    <a:pos x="connsiteX0" y="connsiteY0"/>
                  </a:cxn>
                  <a:cxn ang="0">
                    <a:pos x="connsiteX1" y="connsiteY1"/>
                  </a:cxn>
                  <a:cxn ang="0">
                    <a:pos x="connsiteX2" y="connsiteY2"/>
                  </a:cxn>
                </a:cxnLst>
                <a:rect l="l" t="t" r="r" b="b"/>
                <a:pathLst>
                  <a:path w="131071" h="93200">
                    <a:moveTo>
                      <a:pt x="0" y="55329"/>
                    </a:moveTo>
                    <a:lnTo>
                      <a:pt x="37871" y="93200"/>
                    </a:lnTo>
                    <a:lnTo>
                      <a:pt x="131071" y="0"/>
                    </a:lnTo>
                  </a:path>
                </a:pathLst>
              </a:custGeom>
              <a:grpFill/>
              <a:ln w="19050" cap="flat">
                <a:solidFill>
                  <a:schemeClr val="accent2"/>
                </a:solidFill>
                <a:prstDash val="solid"/>
                <a:round/>
              </a:ln>
            </p:spPr>
            <p:txBody>
              <a:bodyPr rtlCol="0" anchor="ctr"/>
              <a:lstStyle/>
              <a:p>
                <a:pPr marL="0" marR="0" lvl="0" indent="0" algn="l"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grpSp>
        <p:nvGrpSpPr>
          <p:cNvPr id="4" name="Group 3">
            <a:extLst>
              <a:ext uri="{FF2B5EF4-FFF2-40B4-BE49-F238E27FC236}">
                <a16:creationId xmlns:a16="http://schemas.microsoft.com/office/drawing/2014/main" id="{BAD19BDA-520E-425A-BB9E-182A4D8A7EBD}"/>
              </a:ext>
            </a:extLst>
          </p:cNvPr>
          <p:cNvGrpSpPr/>
          <p:nvPr/>
        </p:nvGrpSpPr>
        <p:grpSpPr>
          <a:xfrm>
            <a:off x="4669593" y="2653411"/>
            <a:ext cx="891189" cy="630766"/>
            <a:chOff x="4407907" y="1965735"/>
            <a:chExt cx="1287614" cy="911349"/>
          </a:xfrm>
          <a:noFill/>
        </p:grpSpPr>
        <p:grpSp>
          <p:nvGrpSpPr>
            <p:cNvPr id="39" name="Group 38">
              <a:extLst>
                <a:ext uri="{FF2B5EF4-FFF2-40B4-BE49-F238E27FC236}">
                  <a16:creationId xmlns:a16="http://schemas.microsoft.com/office/drawing/2014/main" id="{0E9E8BD3-D145-4FE1-A418-B4F48E8B70F4}"/>
                </a:ext>
              </a:extLst>
            </p:cNvPr>
            <p:cNvGrpSpPr>
              <a:grpSpLocks noChangeAspect="1"/>
            </p:cNvGrpSpPr>
            <p:nvPr/>
          </p:nvGrpSpPr>
          <p:grpSpPr>
            <a:xfrm>
              <a:off x="4407907" y="1965735"/>
              <a:ext cx="1287614" cy="758952"/>
              <a:chOff x="5253396" y="2995008"/>
              <a:chExt cx="1522742" cy="897542"/>
            </a:xfrm>
            <a:grpFill/>
          </p:grpSpPr>
          <p:sp>
            <p:nvSpPr>
              <p:cNvPr id="40" name="Freeform: Shape 39">
                <a:extLst>
                  <a:ext uri="{FF2B5EF4-FFF2-40B4-BE49-F238E27FC236}">
                    <a16:creationId xmlns:a16="http://schemas.microsoft.com/office/drawing/2014/main" id="{93FF773E-F45B-4023-8D9D-F3691BF87028}"/>
                  </a:ext>
                </a:extLst>
              </p:cNvPr>
              <p:cNvSpPr/>
              <p:nvPr/>
            </p:nvSpPr>
            <p:spPr>
              <a:xfrm>
                <a:off x="6542392" y="3448804"/>
                <a:ext cx="233746" cy="236255"/>
              </a:xfrm>
              <a:custGeom>
                <a:avLst/>
                <a:gdLst>
                  <a:gd name="connsiteX0" fmla="*/ 33506 w 110751"/>
                  <a:gd name="connsiteY0" fmla="*/ 0 h 111940"/>
                  <a:gd name="connsiteX1" fmla="*/ 104046 w 110751"/>
                  <a:gd name="connsiteY1" fmla="*/ 71024 h 111940"/>
                  <a:gd name="connsiteX2" fmla="*/ 103561 w 110751"/>
                  <a:gd name="connsiteY2" fmla="*/ 104707 h 111940"/>
                  <a:gd name="connsiteX3" fmla="*/ 103561 w 110751"/>
                  <a:gd name="connsiteY3" fmla="*/ 104707 h 111940"/>
                  <a:gd name="connsiteX4" fmla="*/ 69790 w 110751"/>
                  <a:gd name="connsiteY4" fmla="*/ 105192 h 111940"/>
                  <a:gd name="connsiteX5" fmla="*/ 0 w 110751"/>
                  <a:gd name="connsiteY5" fmla="*/ 35402 h 111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51" h="111940">
                    <a:moveTo>
                      <a:pt x="33506" y="0"/>
                    </a:moveTo>
                    <a:lnTo>
                      <a:pt x="104046" y="71024"/>
                    </a:lnTo>
                    <a:cubicBezTo>
                      <a:pt x="113172" y="80477"/>
                      <a:pt x="112956" y="95524"/>
                      <a:pt x="103561" y="104707"/>
                    </a:cubicBezTo>
                    <a:lnTo>
                      <a:pt x="103561" y="104707"/>
                    </a:lnTo>
                    <a:cubicBezTo>
                      <a:pt x="94364" y="114159"/>
                      <a:pt x="79251" y="114375"/>
                      <a:pt x="69790" y="105192"/>
                    </a:cubicBezTo>
                    <a:lnTo>
                      <a:pt x="0" y="35402"/>
                    </a:lnTo>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1" name="Freeform: Shape 40">
                <a:extLst>
                  <a:ext uri="{FF2B5EF4-FFF2-40B4-BE49-F238E27FC236}">
                    <a16:creationId xmlns:a16="http://schemas.microsoft.com/office/drawing/2014/main" id="{D6A7A2BC-B16D-4B7A-83AB-EE68CDB59808}"/>
                  </a:ext>
                </a:extLst>
              </p:cNvPr>
              <p:cNvSpPr/>
              <p:nvPr/>
            </p:nvSpPr>
            <p:spPr>
              <a:xfrm>
                <a:off x="5253396" y="3798945"/>
                <a:ext cx="1321469" cy="93605"/>
              </a:xfrm>
              <a:custGeom>
                <a:avLst/>
                <a:gdLst>
                  <a:gd name="connsiteX0" fmla="*/ 0 w 626125"/>
                  <a:gd name="connsiteY0" fmla="*/ 0 h 44351"/>
                  <a:gd name="connsiteX1" fmla="*/ 0 w 626125"/>
                  <a:gd name="connsiteY1" fmla="*/ 30861 h 44351"/>
                  <a:gd name="connsiteX2" fmla="*/ 2160 w 626125"/>
                  <a:gd name="connsiteY2" fmla="*/ 32448 h 44351"/>
                  <a:gd name="connsiteX3" fmla="*/ 37077 w 626125"/>
                  <a:gd name="connsiteY3" fmla="*/ 44352 h 44351"/>
                  <a:gd name="connsiteX4" fmla="*/ 593193 w 626125"/>
                  <a:gd name="connsiteY4" fmla="*/ 44352 h 44351"/>
                  <a:gd name="connsiteX5" fmla="*/ 622114 w 626125"/>
                  <a:gd name="connsiteY5" fmla="*/ 34256 h 44351"/>
                  <a:gd name="connsiteX6" fmla="*/ 626126 w 626125"/>
                  <a:gd name="connsiteY6" fmla="*/ 31081 h 44351"/>
                  <a:gd name="connsiteX7" fmla="*/ 626126 w 626125"/>
                  <a:gd name="connsiteY7" fmla="*/ 220 h 4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125" h="44351">
                    <a:moveTo>
                      <a:pt x="0" y="0"/>
                    </a:moveTo>
                    <a:lnTo>
                      <a:pt x="0" y="30861"/>
                    </a:lnTo>
                    <a:lnTo>
                      <a:pt x="2160" y="32448"/>
                    </a:lnTo>
                    <a:cubicBezTo>
                      <a:pt x="12193" y="40110"/>
                      <a:pt x="24452" y="44290"/>
                      <a:pt x="37077" y="44352"/>
                    </a:cubicBezTo>
                    <a:lnTo>
                      <a:pt x="593193" y="44352"/>
                    </a:lnTo>
                    <a:cubicBezTo>
                      <a:pt x="603699" y="44360"/>
                      <a:pt x="613896" y="40803"/>
                      <a:pt x="622114" y="34256"/>
                    </a:cubicBezTo>
                    <a:lnTo>
                      <a:pt x="626126" y="31081"/>
                    </a:lnTo>
                    <a:lnTo>
                      <a:pt x="626126" y="220"/>
                    </a:lnTo>
                    <a:close/>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2" name="Freeform: Shape 41">
                <a:extLst>
                  <a:ext uri="{FF2B5EF4-FFF2-40B4-BE49-F238E27FC236}">
                    <a16:creationId xmlns:a16="http://schemas.microsoft.com/office/drawing/2014/main" id="{2506C0AB-2158-4BCC-A6A4-1FE14CEC2FD8}"/>
                  </a:ext>
                </a:extLst>
              </p:cNvPr>
              <p:cNvSpPr/>
              <p:nvPr/>
            </p:nvSpPr>
            <p:spPr>
              <a:xfrm>
                <a:off x="5437537" y="3057257"/>
                <a:ext cx="963235" cy="660922"/>
              </a:xfrm>
              <a:custGeom>
                <a:avLst/>
                <a:gdLst>
                  <a:gd name="connsiteX0" fmla="*/ 456390 w 456390"/>
                  <a:gd name="connsiteY0" fmla="*/ 261172 h 313151"/>
                  <a:gd name="connsiteX1" fmla="*/ 456390 w 456390"/>
                  <a:gd name="connsiteY1" fmla="*/ 300498 h 313151"/>
                  <a:gd name="connsiteX2" fmla="*/ 443737 w 456390"/>
                  <a:gd name="connsiteY2" fmla="*/ 313151 h 313151"/>
                  <a:gd name="connsiteX3" fmla="*/ 12653 w 456390"/>
                  <a:gd name="connsiteY3" fmla="*/ 313151 h 313151"/>
                  <a:gd name="connsiteX4" fmla="*/ 0 w 456390"/>
                  <a:gd name="connsiteY4" fmla="*/ 300498 h 313151"/>
                  <a:gd name="connsiteX5" fmla="*/ 0 w 456390"/>
                  <a:gd name="connsiteY5" fmla="*/ 12609 h 313151"/>
                  <a:gd name="connsiteX6" fmla="*/ 12609 w 456390"/>
                  <a:gd name="connsiteY6" fmla="*/ 0 h 313151"/>
                  <a:gd name="connsiteX7" fmla="*/ 12653 w 456390"/>
                  <a:gd name="connsiteY7" fmla="*/ 0 h 313151"/>
                  <a:gd name="connsiteX8" fmla="*/ 441268 w 456390"/>
                  <a:gd name="connsiteY8" fmla="*/ 0 h 313151"/>
                  <a:gd name="connsiteX9" fmla="*/ 453921 w 456390"/>
                  <a:gd name="connsiteY9" fmla="*/ 12565 h 313151"/>
                  <a:gd name="connsiteX10" fmla="*/ 453921 w 456390"/>
                  <a:gd name="connsiteY10" fmla="*/ 12609 h 313151"/>
                  <a:gd name="connsiteX11" fmla="*/ 453921 w 456390"/>
                  <a:gd name="connsiteY11" fmla="*/ 29847 h 31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6390" h="313151">
                    <a:moveTo>
                      <a:pt x="456390" y="261172"/>
                    </a:moveTo>
                    <a:lnTo>
                      <a:pt x="456390" y="300498"/>
                    </a:lnTo>
                    <a:cubicBezTo>
                      <a:pt x="456390" y="307486"/>
                      <a:pt x="450725" y="313151"/>
                      <a:pt x="443737" y="313151"/>
                    </a:cubicBezTo>
                    <a:lnTo>
                      <a:pt x="12653" y="313151"/>
                    </a:lnTo>
                    <a:cubicBezTo>
                      <a:pt x="5665" y="313151"/>
                      <a:pt x="0" y="307486"/>
                      <a:pt x="0" y="300498"/>
                    </a:cubicBezTo>
                    <a:lnTo>
                      <a:pt x="0" y="12609"/>
                    </a:lnTo>
                    <a:cubicBezTo>
                      <a:pt x="0" y="5645"/>
                      <a:pt x="5645" y="0"/>
                      <a:pt x="12609" y="0"/>
                    </a:cubicBezTo>
                    <a:cubicBezTo>
                      <a:pt x="12623" y="0"/>
                      <a:pt x="12638" y="0"/>
                      <a:pt x="12653" y="0"/>
                    </a:cubicBezTo>
                    <a:lnTo>
                      <a:pt x="441268" y="0"/>
                    </a:lnTo>
                    <a:cubicBezTo>
                      <a:pt x="448234" y="-24"/>
                      <a:pt x="453895" y="5601"/>
                      <a:pt x="453921" y="12565"/>
                    </a:cubicBezTo>
                    <a:cubicBezTo>
                      <a:pt x="453921" y="12579"/>
                      <a:pt x="453921" y="12594"/>
                      <a:pt x="453921" y="12609"/>
                    </a:cubicBezTo>
                    <a:lnTo>
                      <a:pt x="453921" y="29847"/>
                    </a:lnTo>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3" name="Freeform: Shape 42">
                <a:extLst>
                  <a:ext uri="{FF2B5EF4-FFF2-40B4-BE49-F238E27FC236}">
                    <a16:creationId xmlns:a16="http://schemas.microsoft.com/office/drawing/2014/main" id="{CC90AC51-2636-4E05-9D2E-AE6967256722}"/>
                  </a:ext>
                </a:extLst>
              </p:cNvPr>
              <p:cNvSpPr/>
              <p:nvPr/>
            </p:nvSpPr>
            <p:spPr>
              <a:xfrm>
                <a:off x="5368497" y="2995008"/>
                <a:ext cx="1094152" cy="800678"/>
              </a:xfrm>
              <a:custGeom>
                <a:avLst/>
                <a:gdLst>
                  <a:gd name="connsiteX0" fmla="*/ 518421 w 518420"/>
                  <a:gd name="connsiteY0" fmla="*/ 56740 h 379369"/>
                  <a:gd name="connsiteX1" fmla="*/ 518421 w 518420"/>
                  <a:gd name="connsiteY1" fmla="*/ 12653 h 379369"/>
                  <a:gd name="connsiteX2" fmla="*/ 505768 w 518420"/>
                  <a:gd name="connsiteY2" fmla="*/ 0 h 379369"/>
                  <a:gd name="connsiteX3" fmla="*/ 12653 w 518420"/>
                  <a:gd name="connsiteY3" fmla="*/ 0 h 379369"/>
                  <a:gd name="connsiteX4" fmla="*/ 0 w 518420"/>
                  <a:gd name="connsiteY4" fmla="*/ 12653 h 379369"/>
                  <a:gd name="connsiteX5" fmla="*/ 0 w 518420"/>
                  <a:gd name="connsiteY5" fmla="*/ 366717 h 379369"/>
                  <a:gd name="connsiteX6" fmla="*/ 12653 w 518420"/>
                  <a:gd name="connsiteY6" fmla="*/ 379370 h 379369"/>
                  <a:gd name="connsiteX7" fmla="*/ 505768 w 518420"/>
                  <a:gd name="connsiteY7" fmla="*/ 379370 h 379369"/>
                  <a:gd name="connsiteX8" fmla="*/ 518421 w 518420"/>
                  <a:gd name="connsiteY8" fmla="*/ 366717 h 379369"/>
                  <a:gd name="connsiteX9" fmla="*/ 518421 w 518420"/>
                  <a:gd name="connsiteY9" fmla="*/ 284186 h 379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420" h="379369">
                    <a:moveTo>
                      <a:pt x="518421" y="56740"/>
                    </a:moveTo>
                    <a:lnTo>
                      <a:pt x="518421" y="12653"/>
                    </a:lnTo>
                    <a:cubicBezTo>
                      <a:pt x="518421" y="5665"/>
                      <a:pt x="512756" y="0"/>
                      <a:pt x="505768" y="0"/>
                    </a:cubicBezTo>
                    <a:lnTo>
                      <a:pt x="12653" y="0"/>
                    </a:lnTo>
                    <a:cubicBezTo>
                      <a:pt x="5665" y="0"/>
                      <a:pt x="0" y="5665"/>
                      <a:pt x="0" y="12653"/>
                    </a:cubicBezTo>
                    <a:lnTo>
                      <a:pt x="0" y="366717"/>
                    </a:lnTo>
                    <a:cubicBezTo>
                      <a:pt x="0" y="373705"/>
                      <a:pt x="5665" y="379370"/>
                      <a:pt x="12653" y="379370"/>
                    </a:cubicBezTo>
                    <a:lnTo>
                      <a:pt x="505768" y="379370"/>
                    </a:lnTo>
                    <a:cubicBezTo>
                      <a:pt x="512756" y="379370"/>
                      <a:pt x="518421" y="373705"/>
                      <a:pt x="518421" y="366717"/>
                    </a:cubicBezTo>
                    <a:lnTo>
                      <a:pt x="518421" y="284186"/>
                    </a:lnTo>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4" name="Freeform: Shape 43">
                <a:extLst>
                  <a:ext uri="{FF2B5EF4-FFF2-40B4-BE49-F238E27FC236}">
                    <a16:creationId xmlns:a16="http://schemas.microsoft.com/office/drawing/2014/main" id="{E0404243-B593-4F57-B2F6-5EC1D1AF90B0}"/>
                  </a:ext>
                </a:extLst>
              </p:cNvPr>
              <p:cNvSpPr/>
              <p:nvPr/>
            </p:nvSpPr>
            <p:spPr>
              <a:xfrm>
                <a:off x="5707378" y="3061630"/>
                <a:ext cx="9303" cy="654966"/>
              </a:xfrm>
              <a:custGeom>
                <a:avLst/>
                <a:gdLst>
                  <a:gd name="connsiteX0" fmla="*/ 0 w 4408"/>
                  <a:gd name="connsiteY0" fmla="*/ 310329 h 310329"/>
                  <a:gd name="connsiteX1" fmla="*/ 0 w 4408"/>
                  <a:gd name="connsiteY1" fmla="*/ 0 h 310329"/>
                </a:gdLst>
                <a:ahLst/>
                <a:cxnLst>
                  <a:cxn ang="0">
                    <a:pos x="connsiteX0" y="connsiteY0"/>
                  </a:cxn>
                  <a:cxn ang="0">
                    <a:pos x="connsiteX1" y="connsiteY1"/>
                  </a:cxn>
                </a:cxnLst>
                <a:rect l="l" t="t" r="r" b="b"/>
                <a:pathLst>
                  <a:path w="4408" h="310329">
                    <a:moveTo>
                      <a:pt x="0" y="310329"/>
                    </a:moveTo>
                    <a:lnTo>
                      <a:pt x="0" y="0"/>
                    </a:lnTo>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45" name="Freeform: Shape 44">
                <a:extLst>
                  <a:ext uri="{FF2B5EF4-FFF2-40B4-BE49-F238E27FC236}">
                    <a16:creationId xmlns:a16="http://schemas.microsoft.com/office/drawing/2014/main" id="{43D1DAF9-102D-485C-94B5-A199C29A1643}"/>
                  </a:ext>
                </a:extLst>
              </p:cNvPr>
              <p:cNvSpPr/>
              <p:nvPr/>
            </p:nvSpPr>
            <p:spPr>
              <a:xfrm>
                <a:off x="6413499" y="3219818"/>
                <a:ext cx="48982" cy="269572"/>
              </a:xfrm>
              <a:custGeom>
                <a:avLst/>
                <a:gdLst>
                  <a:gd name="connsiteX0" fmla="*/ 11605 w 23208"/>
                  <a:gd name="connsiteY0" fmla="*/ 127718 h 127726"/>
                  <a:gd name="connsiteX1" fmla="*/ 3185 w 23208"/>
                  <a:gd name="connsiteY1" fmla="*/ 124411 h 127726"/>
                  <a:gd name="connsiteX2" fmla="*/ 10 w 23208"/>
                  <a:gd name="connsiteY2" fmla="*/ 115947 h 127726"/>
                  <a:gd name="connsiteX3" fmla="*/ 3185 w 23208"/>
                  <a:gd name="connsiteY3" fmla="*/ 107482 h 127726"/>
                  <a:gd name="connsiteX4" fmla="*/ 19982 w 23208"/>
                  <a:gd name="connsiteY4" fmla="*/ 107482 h 127726"/>
                  <a:gd name="connsiteX5" fmla="*/ 23200 w 23208"/>
                  <a:gd name="connsiteY5" fmla="*/ 115947 h 127726"/>
                  <a:gd name="connsiteX6" fmla="*/ 19982 w 23208"/>
                  <a:gd name="connsiteY6" fmla="*/ 124411 h 127726"/>
                  <a:gd name="connsiteX7" fmla="*/ 11605 w 23208"/>
                  <a:gd name="connsiteY7" fmla="*/ 127718 h 127726"/>
                  <a:gd name="connsiteX8" fmla="*/ 4287 w 23208"/>
                  <a:gd name="connsiteY8" fmla="*/ 88480 h 127726"/>
                  <a:gd name="connsiteX9" fmla="*/ 1774 w 23208"/>
                  <a:gd name="connsiteY9" fmla="*/ 2334 h 127726"/>
                  <a:gd name="connsiteX10" fmla="*/ 21393 w 23208"/>
                  <a:gd name="connsiteY10" fmla="*/ 2334 h 127726"/>
                  <a:gd name="connsiteX11" fmla="*/ 18924 w 23208"/>
                  <a:gd name="connsiteY11" fmla="*/ 88480 h 12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208" h="127726">
                    <a:moveTo>
                      <a:pt x="11605" y="127718"/>
                    </a:moveTo>
                    <a:cubicBezTo>
                      <a:pt x="8457" y="127841"/>
                      <a:pt x="5407" y="126642"/>
                      <a:pt x="3185" y="124411"/>
                    </a:cubicBezTo>
                    <a:cubicBezTo>
                      <a:pt x="1038" y="122128"/>
                      <a:pt x="-104" y="119081"/>
                      <a:pt x="10" y="115947"/>
                    </a:cubicBezTo>
                    <a:cubicBezTo>
                      <a:pt x="-122" y="112812"/>
                      <a:pt x="1024" y="109757"/>
                      <a:pt x="3185" y="107482"/>
                    </a:cubicBezTo>
                    <a:cubicBezTo>
                      <a:pt x="7911" y="103064"/>
                      <a:pt x="15256" y="103064"/>
                      <a:pt x="19982" y="107482"/>
                    </a:cubicBezTo>
                    <a:cubicBezTo>
                      <a:pt x="22160" y="109752"/>
                      <a:pt x="23319" y="112808"/>
                      <a:pt x="23200" y="115947"/>
                    </a:cubicBezTo>
                    <a:cubicBezTo>
                      <a:pt x="23297" y="119086"/>
                      <a:pt x="22142" y="122132"/>
                      <a:pt x="19982" y="124411"/>
                    </a:cubicBezTo>
                    <a:cubicBezTo>
                      <a:pt x="17777" y="126638"/>
                      <a:pt x="14735" y="127837"/>
                      <a:pt x="11605" y="127718"/>
                    </a:cubicBezTo>
                    <a:close/>
                    <a:moveTo>
                      <a:pt x="4287" y="88480"/>
                    </a:moveTo>
                    <a:lnTo>
                      <a:pt x="1774" y="2334"/>
                    </a:lnTo>
                    <a:cubicBezTo>
                      <a:pt x="7942" y="-778"/>
                      <a:pt x="15225" y="-778"/>
                      <a:pt x="21393" y="2334"/>
                    </a:cubicBezTo>
                    <a:lnTo>
                      <a:pt x="18924" y="88480"/>
                    </a:lnTo>
                    <a:close/>
                  </a:path>
                </a:pathLst>
              </a:custGeom>
              <a:solidFill>
                <a:schemeClr val="accent1">
                  <a:lumMod val="75000"/>
                </a:schemeClr>
              </a:solidFill>
              <a:ln w="19050" cap="flat">
                <a:no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4" name="Freeform: Shape 53">
                <a:extLst>
                  <a:ext uri="{FF2B5EF4-FFF2-40B4-BE49-F238E27FC236}">
                    <a16:creationId xmlns:a16="http://schemas.microsoft.com/office/drawing/2014/main" id="{29C6445A-EE9C-4DAC-9727-55ABE22D7381}"/>
                  </a:ext>
                </a:extLst>
              </p:cNvPr>
              <p:cNvSpPr/>
              <p:nvPr/>
            </p:nvSpPr>
            <p:spPr>
              <a:xfrm>
                <a:off x="6239800" y="3158306"/>
                <a:ext cx="394152" cy="394152"/>
              </a:xfrm>
              <a:custGeom>
                <a:avLst/>
                <a:gdLst>
                  <a:gd name="connsiteX0" fmla="*/ 186753 w 186753"/>
                  <a:gd name="connsiteY0" fmla="*/ 93377 h 186753"/>
                  <a:gd name="connsiteX1" fmla="*/ 93377 w 186753"/>
                  <a:gd name="connsiteY1" fmla="*/ 186753 h 186753"/>
                  <a:gd name="connsiteX2" fmla="*/ 0 w 186753"/>
                  <a:gd name="connsiteY2" fmla="*/ 93377 h 186753"/>
                  <a:gd name="connsiteX3" fmla="*/ 93377 w 186753"/>
                  <a:gd name="connsiteY3" fmla="*/ 0 h 186753"/>
                  <a:gd name="connsiteX4" fmla="*/ 186753 w 186753"/>
                  <a:gd name="connsiteY4" fmla="*/ 93377 h 1867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753" h="186753">
                    <a:moveTo>
                      <a:pt x="186753" y="93377"/>
                    </a:moveTo>
                    <a:cubicBezTo>
                      <a:pt x="186753" y="144947"/>
                      <a:pt x="144947" y="186753"/>
                      <a:pt x="93377" y="186753"/>
                    </a:cubicBezTo>
                    <a:cubicBezTo>
                      <a:pt x="41806" y="186753"/>
                      <a:pt x="0" y="144947"/>
                      <a:pt x="0" y="93377"/>
                    </a:cubicBezTo>
                    <a:cubicBezTo>
                      <a:pt x="0" y="41806"/>
                      <a:pt x="41806" y="0"/>
                      <a:pt x="93377" y="0"/>
                    </a:cubicBezTo>
                    <a:cubicBezTo>
                      <a:pt x="144947" y="0"/>
                      <a:pt x="186753" y="41806"/>
                      <a:pt x="186753" y="93377"/>
                    </a:cubicBezTo>
                    <a:close/>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5" name="Freeform: Shape 54">
                <a:extLst>
                  <a:ext uri="{FF2B5EF4-FFF2-40B4-BE49-F238E27FC236}">
                    <a16:creationId xmlns:a16="http://schemas.microsoft.com/office/drawing/2014/main" id="{080446E8-FE54-42A9-BF81-604EBA0B604A}"/>
                  </a:ext>
                </a:extLst>
              </p:cNvPr>
              <p:cNvSpPr/>
              <p:nvPr/>
            </p:nvSpPr>
            <p:spPr>
              <a:xfrm>
                <a:off x="5779025" y="3552367"/>
                <a:ext cx="495853" cy="9303"/>
              </a:xfrm>
              <a:custGeom>
                <a:avLst/>
                <a:gdLst>
                  <a:gd name="connsiteX0" fmla="*/ 0 w 234940"/>
                  <a:gd name="connsiteY0" fmla="*/ 0 h 4408"/>
                  <a:gd name="connsiteX1" fmla="*/ 234940 w 234940"/>
                  <a:gd name="connsiteY1" fmla="*/ 0 h 4408"/>
                </a:gdLst>
                <a:ahLst/>
                <a:cxnLst>
                  <a:cxn ang="0">
                    <a:pos x="connsiteX0" y="connsiteY0"/>
                  </a:cxn>
                  <a:cxn ang="0">
                    <a:pos x="connsiteX1" y="connsiteY1"/>
                  </a:cxn>
                </a:cxnLst>
                <a:rect l="l" t="t" r="r" b="b"/>
                <a:pathLst>
                  <a:path w="234940" h="4408">
                    <a:moveTo>
                      <a:pt x="0" y="0"/>
                    </a:moveTo>
                    <a:lnTo>
                      <a:pt x="234940" y="0"/>
                    </a:lnTo>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6" name="Freeform: Shape 55">
                <a:extLst>
                  <a:ext uri="{FF2B5EF4-FFF2-40B4-BE49-F238E27FC236}">
                    <a16:creationId xmlns:a16="http://schemas.microsoft.com/office/drawing/2014/main" id="{0670E23F-ECAD-4BC5-9763-A459ED4AE5E1}"/>
                  </a:ext>
                </a:extLst>
              </p:cNvPr>
              <p:cNvSpPr/>
              <p:nvPr/>
            </p:nvSpPr>
            <p:spPr>
              <a:xfrm>
                <a:off x="5858861" y="3233118"/>
                <a:ext cx="336181" cy="319249"/>
              </a:xfrm>
              <a:custGeom>
                <a:avLst/>
                <a:gdLst>
                  <a:gd name="connsiteX0" fmla="*/ 0 w 159286"/>
                  <a:gd name="connsiteY0" fmla="*/ 151263 h 151263"/>
                  <a:gd name="connsiteX1" fmla="*/ 36372 w 159286"/>
                  <a:gd name="connsiteY1" fmla="*/ 66616 h 151263"/>
                  <a:gd name="connsiteX2" fmla="*/ 67233 w 159286"/>
                  <a:gd name="connsiteY2" fmla="*/ 66616 h 151263"/>
                  <a:gd name="connsiteX3" fmla="*/ 90290 w 159286"/>
                  <a:gd name="connsiteY3" fmla="*/ 97785 h 151263"/>
                  <a:gd name="connsiteX4" fmla="*/ 117184 w 159286"/>
                  <a:gd name="connsiteY4" fmla="*/ 0 h 151263"/>
                  <a:gd name="connsiteX5" fmla="*/ 159287 w 159286"/>
                  <a:gd name="connsiteY5" fmla="*/ 151263 h 15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286" h="151263">
                    <a:moveTo>
                      <a:pt x="0" y="151263"/>
                    </a:moveTo>
                    <a:lnTo>
                      <a:pt x="36372" y="66616"/>
                    </a:lnTo>
                    <a:lnTo>
                      <a:pt x="67233" y="66616"/>
                    </a:lnTo>
                    <a:lnTo>
                      <a:pt x="90290" y="97785"/>
                    </a:lnTo>
                    <a:lnTo>
                      <a:pt x="117184" y="0"/>
                    </a:lnTo>
                    <a:lnTo>
                      <a:pt x="159287" y="151263"/>
                    </a:lnTo>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7" name="Freeform: Shape 56">
                <a:extLst>
                  <a:ext uri="{FF2B5EF4-FFF2-40B4-BE49-F238E27FC236}">
                    <a16:creationId xmlns:a16="http://schemas.microsoft.com/office/drawing/2014/main" id="{57A2EE54-AB15-47B9-A80E-51A33C6860EA}"/>
                  </a:ext>
                </a:extLst>
              </p:cNvPr>
              <p:cNvSpPr/>
              <p:nvPr/>
            </p:nvSpPr>
            <p:spPr>
              <a:xfrm rot="21587400">
                <a:off x="5534851" y="3200276"/>
                <a:ext cx="72390" cy="72390"/>
              </a:xfrm>
              <a:custGeom>
                <a:avLst/>
                <a:gdLst>
                  <a:gd name="connsiteX0" fmla="*/ 0 w 34299"/>
                  <a:gd name="connsiteY0" fmla="*/ 0 h 34299"/>
                  <a:gd name="connsiteX1" fmla="*/ 34300 w 34299"/>
                  <a:gd name="connsiteY1" fmla="*/ 0 h 34299"/>
                  <a:gd name="connsiteX2" fmla="*/ 34300 w 34299"/>
                  <a:gd name="connsiteY2" fmla="*/ 34300 h 34299"/>
                  <a:gd name="connsiteX3" fmla="*/ 0 w 34299"/>
                  <a:gd name="connsiteY3" fmla="*/ 34300 h 34299"/>
                </a:gdLst>
                <a:ahLst/>
                <a:cxnLst>
                  <a:cxn ang="0">
                    <a:pos x="connsiteX0" y="connsiteY0"/>
                  </a:cxn>
                  <a:cxn ang="0">
                    <a:pos x="connsiteX1" y="connsiteY1"/>
                  </a:cxn>
                  <a:cxn ang="0">
                    <a:pos x="connsiteX2" y="connsiteY2"/>
                  </a:cxn>
                  <a:cxn ang="0">
                    <a:pos x="connsiteX3" y="connsiteY3"/>
                  </a:cxn>
                </a:cxnLst>
                <a:rect l="l" t="t" r="r" b="b"/>
                <a:pathLst>
                  <a:path w="34299" h="34299">
                    <a:moveTo>
                      <a:pt x="0" y="0"/>
                    </a:moveTo>
                    <a:lnTo>
                      <a:pt x="34300" y="0"/>
                    </a:lnTo>
                    <a:lnTo>
                      <a:pt x="34300" y="34300"/>
                    </a:lnTo>
                    <a:lnTo>
                      <a:pt x="0" y="34300"/>
                    </a:lnTo>
                    <a:close/>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8" name="Freeform: Shape 57">
                <a:extLst>
                  <a:ext uri="{FF2B5EF4-FFF2-40B4-BE49-F238E27FC236}">
                    <a16:creationId xmlns:a16="http://schemas.microsoft.com/office/drawing/2014/main" id="{7CDC312B-16F9-4D0E-8C89-26228C7AA248}"/>
                  </a:ext>
                </a:extLst>
              </p:cNvPr>
              <p:cNvSpPr/>
              <p:nvPr/>
            </p:nvSpPr>
            <p:spPr>
              <a:xfrm rot="21587400">
                <a:off x="5535376" y="3343661"/>
                <a:ext cx="72390" cy="72390"/>
              </a:xfrm>
              <a:custGeom>
                <a:avLst/>
                <a:gdLst>
                  <a:gd name="connsiteX0" fmla="*/ 0 w 34299"/>
                  <a:gd name="connsiteY0" fmla="*/ 0 h 34299"/>
                  <a:gd name="connsiteX1" fmla="*/ 34300 w 34299"/>
                  <a:gd name="connsiteY1" fmla="*/ 0 h 34299"/>
                  <a:gd name="connsiteX2" fmla="*/ 34300 w 34299"/>
                  <a:gd name="connsiteY2" fmla="*/ 34300 h 34299"/>
                  <a:gd name="connsiteX3" fmla="*/ 0 w 34299"/>
                  <a:gd name="connsiteY3" fmla="*/ 34300 h 34299"/>
                </a:gdLst>
                <a:ahLst/>
                <a:cxnLst>
                  <a:cxn ang="0">
                    <a:pos x="connsiteX0" y="connsiteY0"/>
                  </a:cxn>
                  <a:cxn ang="0">
                    <a:pos x="connsiteX1" y="connsiteY1"/>
                  </a:cxn>
                  <a:cxn ang="0">
                    <a:pos x="connsiteX2" y="connsiteY2"/>
                  </a:cxn>
                  <a:cxn ang="0">
                    <a:pos x="connsiteX3" y="connsiteY3"/>
                  </a:cxn>
                </a:cxnLst>
                <a:rect l="l" t="t" r="r" b="b"/>
                <a:pathLst>
                  <a:path w="34299" h="34299">
                    <a:moveTo>
                      <a:pt x="0" y="0"/>
                    </a:moveTo>
                    <a:lnTo>
                      <a:pt x="34300" y="0"/>
                    </a:lnTo>
                    <a:lnTo>
                      <a:pt x="34300" y="34300"/>
                    </a:lnTo>
                    <a:lnTo>
                      <a:pt x="0" y="34300"/>
                    </a:lnTo>
                    <a:close/>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59" name="Freeform: Shape 58">
                <a:extLst>
                  <a:ext uri="{FF2B5EF4-FFF2-40B4-BE49-F238E27FC236}">
                    <a16:creationId xmlns:a16="http://schemas.microsoft.com/office/drawing/2014/main" id="{67E293D9-1731-406D-A5D8-20DA525F0130}"/>
                  </a:ext>
                </a:extLst>
              </p:cNvPr>
              <p:cNvSpPr/>
              <p:nvPr/>
            </p:nvSpPr>
            <p:spPr>
              <a:xfrm rot="21587400">
                <a:off x="5535902" y="3486952"/>
                <a:ext cx="72390" cy="72390"/>
              </a:xfrm>
              <a:custGeom>
                <a:avLst/>
                <a:gdLst>
                  <a:gd name="connsiteX0" fmla="*/ 0 w 34299"/>
                  <a:gd name="connsiteY0" fmla="*/ 0 h 34299"/>
                  <a:gd name="connsiteX1" fmla="*/ 34300 w 34299"/>
                  <a:gd name="connsiteY1" fmla="*/ 0 h 34299"/>
                  <a:gd name="connsiteX2" fmla="*/ 34300 w 34299"/>
                  <a:gd name="connsiteY2" fmla="*/ 34300 h 34299"/>
                  <a:gd name="connsiteX3" fmla="*/ 0 w 34299"/>
                  <a:gd name="connsiteY3" fmla="*/ 34300 h 34299"/>
                </a:gdLst>
                <a:ahLst/>
                <a:cxnLst>
                  <a:cxn ang="0">
                    <a:pos x="connsiteX0" y="connsiteY0"/>
                  </a:cxn>
                  <a:cxn ang="0">
                    <a:pos x="connsiteX1" y="connsiteY1"/>
                  </a:cxn>
                  <a:cxn ang="0">
                    <a:pos x="connsiteX2" y="connsiteY2"/>
                  </a:cxn>
                  <a:cxn ang="0">
                    <a:pos x="connsiteX3" y="connsiteY3"/>
                  </a:cxn>
                </a:cxnLst>
                <a:rect l="l" t="t" r="r" b="b"/>
                <a:pathLst>
                  <a:path w="34299" h="34299">
                    <a:moveTo>
                      <a:pt x="0" y="0"/>
                    </a:moveTo>
                    <a:lnTo>
                      <a:pt x="34300" y="0"/>
                    </a:lnTo>
                    <a:lnTo>
                      <a:pt x="34300" y="34300"/>
                    </a:lnTo>
                    <a:lnTo>
                      <a:pt x="0" y="34300"/>
                    </a:lnTo>
                    <a:close/>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sp>
          <p:nvSpPr>
            <p:cNvPr id="63" name="Freeform: Shape 62">
              <a:extLst>
                <a:ext uri="{FF2B5EF4-FFF2-40B4-BE49-F238E27FC236}">
                  <a16:creationId xmlns:a16="http://schemas.microsoft.com/office/drawing/2014/main" id="{9422DC82-C224-421F-A02A-0247C21899B6}"/>
                </a:ext>
              </a:extLst>
            </p:cNvPr>
            <p:cNvSpPr/>
            <p:nvPr/>
          </p:nvSpPr>
          <p:spPr>
            <a:xfrm>
              <a:off x="4560307" y="2797933"/>
              <a:ext cx="1117420" cy="79151"/>
            </a:xfrm>
            <a:custGeom>
              <a:avLst/>
              <a:gdLst>
                <a:gd name="connsiteX0" fmla="*/ 0 w 626125"/>
                <a:gd name="connsiteY0" fmla="*/ 0 h 44351"/>
                <a:gd name="connsiteX1" fmla="*/ 0 w 626125"/>
                <a:gd name="connsiteY1" fmla="*/ 30861 h 44351"/>
                <a:gd name="connsiteX2" fmla="*/ 2160 w 626125"/>
                <a:gd name="connsiteY2" fmla="*/ 32448 h 44351"/>
                <a:gd name="connsiteX3" fmla="*/ 37077 w 626125"/>
                <a:gd name="connsiteY3" fmla="*/ 44352 h 44351"/>
                <a:gd name="connsiteX4" fmla="*/ 593193 w 626125"/>
                <a:gd name="connsiteY4" fmla="*/ 44352 h 44351"/>
                <a:gd name="connsiteX5" fmla="*/ 622114 w 626125"/>
                <a:gd name="connsiteY5" fmla="*/ 34256 h 44351"/>
                <a:gd name="connsiteX6" fmla="*/ 626126 w 626125"/>
                <a:gd name="connsiteY6" fmla="*/ 31081 h 44351"/>
                <a:gd name="connsiteX7" fmla="*/ 626126 w 626125"/>
                <a:gd name="connsiteY7" fmla="*/ 220 h 4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125" h="44351">
                  <a:moveTo>
                    <a:pt x="0" y="0"/>
                  </a:moveTo>
                  <a:lnTo>
                    <a:pt x="0" y="30861"/>
                  </a:lnTo>
                  <a:lnTo>
                    <a:pt x="2160" y="32448"/>
                  </a:lnTo>
                  <a:cubicBezTo>
                    <a:pt x="12193" y="40110"/>
                    <a:pt x="24452" y="44290"/>
                    <a:pt x="37077" y="44352"/>
                  </a:cubicBezTo>
                  <a:lnTo>
                    <a:pt x="593193" y="44352"/>
                  </a:lnTo>
                  <a:cubicBezTo>
                    <a:pt x="603699" y="44360"/>
                    <a:pt x="613896" y="40803"/>
                    <a:pt x="622114" y="34256"/>
                  </a:cubicBezTo>
                  <a:lnTo>
                    <a:pt x="626126" y="31081"/>
                  </a:lnTo>
                  <a:lnTo>
                    <a:pt x="626126" y="220"/>
                  </a:lnTo>
                  <a:close/>
                </a:path>
              </a:pathLst>
            </a:custGeom>
            <a:grpFill/>
            <a:ln w="19050" cap="flat">
              <a:solidFill>
                <a:schemeClr val="accent1">
                  <a:lumMod val="7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sp>
        <p:nvSpPr>
          <p:cNvPr id="5" name="Title 4">
            <a:extLst>
              <a:ext uri="{FF2B5EF4-FFF2-40B4-BE49-F238E27FC236}">
                <a16:creationId xmlns:a16="http://schemas.microsoft.com/office/drawing/2014/main" id="{96C646A7-68CD-8868-9A72-C80E7D4E2D19}"/>
              </a:ext>
            </a:extLst>
          </p:cNvPr>
          <p:cNvSpPr>
            <a:spLocks noGrp="1"/>
          </p:cNvSpPr>
          <p:nvPr>
            <p:ph type="title"/>
          </p:nvPr>
        </p:nvSpPr>
        <p:spPr>
          <a:xfrm>
            <a:off x="609600" y="434387"/>
            <a:ext cx="8083962" cy="1403350"/>
          </a:xfrm>
        </p:spPr>
        <p:txBody>
          <a:bodyPr>
            <a:normAutofit/>
          </a:bodyPr>
          <a:lstStyle/>
          <a:p>
            <a:r>
              <a:rPr lang="en-US" err="1"/>
              <a:t>HyperPod’s</a:t>
            </a:r>
            <a:r>
              <a:rPr lang="en-US"/>
              <a:t> </a:t>
            </a:r>
            <a:r>
              <a:rPr lang="en-US" b="1">
                <a:solidFill>
                  <a:schemeClr val="tx1"/>
                </a:solidFill>
                <a:latin typeface="+mj-lt"/>
              </a:rPr>
              <a:t>resilient</a:t>
            </a:r>
            <a:r>
              <a:rPr lang="en-US"/>
              <a:t> features </a:t>
            </a:r>
            <a:br>
              <a:rPr lang="en-US"/>
            </a:br>
            <a:r>
              <a:rPr lang="en-US"/>
              <a:t>help reduce training time by up to 40%</a:t>
            </a:r>
          </a:p>
        </p:txBody>
      </p:sp>
      <p:cxnSp>
        <p:nvCxnSpPr>
          <p:cNvPr id="19" name="Straight Arrow Connector 18">
            <a:extLst>
              <a:ext uri="{FF2B5EF4-FFF2-40B4-BE49-F238E27FC236}">
                <a16:creationId xmlns:a16="http://schemas.microsoft.com/office/drawing/2014/main" id="{987C3398-9404-DB87-DC15-13737A72CA09}"/>
              </a:ext>
            </a:extLst>
          </p:cNvPr>
          <p:cNvCxnSpPr>
            <a:cxnSpLocks/>
          </p:cNvCxnSpPr>
          <p:nvPr/>
        </p:nvCxnSpPr>
        <p:spPr>
          <a:xfrm>
            <a:off x="1735215" y="2993020"/>
            <a:ext cx="2834482" cy="0"/>
          </a:xfrm>
          <a:prstGeom prst="straightConnector1">
            <a:avLst/>
          </a:prstGeom>
          <a:ln w="19050" cap="rnd">
            <a:gradFill>
              <a:gsLst>
                <a:gs pos="0">
                  <a:schemeClr val="accent2"/>
                </a:gs>
                <a:gs pos="100000">
                  <a:schemeClr val="accent1">
                    <a:lumMod val="75000"/>
                  </a:schemeClr>
                </a:gs>
              </a:gsLst>
              <a:lin ang="0" scaled="0"/>
            </a:gradFill>
            <a:round/>
            <a:tailEnd type="arrow" w="med"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EEEF18D-F88F-E0C9-08C5-1B58DB6237EA}"/>
              </a:ext>
            </a:extLst>
          </p:cNvPr>
          <p:cNvCxnSpPr>
            <a:cxnSpLocks/>
          </p:cNvCxnSpPr>
          <p:nvPr/>
        </p:nvCxnSpPr>
        <p:spPr>
          <a:xfrm>
            <a:off x="5648960" y="2993020"/>
            <a:ext cx="2691098" cy="0"/>
          </a:xfrm>
          <a:prstGeom prst="straightConnector1">
            <a:avLst/>
          </a:prstGeom>
          <a:ln w="19050" cap="rnd">
            <a:gradFill>
              <a:gsLst>
                <a:gs pos="0">
                  <a:schemeClr val="accent1">
                    <a:lumMod val="75000"/>
                  </a:schemeClr>
                </a:gs>
                <a:gs pos="100000">
                  <a:schemeClr val="accent1"/>
                </a:gs>
              </a:gsLst>
              <a:lin ang="0" scaled="0"/>
            </a:gradFill>
            <a:round/>
            <a:tailEnd type="arrow" w="med"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6328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2177A-5C59-C294-7D14-BBF04CE65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BDBC2-E10A-BC7B-EE36-D10DD0643BB4}"/>
              </a:ext>
            </a:extLst>
          </p:cNvPr>
          <p:cNvSpPr>
            <a:spLocks noGrp="1"/>
          </p:cNvSpPr>
          <p:nvPr>
            <p:ph type="title"/>
          </p:nvPr>
        </p:nvSpPr>
        <p:spPr/>
        <p:txBody>
          <a:bodyPr/>
          <a:lstStyle/>
          <a:p>
            <a:endParaRPr lang="en-US" dirty="0"/>
          </a:p>
        </p:txBody>
      </p:sp>
      <p:sp>
        <p:nvSpPr>
          <p:cNvPr id="30" name="TextBox 29">
            <a:extLst>
              <a:ext uri="{FF2B5EF4-FFF2-40B4-BE49-F238E27FC236}">
                <a16:creationId xmlns:a16="http://schemas.microsoft.com/office/drawing/2014/main" id="{E2E5E20D-4C32-7C89-8C1F-D6BE3F505217}"/>
              </a:ext>
            </a:extLst>
          </p:cNvPr>
          <p:cNvSpPr txBox="1"/>
          <p:nvPr/>
        </p:nvSpPr>
        <p:spPr>
          <a:xfrm>
            <a:off x="2976230" y="2849975"/>
            <a:ext cx="7389628" cy="369332"/>
          </a:xfrm>
          <a:prstGeom prst="rect">
            <a:avLst/>
          </a:prstGeom>
          <a:noFill/>
        </p:spPr>
        <p:txBody>
          <a:bodyPr wrap="square" lIns="0" rIns="0" rtlCol="0">
            <a:spAutoFit/>
          </a:bodyPr>
          <a:lstStyle/>
          <a:p>
            <a:pPr algn="ctr"/>
            <a:r>
              <a:rPr lang="en-US" dirty="0"/>
              <a:t>Long-running model training workload</a:t>
            </a:r>
          </a:p>
        </p:txBody>
      </p:sp>
      <p:cxnSp>
        <p:nvCxnSpPr>
          <p:cNvPr id="32" name="Straight Arrow Connector 31">
            <a:extLst>
              <a:ext uri="{FF2B5EF4-FFF2-40B4-BE49-F238E27FC236}">
                <a16:creationId xmlns:a16="http://schemas.microsoft.com/office/drawing/2014/main" id="{3FAEF291-37FD-1835-F66A-B182F7772B7D}"/>
              </a:ext>
            </a:extLst>
          </p:cNvPr>
          <p:cNvCxnSpPr>
            <a:cxnSpLocks/>
          </p:cNvCxnSpPr>
          <p:nvPr/>
        </p:nvCxnSpPr>
        <p:spPr>
          <a:xfrm>
            <a:off x="2123853" y="3774557"/>
            <a:ext cx="7568612" cy="9655"/>
          </a:xfrm>
          <a:prstGeom prst="straightConnector1">
            <a:avLst/>
          </a:prstGeom>
          <a:ln w="19050" cap="rnd">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1D5FB3D-C51F-6514-8C99-52669351E0A4}"/>
              </a:ext>
            </a:extLst>
          </p:cNvPr>
          <p:cNvSpPr txBox="1"/>
          <p:nvPr/>
        </p:nvSpPr>
        <p:spPr>
          <a:xfrm>
            <a:off x="637067" y="3830576"/>
            <a:ext cx="2339163" cy="369332"/>
          </a:xfrm>
          <a:prstGeom prst="rect">
            <a:avLst/>
          </a:prstGeom>
          <a:noFill/>
        </p:spPr>
        <p:txBody>
          <a:bodyPr wrap="square" lIns="0" rIns="0" rtlCol="0">
            <a:spAutoFit/>
          </a:bodyPr>
          <a:lstStyle/>
          <a:p>
            <a:pPr algn="ctr"/>
            <a:r>
              <a:rPr lang="en-US" dirty="0"/>
              <a:t>With SM </a:t>
            </a:r>
            <a:r>
              <a:rPr lang="en-US" dirty="0" err="1"/>
              <a:t>HyperPod</a:t>
            </a:r>
            <a:endParaRPr lang="en-US" dirty="0"/>
          </a:p>
        </p:txBody>
      </p:sp>
      <p:sp>
        <p:nvSpPr>
          <p:cNvPr id="34" name="TextBox 33">
            <a:extLst>
              <a:ext uri="{FF2B5EF4-FFF2-40B4-BE49-F238E27FC236}">
                <a16:creationId xmlns:a16="http://schemas.microsoft.com/office/drawing/2014/main" id="{B22B1622-FB89-0957-E5ED-FA0A44D3E99A}"/>
              </a:ext>
            </a:extLst>
          </p:cNvPr>
          <p:cNvSpPr txBox="1"/>
          <p:nvPr/>
        </p:nvSpPr>
        <p:spPr>
          <a:xfrm>
            <a:off x="796555" y="1757760"/>
            <a:ext cx="2339163" cy="369332"/>
          </a:xfrm>
          <a:prstGeom prst="rect">
            <a:avLst/>
          </a:prstGeom>
          <a:noFill/>
        </p:spPr>
        <p:txBody>
          <a:bodyPr wrap="square" lIns="0" rIns="0" rtlCol="0">
            <a:spAutoFit/>
          </a:bodyPr>
          <a:lstStyle/>
          <a:p>
            <a:pPr algn="ctr"/>
            <a:r>
              <a:rPr lang="en-US" dirty="0"/>
              <a:t>Without SM </a:t>
            </a:r>
            <a:r>
              <a:rPr lang="en-US" dirty="0" err="1"/>
              <a:t>HyperPod</a:t>
            </a:r>
            <a:endParaRPr lang="en-US" dirty="0"/>
          </a:p>
        </p:txBody>
      </p:sp>
      <p:sp>
        <p:nvSpPr>
          <p:cNvPr id="36" name="Lightning Bolt 35">
            <a:extLst>
              <a:ext uri="{FF2B5EF4-FFF2-40B4-BE49-F238E27FC236}">
                <a16:creationId xmlns:a16="http://schemas.microsoft.com/office/drawing/2014/main" id="{19F1DE34-3359-A057-B29E-07EE91595D92}"/>
              </a:ext>
            </a:extLst>
          </p:cNvPr>
          <p:cNvSpPr/>
          <p:nvPr/>
        </p:nvSpPr>
        <p:spPr>
          <a:xfrm>
            <a:off x="3242044" y="3417264"/>
            <a:ext cx="233916" cy="369333"/>
          </a:xfrm>
          <a:prstGeom prst="lightningBol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37" name="Rounded Rectangle 36">
            <a:extLst>
              <a:ext uri="{FF2B5EF4-FFF2-40B4-BE49-F238E27FC236}">
                <a16:creationId xmlns:a16="http://schemas.microsoft.com/office/drawing/2014/main" id="{0E33B2EC-DF85-0845-A5D7-CD00326AFF80}"/>
              </a:ext>
            </a:extLst>
          </p:cNvPr>
          <p:cNvSpPr/>
          <p:nvPr/>
        </p:nvSpPr>
        <p:spPr>
          <a:xfrm>
            <a:off x="3475961" y="3689497"/>
            <a:ext cx="233916" cy="189431"/>
          </a:xfrm>
          <a:prstGeom prst="roundRect">
            <a:avLst/>
          </a:prstGeom>
          <a:solidFill>
            <a:srgbClr val="FF90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38" name="Lightning Bolt 37">
            <a:extLst>
              <a:ext uri="{FF2B5EF4-FFF2-40B4-BE49-F238E27FC236}">
                <a16:creationId xmlns:a16="http://schemas.microsoft.com/office/drawing/2014/main" id="{F1B354FF-4ADC-A3C1-E1E5-1989185CB233}"/>
              </a:ext>
            </a:extLst>
          </p:cNvPr>
          <p:cNvSpPr/>
          <p:nvPr/>
        </p:nvSpPr>
        <p:spPr>
          <a:xfrm>
            <a:off x="8958817" y="3397953"/>
            <a:ext cx="233916" cy="369333"/>
          </a:xfrm>
          <a:prstGeom prst="lightningBol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cxnSp>
        <p:nvCxnSpPr>
          <p:cNvPr id="46" name="Straight Arrow Connector 45">
            <a:extLst>
              <a:ext uri="{FF2B5EF4-FFF2-40B4-BE49-F238E27FC236}">
                <a16:creationId xmlns:a16="http://schemas.microsoft.com/office/drawing/2014/main" id="{0D2DDCF4-4B8F-0104-926E-A72E79946A34}"/>
              </a:ext>
            </a:extLst>
          </p:cNvPr>
          <p:cNvCxnSpPr>
            <a:cxnSpLocks/>
          </p:cNvCxnSpPr>
          <p:nvPr/>
        </p:nvCxnSpPr>
        <p:spPr>
          <a:xfrm flipV="1">
            <a:off x="2123853" y="1757732"/>
            <a:ext cx="9657021" cy="7271"/>
          </a:xfrm>
          <a:prstGeom prst="straightConnector1">
            <a:avLst/>
          </a:prstGeom>
          <a:ln w="19050" cap="rnd">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Lightning Bolt 46">
            <a:extLst>
              <a:ext uri="{FF2B5EF4-FFF2-40B4-BE49-F238E27FC236}">
                <a16:creationId xmlns:a16="http://schemas.microsoft.com/office/drawing/2014/main" id="{A0BB6E57-044D-05AB-999C-955130DF608A}"/>
              </a:ext>
            </a:extLst>
          </p:cNvPr>
          <p:cNvSpPr/>
          <p:nvPr/>
        </p:nvSpPr>
        <p:spPr>
          <a:xfrm>
            <a:off x="3242044" y="1407710"/>
            <a:ext cx="233916" cy="369333"/>
          </a:xfrm>
          <a:prstGeom prst="lightningBol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48" name="Rounded Rectangle 47">
            <a:extLst>
              <a:ext uri="{FF2B5EF4-FFF2-40B4-BE49-F238E27FC236}">
                <a16:creationId xmlns:a16="http://schemas.microsoft.com/office/drawing/2014/main" id="{F541E68F-C830-EB7B-9C1C-9DCAA04A9100}"/>
              </a:ext>
            </a:extLst>
          </p:cNvPr>
          <p:cNvSpPr/>
          <p:nvPr/>
        </p:nvSpPr>
        <p:spPr>
          <a:xfrm>
            <a:off x="3475960" y="1679943"/>
            <a:ext cx="1265275" cy="208742"/>
          </a:xfrm>
          <a:prstGeom prst="roundRect">
            <a:avLst/>
          </a:prstGeom>
          <a:solidFill>
            <a:srgbClr val="FF90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49" name="Lightning Bolt 48">
            <a:extLst>
              <a:ext uri="{FF2B5EF4-FFF2-40B4-BE49-F238E27FC236}">
                <a16:creationId xmlns:a16="http://schemas.microsoft.com/office/drawing/2014/main" id="{66A3FDF3-78EE-2566-F60A-9F98C4D1F0B4}"/>
              </a:ext>
            </a:extLst>
          </p:cNvPr>
          <p:cNvSpPr/>
          <p:nvPr/>
        </p:nvSpPr>
        <p:spPr>
          <a:xfrm>
            <a:off x="9575507" y="1388399"/>
            <a:ext cx="233916" cy="369333"/>
          </a:xfrm>
          <a:prstGeom prst="lightningBol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50" name="Rounded Rectangle 49">
            <a:extLst>
              <a:ext uri="{FF2B5EF4-FFF2-40B4-BE49-F238E27FC236}">
                <a16:creationId xmlns:a16="http://schemas.microsoft.com/office/drawing/2014/main" id="{11A238B7-437C-2F46-1C0B-BFE6D057AFDF}"/>
              </a:ext>
            </a:extLst>
          </p:cNvPr>
          <p:cNvSpPr/>
          <p:nvPr/>
        </p:nvSpPr>
        <p:spPr>
          <a:xfrm>
            <a:off x="9809423" y="1660632"/>
            <a:ext cx="1265275" cy="208742"/>
          </a:xfrm>
          <a:prstGeom prst="roundRect">
            <a:avLst/>
          </a:prstGeom>
          <a:solidFill>
            <a:srgbClr val="FF90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51" name="Rounded Rectangle 50">
            <a:extLst>
              <a:ext uri="{FF2B5EF4-FFF2-40B4-BE49-F238E27FC236}">
                <a16:creationId xmlns:a16="http://schemas.microsoft.com/office/drawing/2014/main" id="{14BA9634-5B40-3934-B175-142EA8FB4D3D}"/>
              </a:ext>
            </a:extLst>
          </p:cNvPr>
          <p:cNvSpPr/>
          <p:nvPr/>
        </p:nvSpPr>
        <p:spPr>
          <a:xfrm>
            <a:off x="9192733" y="3672570"/>
            <a:ext cx="233916" cy="189431"/>
          </a:xfrm>
          <a:prstGeom prst="roundRect">
            <a:avLst/>
          </a:prstGeom>
          <a:solidFill>
            <a:srgbClr val="FF90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52" name="TextBox 51">
            <a:extLst>
              <a:ext uri="{FF2B5EF4-FFF2-40B4-BE49-F238E27FC236}">
                <a16:creationId xmlns:a16="http://schemas.microsoft.com/office/drawing/2014/main" id="{45946DEA-E2D4-555C-D29F-20EF481C7B9F}"/>
              </a:ext>
            </a:extLst>
          </p:cNvPr>
          <p:cNvSpPr txBox="1"/>
          <p:nvPr/>
        </p:nvSpPr>
        <p:spPr>
          <a:xfrm>
            <a:off x="3359001" y="1942426"/>
            <a:ext cx="2945219" cy="738664"/>
          </a:xfrm>
          <a:prstGeom prst="rect">
            <a:avLst/>
          </a:prstGeom>
          <a:noFill/>
        </p:spPr>
        <p:txBody>
          <a:bodyPr wrap="square" lIns="0" rIns="0" rtlCol="0">
            <a:spAutoFit/>
          </a:bodyPr>
          <a:lstStyle/>
          <a:p>
            <a:pPr algn="ctr"/>
            <a:r>
              <a:rPr lang="en-US" sz="1400" dirty="0">
                <a:solidFill>
                  <a:srgbClr val="FF901E"/>
                </a:solidFill>
              </a:rPr>
              <a:t>~3hrs up to 3 days downtime!</a:t>
            </a:r>
          </a:p>
          <a:p>
            <a:pPr algn="ctr"/>
            <a:r>
              <a:rPr lang="en-US" sz="1400" dirty="0"/>
              <a:t>Manually Investigate Root Cause</a:t>
            </a:r>
          </a:p>
          <a:p>
            <a:pPr algn="ctr"/>
            <a:r>
              <a:rPr lang="en-US" sz="1400" dirty="0"/>
              <a:t>Manually restart</a:t>
            </a:r>
          </a:p>
        </p:txBody>
      </p:sp>
      <p:sp>
        <p:nvSpPr>
          <p:cNvPr id="55" name="TextBox 54">
            <a:extLst>
              <a:ext uri="{FF2B5EF4-FFF2-40B4-BE49-F238E27FC236}">
                <a16:creationId xmlns:a16="http://schemas.microsoft.com/office/drawing/2014/main" id="{CF0A8A6C-1BD6-E590-A6D9-CF167A8CF90E}"/>
              </a:ext>
            </a:extLst>
          </p:cNvPr>
          <p:cNvSpPr txBox="1"/>
          <p:nvPr/>
        </p:nvSpPr>
        <p:spPr>
          <a:xfrm>
            <a:off x="3242044" y="3890975"/>
            <a:ext cx="2945219" cy="738664"/>
          </a:xfrm>
          <a:prstGeom prst="rect">
            <a:avLst/>
          </a:prstGeom>
          <a:noFill/>
        </p:spPr>
        <p:txBody>
          <a:bodyPr wrap="square" lIns="0" rIns="0" rtlCol="0">
            <a:spAutoFit/>
          </a:bodyPr>
          <a:lstStyle/>
          <a:p>
            <a:pPr algn="ctr"/>
            <a:r>
              <a:rPr lang="en-US" sz="1400" dirty="0">
                <a:solidFill>
                  <a:srgbClr val="FF901E"/>
                </a:solidFill>
              </a:rPr>
              <a:t>~20 minutes downtime!</a:t>
            </a:r>
          </a:p>
          <a:p>
            <a:pPr algn="ctr"/>
            <a:r>
              <a:rPr lang="en-US" sz="1400" dirty="0"/>
              <a:t>Self-Healing</a:t>
            </a:r>
          </a:p>
          <a:p>
            <a:pPr algn="ctr"/>
            <a:r>
              <a:rPr lang="en-US" sz="1400" dirty="0"/>
              <a:t>NO Manual Intervention</a:t>
            </a:r>
          </a:p>
        </p:txBody>
      </p:sp>
      <p:sp>
        <p:nvSpPr>
          <p:cNvPr id="56" name="Rounded Rectangle 55">
            <a:extLst>
              <a:ext uri="{FF2B5EF4-FFF2-40B4-BE49-F238E27FC236}">
                <a16:creationId xmlns:a16="http://schemas.microsoft.com/office/drawing/2014/main" id="{41676353-5DD3-C2F5-B5FC-D9A8C8D68521}"/>
              </a:ext>
            </a:extLst>
          </p:cNvPr>
          <p:cNvSpPr/>
          <p:nvPr/>
        </p:nvSpPr>
        <p:spPr>
          <a:xfrm>
            <a:off x="4464788" y="2769781"/>
            <a:ext cx="4412512" cy="512044"/>
          </a:xfrm>
          <a:prstGeom prst="round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dirty="0" err="1"/>
          </a:p>
        </p:txBody>
      </p:sp>
      <p:sp>
        <p:nvSpPr>
          <p:cNvPr id="57" name="Title 1">
            <a:extLst>
              <a:ext uri="{FF2B5EF4-FFF2-40B4-BE49-F238E27FC236}">
                <a16:creationId xmlns:a16="http://schemas.microsoft.com/office/drawing/2014/main" id="{5984737F-5D1A-DB0A-0638-4A8FB81E54CE}"/>
              </a:ext>
            </a:extLst>
          </p:cNvPr>
          <p:cNvSpPr txBox="1">
            <a:spLocks/>
          </p:cNvSpPr>
          <p:nvPr/>
        </p:nvSpPr>
        <p:spPr>
          <a:xfrm>
            <a:off x="304800" y="304800"/>
            <a:ext cx="11582400" cy="638175"/>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3600" b="1" kern="1200" spc="-100" baseline="0">
                <a:solidFill>
                  <a:schemeClr val="bg1">
                    <a:lumMod val="65000"/>
                    <a:lumOff val="35000"/>
                  </a:schemeClr>
                </a:solidFill>
                <a:latin typeface="+mj-lt"/>
                <a:ea typeface="+mj-ea"/>
                <a:cs typeface="+mj-cs"/>
              </a:defRPr>
            </a:lvl1pPr>
          </a:lstStyle>
          <a:p>
            <a:r>
              <a:rPr lang="en-US" dirty="0">
                <a:solidFill>
                  <a:schemeClr val="tx1"/>
                </a:solidFill>
              </a:rPr>
              <a:t>GPU failures for continuously running training workloads are inevitable and bring everything to a halt. </a:t>
            </a:r>
          </a:p>
        </p:txBody>
      </p:sp>
      <p:sp>
        <p:nvSpPr>
          <p:cNvPr id="4" name="TextBox 3">
            <a:extLst>
              <a:ext uri="{FF2B5EF4-FFF2-40B4-BE49-F238E27FC236}">
                <a16:creationId xmlns:a16="http://schemas.microsoft.com/office/drawing/2014/main" id="{DE6C398F-EB82-9F6F-B999-DC2D47AF8115}"/>
              </a:ext>
            </a:extLst>
          </p:cNvPr>
          <p:cNvSpPr txBox="1"/>
          <p:nvPr/>
        </p:nvSpPr>
        <p:spPr>
          <a:xfrm>
            <a:off x="907753" y="4804828"/>
            <a:ext cx="9462978" cy="1384995"/>
          </a:xfrm>
          <a:prstGeom prst="rect">
            <a:avLst/>
          </a:prstGeom>
          <a:noFill/>
        </p:spPr>
        <p:txBody>
          <a:bodyPr wrap="square" lIns="0" rIns="0" rtlCol="0">
            <a:spAutoFit/>
          </a:bodyPr>
          <a:lstStyle/>
          <a:p>
            <a:pPr marL="285750" indent="-285750">
              <a:buFont typeface="Wingdings" pitchFamily="2" charset="2"/>
              <a:buChar char="Ø"/>
            </a:pPr>
            <a:r>
              <a:rPr lang="en-US" sz="1400" dirty="0"/>
              <a:t>Each of these failures occur </a:t>
            </a:r>
            <a:r>
              <a:rPr lang="en-US" sz="1400" u="sng" dirty="0"/>
              <a:t>unpredictably</a:t>
            </a:r>
            <a:r>
              <a:rPr lang="en-US" sz="1400" dirty="0"/>
              <a:t> and without </a:t>
            </a:r>
            <a:r>
              <a:rPr lang="en-US" sz="1400" dirty="0" err="1"/>
              <a:t>Hyperpod</a:t>
            </a:r>
            <a:r>
              <a:rPr lang="en-US" sz="1400" dirty="0"/>
              <a:t> would require several hours or even days to diagnose and repair.</a:t>
            </a:r>
            <a:br>
              <a:rPr lang="en-US" sz="1400" dirty="0"/>
            </a:br>
            <a:endParaRPr lang="en-US" sz="1400" dirty="0"/>
          </a:p>
          <a:p>
            <a:pPr marL="285750" indent="-285750">
              <a:buFont typeface="Wingdings" pitchFamily="2" charset="2"/>
              <a:buChar char="Ø"/>
            </a:pPr>
            <a:r>
              <a:rPr lang="en-US" sz="1400" dirty="0"/>
              <a:t>With the built-in resiliency of </a:t>
            </a:r>
            <a:r>
              <a:rPr lang="en-US" sz="1400" dirty="0" err="1"/>
              <a:t>HyperPod</a:t>
            </a:r>
            <a:r>
              <a:rPr lang="en-US" sz="1400" dirty="0"/>
              <a:t>, you get a self-healing cluster to automatically resume training in &lt; 20 minutes</a:t>
            </a:r>
          </a:p>
          <a:p>
            <a:pPr marL="285750" indent="-285750">
              <a:buFont typeface="Wingdings" pitchFamily="2" charset="2"/>
              <a:buChar char="Ø"/>
            </a:pPr>
            <a:endParaRPr lang="en-US" sz="1400" dirty="0"/>
          </a:p>
          <a:p>
            <a:pPr marL="285750" indent="-285750">
              <a:buFont typeface="Wingdings" pitchFamily="2" charset="2"/>
              <a:buChar char="Ø"/>
            </a:pPr>
            <a:r>
              <a:rPr lang="en-US" sz="1400" dirty="0"/>
              <a:t>This results in major savings in model development costs, faster time to market, and increased productivity</a:t>
            </a:r>
          </a:p>
        </p:txBody>
      </p:sp>
      <p:sp>
        <p:nvSpPr>
          <p:cNvPr id="6" name="TextBox 5">
            <a:extLst>
              <a:ext uri="{FF2B5EF4-FFF2-40B4-BE49-F238E27FC236}">
                <a16:creationId xmlns:a16="http://schemas.microsoft.com/office/drawing/2014/main" id="{FC148A47-FFBA-A512-F5CD-86359B02D988}"/>
              </a:ext>
            </a:extLst>
          </p:cNvPr>
          <p:cNvSpPr txBox="1"/>
          <p:nvPr/>
        </p:nvSpPr>
        <p:spPr>
          <a:xfrm>
            <a:off x="5956006" y="6383923"/>
            <a:ext cx="6235994" cy="400110"/>
          </a:xfrm>
          <a:prstGeom prst="rect">
            <a:avLst/>
          </a:prstGeom>
          <a:noFill/>
        </p:spPr>
        <p:txBody>
          <a:bodyPr wrap="square">
            <a:spAutoFit/>
          </a:bodyPr>
          <a:lstStyle/>
          <a:p>
            <a:r>
              <a:rPr lang="en-US" sz="1000" dirty="0"/>
              <a:t>On a 16,000-chip cluster, for instance, every 0.1% decrease in daily node failure rate improves cluster productivity by 4.2% —translating to potential savings of up to $200,000 per day for a 16,000 H100 GPU cluster.</a:t>
            </a:r>
          </a:p>
        </p:txBody>
      </p:sp>
      <p:sp>
        <p:nvSpPr>
          <p:cNvPr id="3" name="Lightning Bolt 2">
            <a:extLst>
              <a:ext uri="{FF2B5EF4-FFF2-40B4-BE49-F238E27FC236}">
                <a16:creationId xmlns:a16="http://schemas.microsoft.com/office/drawing/2014/main" id="{BBFFAD06-34B3-5BD0-295A-A47A071FF40C}"/>
              </a:ext>
            </a:extLst>
          </p:cNvPr>
          <p:cNvSpPr/>
          <p:nvPr/>
        </p:nvSpPr>
        <p:spPr>
          <a:xfrm>
            <a:off x="7874295" y="3419646"/>
            <a:ext cx="233916" cy="369333"/>
          </a:xfrm>
          <a:prstGeom prst="lightningBol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5" name="Rounded Rectangle 4">
            <a:extLst>
              <a:ext uri="{FF2B5EF4-FFF2-40B4-BE49-F238E27FC236}">
                <a16:creationId xmlns:a16="http://schemas.microsoft.com/office/drawing/2014/main" id="{89F94940-E457-3C53-0499-EA81288FF265}"/>
              </a:ext>
            </a:extLst>
          </p:cNvPr>
          <p:cNvSpPr/>
          <p:nvPr/>
        </p:nvSpPr>
        <p:spPr>
          <a:xfrm>
            <a:off x="8108212" y="3691879"/>
            <a:ext cx="233916" cy="189431"/>
          </a:xfrm>
          <a:prstGeom prst="roundRect">
            <a:avLst/>
          </a:prstGeom>
          <a:solidFill>
            <a:srgbClr val="FF90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7" name="Lightning Bolt 6">
            <a:extLst>
              <a:ext uri="{FF2B5EF4-FFF2-40B4-BE49-F238E27FC236}">
                <a16:creationId xmlns:a16="http://schemas.microsoft.com/office/drawing/2014/main" id="{91272685-E1A7-FC6A-2E3F-BEF6093AC316}"/>
              </a:ext>
            </a:extLst>
          </p:cNvPr>
          <p:cNvSpPr/>
          <p:nvPr/>
        </p:nvSpPr>
        <p:spPr>
          <a:xfrm>
            <a:off x="7736074" y="1388399"/>
            <a:ext cx="233916" cy="369333"/>
          </a:xfrm>
          <a:prstGeom prst="lightningBol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
        <p:nvSpPr>
          <p:cNvPr id="8" name="Rounded Rectangle 7">
            <a:extLst>
              <a:ext uri="{FF2B5EF4-FFF2-40B4-BE49-F238E27FC236}">
                <a16:creationId xmlns:a16="http://schemas.microsoft.com/office/drawing/2014/main" id="{503F9228-7355-2186-1684-4B10C05814F1}"/>
              </a:ext>
            </a:extLst>
          </p:cNvPr>
          <p:cNvSpPr/>
          <p:nvPr/>
        </p:nvSpPr>
        <p:spPr>
          <a:xfrm>
            <a:off x="7969990" y="1660632"/>
            <a:ext cx="1265275" cy="208742"/>
          </a:xfrm>
          <a:prstGeom prst="roundRect">
            <a:avLst/>
          </a:prstGeom>
          <a:solidFill>
            <a:srgbClr val="FF90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p>
        </p:txBody>
      </p:sp>
    </p:spTree>
    <p:extLst>
      <p:ext uri="{BB962C8B-B14F-4D97-AF65-F5344CB8AC3E}">
        <p14:creationId xmlns:p14="http://schemas.microsoft.com/office/powerpoint/2010/main" val="330498642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BBD90-CA69-8237-7CF6-6EED7CBED9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A81FAF9-D74F-56B4-91BD-476B8695EC22}"/>
              </a:ext>
            </a:extLst>
          </p:cNvPr>
          <p:cNvSpPr>
            <a:spLocks noGrp="1"/>
          </p:cNvSpPr>
          <p:nvPr>
            <p:ph type="title"/>
          </p:nvPr>
        </p:nvSpPr>
        <p:spPr/>
        <p:txBody>
          <a:bodyPr/>
          <a:lstStyle/>
          <a:p>
            <a:r>
              <a:rPr lang="en-US" dirty="0"/>
              <a:t>End-To-End FM Training Plan - Phases</a:t>
            </a:r>
          </a:p>
        </p:txBody>
      </p:sp>
      <p:graphicFrame>
        <p:nvGraphicFramePr>
          <p:cNvPr id="2" name="Content Placeholder 1">
            <a:extLst>
              <a:ext uri="{FF2B5EF4-FFF2-40B4-BE49-F238E27FC236}">
                <a16:creationId xmlns:a16="http://schemas.microsoft.com/office/drawing/2014/main" id="{BE419877-CFD3-774D-9976-420738D52F33}"/>
              </a:ext>
            </a:extLst>
          </p:cNvPr>
          <p:cNvGraphicFramePr>
            <a:graphicFrameLocks noGrp="1"/>
          </p:cNvGraphicFramePr>
          <p:nvPr>
            <p:ph idx="1"/>
            <p:extLst>
              <p:ext uri="{D42A27DB-BD31-4B8C-83A1-F6EECF244321}">
                <p14:modId xmlns:p14="http://schemas.microsoft.com/office/powerpoint/2010/main" val="2384597854"/>
              </p:ext>
            </p:extLst>
          </p:nvPr>
        </p:nvGraphicFramePr>
        <p:xfrm>
          <a:off x="609600" y="1714500"/>
          <a:ext cx="10972800" cy="4961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960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E8E4A9E-EC14-7630-F349-0D2BDB5E8EE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7" name="think-cell data - do not delete" hidden="1">
                        <a:extLst>
                          <a:ext uri="{FF2B5EF4-FFF2-40B4-BE49-F238E27FC236}">
                            <a16:creationId xmlns:a16="http://schemas.microsoft.com/office/drawing/2014/main" id="{0E8E4A9E-EC14-7630-F349-0D2BDB5E8EE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6" name="Title 6">
            <a:extLst>
              <a:ext uri="{FF2B5EF4-FFF2-40B4-BE49-F238E27FC236}">
                <a16:creationId xmlns:a16="http://schemas.microsoft.com/office/drawing/2014/main" id="{B62DCAA6-8AF5-483E-AD43-434969430A15}"/>
              </a:ext>
            </a:extLst>
          </p:cNvPr>
          <p:cNvSpPr>
            <a:spLocks noGrp="1"/>
          </p:cNvSpPr>
          <p:nvPr>
            <p:ph type="title"/>
          </p:nvPr>
        </p:nvSpPr>
        <p:spPr>
          <a:xfrm>
            <a:off x="609599" y="294989"/>
            <a:ext cx="13095249" cy="1695450"/>
          </a:xfrm>
        </p:spPr>
        <p:txBody>
          <a:bodyPr>
            <a:normAutofit/>
          </a:bodyPr>
          <a:lstStyle/>
          <a:p>
            <a:r>
              <a:rPr lang="en-US" dirty="0" err="1">
                <a:solidFill>
                  <a:schemeClr val="tx1"/>
                </a:solidFill>
                <a:latin typeface="+mn-lt"/>
              </a:rPr>
              <a:t>HyperPod</a:t>
            </a:r>
            <a:r>
              <a:rPr lang="en-US" dirty="0">
                <a:solidFill>
                  <a:schemeClr val="tx1"/>
                </a:solidFill>
                <a:latin typeface="+mj-lt"/>
              </a:rPr>
              <a:t> </a:t>
            </a:r>
            <a:r>
              <a:rPr lang="en-US" spc="-70" dirty="0">
                <a:solidFill>
                  <a:schemeClr val="tx1"/>
                </a:solidFill>
                <a:latin typeface="+mn-lt"/>
              </a:rPr>
              <a:t>provides</a:t>
            </a:r>
            <a:r>
              <a:rPr lang="en-US" spc="-70" dirty="0">
                <a:solidFill>
                  <a:schemeClr val="tx1"/>
                </a:solidFill>
                <a:latin typeface="+mj-lt"/>
              </a:rPr>
              <a:t> advanced observability</a:t>
            </a:r>
            <a:r>
              <a:rPr lang="en-US" spc="-70" dirty="0">
                <a:solidFill>
                  <a:schemeClr val="tx1"/>
                </a:solidFill>
                <a:latin typeface="+mn-lt"/>
              </a:rPr>
              <a:t> and</a:t>
            </a:r>
            <a:br>
              <a:rPr lang="en-US" spc="-70" dirty="0">
                <a:solidFill>
                  <a:schemeClr val="tx1"/>
                </a:solidFill>
                <a:latin typeface="+mn-lt"/>
              </a:rPr>
            </a:br>
            <a:r>
              <a:rPr lang="en-US" spc="-70" dirty="0">
                <a:solidFill>
                  <a:schemeClr val="tx1"/>
                </a:solidFill>
                <a:latin typeface="+mn-lt"/>
              </a:rPr>
              <a:t>experimental tools to </a:t>
            </a:r>
            <a:r>
              <a:rPr lang="en-US" spc="-100" dirty="0">
                <a:solidFill>
                  <a:schemeClr val="tx1"/>
                </a:solidFill>
                <a:latin typeface="+mn-lt"/>
              </a:rPr>
              <a:t>increase accuracy and efficiency </a:t>
            </a:r>
          </a:p>
        </p:txBody>
      </p:sp>
      <p:sp>
        <p:nvSpPr>
          <p:cNvPr id="3" name="Slide Number Placeholder 1">
            <a:extLst>
              <a:ext uri="{FF2B5EF4-FFF2-40B4-BE49-F238E27FC236}">
                <a16:creationId xmlns:a16="http://schemas.microsoft.com/office/drawing/2014/main" id="{5E082AE5-EED6-CD1F-C831-8FABA4F5C873}"/>
              </a:ext>
            </a:extLst>
          </p:cNvPr>
          <p:cNvSpPr>
            <a:spLocks noGrp="1"/>
          </p:cNvSpPr>
          <p:nvPr>
            <p:ph type="sldNum" sz="quarter" idx="12"/>
          </p:nvPr>
        </p:nvSpPr>
        <p:spPr>
          <a:xfrm>
            <a:off x="8929200" y="6289500"/>
            <a:ext cx="2743200" cy="365125"/>
          </a:xfrm>
        </p:spPr>
        <p:txBody>
          <a:bodyPr vert="horz" lIns="91440" tIns="45720" rIns="91440" bIns="45720" rtlCol="0" anchor="ctr"/>
          <a:lstStyle>
            <a:defPPr>
              <a:defRPr lang="en-US"/>
            </a:defPPr>
            <a:lvl1pPr marL="0" algn="r"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4B8DE2-A4E8-46E4-8BBF-D75455EFF32C}" type="slidenum">
              <a:rPr kumimoji="0" lang="en-US" sz="900" b="0" i="0" u="none" strike="noStrike" kern="1200" cap="none" spc="0" normalizeH="0" baseline="0" noProof="0" smtClean="0">
                <a:ln>
                  <a:noFill/>
                </a:ln>
                <a:solidFill>
                  <a:srgbClr val="000000"/>
                </a:solidFill>
                <a:effectLst/>
                <a:uLnTx/>
                <a:uFillTx/>
                <a:latin typeface="Amazon Ember"/>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000000"/>
              </a:solidFill>
              <a:effectLst/>
              <a:uLnTx/>
              <a:uFillTx/>
              <a:latin typeface="Amazon Ember"/>
              <a:ea typeface="+mn-ea"/>
              <a:cs typeface="+mn-cs"/>
            </a:endParaRPr>
          </a:p>
        </p:txBody>
      </p:sp>
      <p:sp>
        <p:nvSpPr>
          <p:cNvPr id="8" name="object 123">
            <a:extLst>
              <a:ext uri="{FF2B5EF4-FFF2-40B4-BE49-F238E27FC236}">
                <a16:creationId xmlns:a16="http://schemas.microsoft.com/office/drawing/2014/main" id="{6148C841-C37D-9133-3322-36E81712CF33}"/>
              </a:ext>
            </a:extLst>
          </p:cNvPr>
          <p:cNvSpPr txBox="1"/>
          <p:nvPr/>
        </p:nvSpPr>
        <p:spPr>
          <a:xfrm>
            <a:off x="1460930" y="2738098"/>
            <a:ext cx="2880604" cy="3269100"/>
          </a:xfrm>
          <a:prstGeom prst="rect">
            <a:avLst/>
          </a:prstGeom>
          <a:noFill/>
        </p:spPr>
        <p:txBody>
          <a:bodyPr wrap="square" lIns="0" tIns="0" rIns="0" bIns="0" rtlCol="0">
            <a:sp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Managed </a:t>
            </a:r>
            <a:r>
              <a:rPr kumimoji="0" lang="en-US" sz="1300" b="0" i="0" u="none" strike="noStrike" kern="1200" cap="none" spc="0" normalizeH="0" baseline="0" noProof="0" err="1">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TensorBoard</a:t>
            </a: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 on SageMaker provides visualization of model architecture to identify and remediate convergence issues</a:t>
            </a:r>
          </a:p>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Amazon CloudWatch Container Insights provides deeper understanding of cluster performance</a:t>
            </a:r>
          </a:p>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Managed </a:t>
            </a:r>
            <a:r>
              <a:rPr kumimoji="0" lang="en-US" sz="1300" b="0" i="0" u="none" strike="noStrike" kern="1200" cap="none" spc="0" normalizeH="0" baseline="0" noProof="0" err="1">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MLflow</a:t>
            </a: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 on SageMaker enables efficient model experimentations at scale </a:t>
            </a:r>
          </a:p>
          <a:p>
            <a:pPr marL="0" marR="0" lvl="0" indent="0" algn="l" defTabSz="914400" rtl="0" eaLnBrk="1" fontAlgn="auto" latinLnBrk="0" hangingPunct="1">
              <a:lnSpc>
                <a:spcPct val="107000"/>
              </a:lnSpc>
              <a:spcBef>
                <a:spcPts val="0"/>
              </a:spcBef>
              <a:spcAft>
                <a:spcPts val="240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  </a:t>
            </a:r>
          </a:p>
        </p:txBody>
      </p:sp>
      <p:grpSp>
        <p:nvGrpSpPr>
          <p:cNvPr id="6" name="Group 5">
            <a:extLst>
              <a:ext uri="{FF2B5EF4-FFF2-40B4-BE49-F238E27FC236}">
                <a16:creationId xmlns:a16="http://schemas.microsoft.com/office/drawing/2014/main" id="{642C680A-E197-D9FA-DD04-60D3470A43E0}"/>
              </a:ext>
            </a:extLst>
          </p:cNvPr>
          <p:cNvGrpSpPr/>
          <p:nvPr/>
        </p:nvGrpSpPr>
        <p:grpSpPr>
          <a:xfrm>
            <a:off x="543866" y="2787643"/>
            <a:ext cx="663309" cy="431025"/>
            <a:chOff x="576618" y="2221807"/>
            <a:chExt cx="652138" cy="423762"/>
          </a:xfrm>
          <a:noFill/>
        </p:grpSpPr>
        <p:sp>
          <p:nvSpPr>
            <p:cNvPr id="75" name="Freeform: Shape 74">
              <a:extLst>
                <a:ext uri="{FF2B5EF4-FFF2-40B4-BE49-F238E27FC236}">
                  <a16:creationId xmlns:a16="http://schemas.microsoft.com/office/drawing/2014/main" id="{E8D2ECD3-ED77-BC34-B472-C302B0AC170E}"/>
                </a:ext>
              </a:extLst>
            </p:cNvPr>
            <p:cNvSpPr/>
            <p:nvPr/>
          </p:nvSpPr>
          <p:spPr>
            <a:xfrm>
              <a:off x="607154" y="2397902"/>
              <a:ext cx="47867" cy="3559"/>
            </a:xfrm>
            <a:custGeom>
              <a:avLst/>
              <a:gdLst>
                <a:gd name="connsiteX0" fmla="*/ 56369 w 56368"/>
                <a:gd name="connsiteY0" fmla="*/ 0 h 4191"/>
                <a:gd name="connsiteX1" fmla="*/ 0 w 56368"/>
                <a:gd name="connsiteY1" fmla="*/ 0 h 4191"/>
              </a:gdLst>
              <a:ahLst/>
              <a:cxnLst>
                <a:cxn ang="0">
                  <a:pos x="connsiteX0" y="connsiteY0"/>
                </a:cxn>
                <a:cxn ang="0">
                  <a:pos x="connsiteX1" y="connsiteY1"/>
                </a:cxn>
              </a:cxnLst>
              <a:rect l="l" t="t" r="r" b="b"/>
              <a:pathLst>
                <a:path w="56368" h="4191">
                  <a:moveTo>
                    <a:pt x="56369" y="0"/>
                  </a:moveTo>
                  <a:lnTo>
                    <a:pt x="0" y="0"/>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76" name="Freeform: Shape 75">
              <a:extLst>
                <a:ext uri="{FF2B5EF4-FFF2-40B4-BE49-F238E27FC236}">
                  <a16:creationId xmlns:a16="http://schemas.microsoft.com/office/drawing/2014/main" id="{9529C4CE-D7E7-5D04-0F0F-49FA3858D204}"/>
                </a:ext>
              </a:extLst>
            </p:cNvPr>
            <p:cNvSpPr/>
            <p:nvPr/>
          </p:nvSpPr>
          <p:spPr>
            <a:xfrm>
              <a:off x="607154" y="2333130"/>
              <a:ext cx="77121" cy="3559"/>
            </a:xfrm>
            <a:custGeom>
              <a:avLst/>
              <a:gdLst>
                <a:gd name="connsiteX0" fmla="*/ 90819 w 90818"/>
                <a:gd name="connsiteY0" fmla="*/ 0 h 4191"/>
                <a:gd name="connsiteX1" fmla="*/ 0 w 90818"/>
                <a:gd name="connsiteY1" fmla="*/ 0 h 4191"/>
              </a:gdLst>
              <a:ahLst/>
              <a:cxnLst>
                <a:cxn ang="0">
                  <a:pos x="connsiteX0" y="connsiteY0"/>
                </a:cxn>
                <a:cxn ang="0">
                  <a:pos x="connsiteX1" y="connsiteY1"/>
                </a:cxn>
              </a:cxnLst>
              <a:rect l="l" t="t" r="r" b="b"/>
              <a:pathLst>
                <a:path w="90818" h="4191">
                  <a:moveTo>
                    <a:pt x="90819" y="0"/>
                  </a:moveTo>
                  <a:lnTo>
                    <a:pt x="0" y="0"/>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77" name="Freeform: Shape 76">
              <a:extLst>
                <a:ext uri="{FF2B5EF4-FFF2-40B4-BE49-F238E27FC236}">
                  <a16:creationId xmlns:a16="http://schemas.microsoft.com/office/drawing/2014/main" id="{DBB63553-E209-0D17-B56B-05CBAF11C132}"/>
                </a:ext>
              </a:extLst>
            </p:cNvPr>
            <p:cNvSpPr/>
            <p:nvPr/>
          </p:nvSpPr>
          <p:spPr>
            <a:xfrm>
              <a:off x="576618" y="2365516"/>
              <a:ext cx="78402" cy="3559"/>
            </a:xfrm>
            <a:custGeom>
              <a:avLst/>
              <a:gdLst>
                <a:gd name="connsiteX0" fmla="*/ 92328 w 92327"/>
                <a:gd name="connsiteY0" fmla="*/ 0 h 4191"/>
                <a:gd name="connsiteX1" fmla="*/ 0 w 92327"/>
                <a:gd name="connsiteY1" fmla="*/ 0 h 4191"/>
              </a:gdLst>
              <a:ahLst/>
              <a:cxnLst>
                <a:cxn ang="0">
                  <a:pos x="connsiteX0" y="connsiteY0"/>
                </a:cxn>
                <a:cxn ang="0">
                  <a:pos x="connsiteX1" y="connsiteY1"/>
                </a:cxn>
              </a:cxnLst>
              <a:rect l="l" t="t" r="r" b="b"/>
              <a:pathLst>
                <a:path w="92327" h="4191">
                  <a:moveTo>
                    <a:pt x="92328" y="0"/>
                  </a:moveTo>
                  <a:lnTo>
                    <a:pt x="0" y="0"/>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nvGrpSpPr>
            <p:cNvPr id="78" name="Graphic 72">
              <a:extLst>
                <a:ext uri="{FF2B5EF4-FFF2-40B4-BE49-F238E27FC236}">
                  <a16:creationId xmlns:a16="http://schemas.microsoft.com/office/drawing/2014/main" id="{E366EEE2-BEA2-C4A4-6988-65E9A49872EA}"/>
                </a:ext>
              </a:extLst>
            </p:cNvPr>
            <p:cNvGrpSpPr/>
            <p:nvPr/>
          </p:nvGrpSpPr>
          <p:grpSpPr>
            <a:xfrm>
              <a:off x="903435" y="2281454"/>
              <a:ext cx="68367" cy="164707"/>
              <a:chOff x="815713" y="2313950"/>
              <a:chExt cx="80509" cy="193959"/>
            </a:xfrm>
            <a:grpFill/>
          </p:grpSpPr>
          <p:sp>
            <p:nvSpPr>
              <p:cNvPr id="79" name="Freeform: Shape 78">
                <a:extLst>
                  <a:ext uri="{FF2B5EF4-FFF2-40B4-BE49-F238E27FC236}">
                    <a16:creationId xmlns:a16="http://schemas.microsoft.com/office/drawing/2014/main" id="{C2743FF0-59CC-9540-2FE4-6D891C89DFD8}"/>
                  </a:ext>
                </a:extLst>
              </p:cNvPr>
              <p:cNvSpPr/>
              <p:nvPr/>
            </p:nvSpPr>
            <p:spPr>
              <a:xfrm>
                <a:off x="815713" y="2313950"/>
                <a:ext cx="80509" cy="80509"/>
              </a:xfrm>
              <a:custGeom>
                <a:avLst/>
                <a:gdLst>
                  <a:gd name="connsiteX0" fmla="*/ 0 w 80509"/>
                  <a:gd name="connsiteY0" fmla="*/ 0 h 80509"/>
                  <a:gd name="connsiteX1" fmla="*/ 80509 w 80509"/>
                  <a:gd name="connsiteY1" fmla="*/ 0 h 80509"/>
                  <a:gd name="connsiteX2" fmla="*/ 80509 w 80509"/>
                  <a:gd name="connsiteY2" fmla="*/ 80509 h 80509"/>
                  <a:gd name="connsiteX3" fmla="*/ 0 w 80509"/>
                  <a:gd name="connsiteY3" fmla="*/ 80509 h 80509"/>
                </a:gdLst>
                <a:ahLst/>
                <a:cxnLst>
                  <a:cxn ang="0">
                    <a:pos x="connsiteX0" y="connsiteY0"/>
                  </a:cxn>
                  <a:cxn ang="0">
                    <a:pos x="connsiteX1" y="connsiteY1"/>
                  </a:cxn>
                  <a:cxn ang="0">
                    <a:pos x="connsiteX2" y="connsiteY2"/>
                  </a:cxn>
                  <a:cxn ang="0">
                    <a:pos x="connsiteX3" y="connsiteY3"/>
                  </a:cxn>
                </a:cxnLst>
                <a:rect l="l" t="t" r="r" b="b"/>
                <a:pathLst>
                  <a:path w="80509" h="80509">
                    <a:moveTo>
                      <a:pt x="0" y="0"/>
                    </a:moveTo>
                    <a:lnTo>
                      <a:pt x="80509" y="0"/>
                    </a:lnTo>
                    <a:lnTo>
                      <a:pt x="80509" y="80509"/>
                    </a:lnTo>
                    <a:lnTo>
                      <a:pt x="0" y="80509"/>
                    </a:lnTo>
                    <a:close/>
                  </a:path>
                </a:pathLst>
              </a:custGeom>
              <a:grpFill/>
              <a:ln w="12700" cap="rnd">
                <a:solidFill>
                  <a:schemeClr val="accent2"/>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0" name="Freeform: Shape 79">
                <a:extLst>
                  <a:ext uri="{FF2B5EF4-FFF2-40B4-BE49-F238E27FC236}">
                    <a16:creationId xmlns:a16="http://schemas.microsoft.com/office/drawing/2014/main" id="{2547F3E5-4F57-7105-9F06-F850F4139FDC}"/>
                  </a:ext>
                </a:extLst>
              </p:cNvPr>
              <p:cNvSpPr/>
              <p:nvPr/>
            </p:nvSpPr>
            <p:spPr>
              <a:xfrm>
                <a:off x="815713" y="2427400"/>
                <a:ext cx="80509" cy="80509"/>
              </a:xfrm>
              <a:custGeom>
                <a:avLst/>
                <a:gdLst>
                  <a:gd name="connsiteX0" fmla="*/ 0 w 80509"/>
                  <a:gd name="connsiteY0" fmla="*/ 0 h 80509"/>
                  <a:gd name="connsiteX1" fmla="*/ 80509 w 80509"/>
                  <a:gd name="connsiteY1" fmla="*/ 0 h 80509"/>
                  <a:gd name="connsiteX2" fmla="*/ 80509 w 80509"/>
                  <a:gd name="connsiteY2" fmla="*/ 80509 h 80509"/>
                  <a:gd name="connsiteX3" fmla="*/ 0 w 80509"/>
                  <a:gd name="connsiteY3" fmla="*/ 80509 h 80509"/>
                </a:gdLst>
                <a:ahLst/>
                <a:cxnLst>
                  <a:cxn ang="0">
                    <a:pos x="connsiteX0" y="connsiteY0"/>
                  </a:cxn>
                  <a:cxn ang="0">
                    <a:pos x="connsiteX1" y="connsiteY1"/>
                  </a:cxn>
                  <a:cxn ang="0">
                    <a:pos x="connsiteX2" y="connsiteY2"/>
                  </a:cxn>
                  <a:cxn ang="0">
                    <a:pos x="connsiteX3" y="connsiteY3"/>
                  </a:cxn>
                </a:cxnLst>
                <a:rect l="l" t="t" r="r" b="b"/>
                <a:pathLst>
                  <a:path w="80509" h="80509">
                    <a:moveTo>
                      <a:pt x="0" y="0"/>
                    </a:moveTo>
                    <a:lnTo>
                      <a:pt x="80509" y="0"/>
                    </a:lnTo>
                    <a:lnTo>
                      <a:pt x="80509" y="80509"/>
                    </a:lnTo>
                    <a:lnTo>
                      <a:pt x="0" y="80509"/>
                    </a:lnTo>
                    <a:close/>
                  </a:path>
                </a:pathLst>
              </a:custGeom>
              <a:grpFill/>
              <a:ln w="12700" cap="rnd">
                <a:solidFill>
                  <a:schemeClr val="accent2"/>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sp>
          <p:nvSpPr>
            <p:cNvPr id="81" name="Freeform: Shape 80">
              <a:extLst>
                <a:ext uri="{FF2B5EF4-FFF2-40B4-BE49-F238E27FC236}">
                  <a16:creationId xmlns:a16="http://schemas.microsoft.com/office/drawing/2014/main" id="{BABA6AFD-75C8-BB07-BA7C-4C0A673568DF}"/>
                </a:ext>
              </a:extLst>
            </p:cNvPr>
            <p:cNvSpPr/>
            <p:nvPr/>
          </p:nvSpPr>
          <p:spPr>
            <a:xfrm>
              <a:off x="1000914" y="2281454"/>
              <a:ext cx="68367" cy="68367"/>
            </a:xfrm>
            <a:custGeom>
              <a:avLst/>
              <a:gdLst>
                <a:gd name="connsiteX0" fmla="*/ 0 w 80509"/>
                <a:gd name="connsiteY0" fmla="*/ 0 h 80509"/>
                <a:gd name="connsiteX1" fmla="*/ 80509 w 80509"/>
                <a:gd name="connsiteY1" fmla="*/ 0 h 80509"/>
                <a:gd name="connsiteX2" fmla="*/ 80509 w 80509"/>
                <a:gd name="connsiteY2" fmla="*/ 80509 h 80509"/>
                <a:gd name="connsiteX3" fmla="*/ 0 w 80509"/>
                <a:gd name="connsiteY3" fmla="*/ 80509 h 80509"/>
              </a:gdLst>
              <a:ahLst/>
              <a:cxnLst>
                <a:cxn ang="0">
                  <a:pos x="connsiteX0" y="connsiteY0"/>
                </a:cxn>
                <a:cxn ang="0">
                  <a:pos x="connsiteX1" y="connsiteY1"/>
                </a:cxn>
                <a:cxn ang="0">
                  <a:pos x="connsiteX2" y="connsiteY2"/>
                </a:cxn>
                <a:cxn ang="0">
                  <a:pos x="connsiteX3" y="connsiteY3"/>
                </a:cxn>
              </a:cxnLst>
              <a:rect l="l" t="t" r="r" b="b"/>
              <a:pathLst>
                <a:path w="80509" h="80509">
                  <a:moveTo>
                    <a:pt x="0" y="0"/>
                  </a:moveTo>
                  <a:lnTo>
                    <a:pt x="80509" y="0"/>
                  </a:lnTo>
                  <a:lnTo>
                    <a:pt x="80509" y="80509"/>
                  </a:lnTo>
                  <a:lnTo>
                    <a:pt x="0" y="80509"/>
                  </a:lnTo>
                  <a:close/>
                </a:path>
              </a:pathLst>
            </a:custGeom>
            <a:grpFill/>
            <a:ln w="12700" cap="rnd">
              <a:solidFill>
                <a:schemeClr val="accent2"/>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2" name="Freeform: Shape 81">
              <a:extLst>
                <a:ext uri="{FF2B5EF4-FFF2-40B4-BE49-F238E27FC236}">
                  <a16:creationId xmlns:a16="http://schemas.microsoft.com/office/drawing/2014/main" id="{BEE5C827-FA95-B44C-887E-54FB530A7FF0}"/>
                </a:ext>
              </a:extLst>
            </p:cNvPr>
            <p:cNvSpPr/>
            <p:nvPr/>
          </p:nvSpPr>
          <p:spPr>
            <a:xfrm>
              <a:off x="1000914" y="2377794"/>
              <a:ext cx="68367" cy="68367"/>
            </a:xfrm>
            <a:custGeom>
              <a:avLst/>
              <a:gdLst>
                <a:gd name="connsiteX0" fmla="*/ 0 w 80509"/>
                <a:gd name="connsiteY0" fmla="*/ 0 h 80509"/>
                <a:gd name="connsiteX1" fmla="*/ 80509 w 80509"/>
                <a:gd name="connsiteY1" fmla="*/ 0 h 80509"/>
                <a:gd name="connsiteX2" fmla="*/ 80509 w 80509"/>
                <a:gd name="connsiteY2" fmla="*/ 80509 h 80509"/>
                <a:gd name="connsiteX3" fmla="*/ 0 w 80509"/>
                <a:gd name="connsiteY3" fmla="*/ 80509 h 80509"/>
              </a:gdLst>
              <a:ahLst/>
              <a:cxnLst>
                <a:cxn ang="0">
                  <a:pos x="connsiteX0" y="connsiteY0"/>
                </a:cxn>
                <a:cxn ang="0">
                  <a:pos x="connsiteX1" y="connsiteY1"/>
                </a:cxn>
                <a:cxn ang="0">
                  <a:pos x="connsiteX2" y="connsiteY2"/>
                </a:cxn>
                <a:cxn ang="0">
                  <a:pos x="connsiteX3" y="connsiteY3"/>
                </a:cxn>
              </a:cxnLst>
              <a:rect l="l" t="t" r="r" b="b"/>
              <a:pathLst>
                <a:path w="80509" h="80509">
                  <a:moveTo>
                    <a:pt x="0" y="0"/>
                  </a:moveTo>
                  <a:lnTo>
                    <a:pt x="80509" y="0"/>
                  </a:lnTo>
                  <a:lnTo>
                    <a:pt x="80509" y="80509"/>
                  </a:lnTo>
                  <a:lnTo>
                    <a:pt x="0" y="80509"/>
                  </a:lnTo>
                  <a:close/>
                </a:path>
              </a:pathLst>
            </a:custGeom>
            <a:grpFill/>
            <a:ln w="12700" cap="rnd">
              <a:solidFill>
                <a:schemeClr val="accent2"/>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3" name="Freeform: Shape 82">
              <a:extLst>
                <a:ext uri="{FF2B5EF4-FFF2-40B4-BE49-F238E27FC236}">
                  <a16:creationId xmlns:a16="http://schemas.microsoft.com/office/drawing/2014/main" id="{83FDB79D-C280-400F-F76E-D279AFBF233B}"/>
                </a:ext>
              </a:extLst>
            </p:cNvPr>
            <p:cNvSpPr/>
            <p:nvPr/>
          </p:nvSpPr>
          <p:spPr>
            <a:xfrm>
              <a:off x="684419" y="2401284"/>
              <a:ext cx="145382" cy="210119"/>
            </a:xfrm>
            <a:custGeom>
              <a:avLst/>
              <a:gdLst>
                <a:gd name="connsiteX0" fmla="*/ 0 w 171202"/>
                <a:gd name="connsiteY0" fmla="*/ 0 h 247436"/>
                <a:gd name="connsiteX1" fmla="*/ 171202 w 171202"/>
                <a:gd name="connsiteY1" fmla="*/ 0 h 247436"/>
                <a:gd name="connsiteX2" fmla="*/ 171202 w 171202"/>
                <a:gd name="connsiteY2" fmla="*/ 247437 h 247436"/>
                <a:gd name="connsiteX3" fmla="*/ 0 w 171202"/>
                <a:gd name="connsiteY3" fmla="*/ 247437 h 247436"/>
              </a:gdLst>
              <a:ahLst/>
              <a:cxnLst>
                <a:cxn ang="0">
                  <a:pos x="connsiteX0" y="connsiteY0"/>
                </a:cxn>
                <a:cxn ang="0">
                  <a:pos x="connsiteX1" y="connsiteY1"/>
                </a:cxn>
                <a:cxn ang="0">
                  <a:pos x="connsiteX2" y="connsiteY2"/>
                </a:cxn>
                <a:cxn ang="0">
                  <a:pos x="connsiteX3" y="connsiteY3"/>
                </a:cxn>
              </a:cxnLst>
              <a:rect l="l" t="t" r="r" b="b"/>
              <a:pathLst>
                <a:path w="171202" h="247436">
                  <a:moveTo>
                    <a:pt x="0" y="0"/>
                  </a:moveTo>
                  <a:lnTo>
                    <a:pt x="171202" y="0"/>
                  </a:lnTo>
                  <a:lnTo>
                    <a:pt x="171202" y="247437"/>
                  </a:lnTo>
                  <a:lnTo>
                    <a:pt x="0" y="247437"/>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4" name="Freeform: Shape 83">
              <a:extLst>
                <a:ext uri="{FF2B5EF4-FFF2-40B4-BE49-F238E27FC236}">
                  <a16:creationId xmlns:a16="http://schemas.microsoft.com/office/drawing/2014/main" id="{08EE7C1E-90D2-2736-C58F-1F8B8FE01AE1}"/>
                </a:ext>
              </a:extLst>
            </p:cNvPr>
            <p:cNvSpPr/>
            <p:nvPr/>
          </p:nvSpPr>
          <p:spPr>
            <a:xfrm>
              <a:off x="751575" y="2379788"/>
              <a:ext cx="35589" cy="3559"/>
            </a:xfrm>
            <a:custGeom>
              <a:avLst/>
              <a:gdLst>
                <a:gd name="connsiteX0" fmla="*/ 41910 w 41910"/>
                <a:gd name="connsiteY0" fmla="*/ 0 h 4191"/>
                <a:gd name="connsiteX1" fmla="*/ 0 w 41910"/>
                <a:gd name="connsiteY1" fmla="*/ 0 h 4191"/>
              </a:gdLst>
              <a:ahLst/>
              <a:cxnLst>
                <a:cxn ang="0">
                  <a:pos x="connsiteX0" y="connsiteY0"/>
                </a:cxn>
                <a:cxn ang="0">
                  <a:pos x="connsiteX1" y="connsiteY1"/>
                </a:cxn>
              </a:cxnLst>
              <a:rect l="l" t="t" r="r" b="b"/>
              <a:pathLst>
                <a:path w="41910" h="4191">
                  <a:moveTo>
                    <a:pt x="41910" y="0"/>
                  </a:moveTo>
                  <a:lnTo>
                    <a:pt x="0" y="0"/>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5" name="Freeform: Shape 84">
              <a:extLst>
                <a:ext uri="{FF2B5EF4-FFF2-40B4-BE49-F238E27FC236}">
                  <a16:creationId xmlns:a16="http://schemas.microsoft.com/office/drawing/2014/main" id="{0E7C1816-D5EE-D1EF-2534-8678BAAAF701}"/>
                </a:ext>
              </a:extLst>
            </p:cNvPr>
            <p:cNvSpPr/>
            <p:nvPr/>
          </p:nvSpPr>
          <p:spPr>
            <a:xfrm>
              <a:off x="731609" y="2374271"/>
              <a:ext cx="11033" cy="11033"/>
            </a:xfrm>
            <a:custGeom>
              <a:avLst/>
              <a:gdLst>
                <a:gd name="connsiteX0" fmla="*/ 12992 w 12992"/>
                <a:gd name="connsiteY0" fmla="*/ 6496 h 12992"/>
                <a:gd name="connsiteX1" fmla="*/ 6496 w 12992"/>
                <a:gd name="connsiteY1" fmla="*/ 12992 h 12992"/>
                <a:gd name="connsiteX2" fmla="*/ 0 w 12992"/>
                <a:gd name="connsiteY2" fmla="*/ 6496 h 12992"/>
                <a:gd name="connsiteX3" fmla="*/ 6496 w 12992"/>
                <a:gd name="connsiteY3" fmla="*/ 0 h 12992"/>
                <a:gd name="connsiteX4" fmla="*/ 12992 w 12992"/>
                <a:gd name="connsiteY4" fmla="*/ 6496 h 12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2" h="12992">
                  <a:moveTo>
                    <a:pt x="12992" y="6496"/>
                  </a:moveTo>
                  <a:cubicBezTo>
                    <a:pt x="12992" y="10084"/>
                    <a:pt x="10084" y="12992"/>
                    <a:pt x="6496" y="12992"/>
                  </a:cubicBezTo>
                  <a:cubicBezTo>
                    <a:pt x="2908" y="12992"/>
                    <a:pt x="0" y="10084"/>
                    <a:pt x="0" y="6496"/>
                  </a:cubicBezTo>
                  <a:cubicBezTo>
                    <a:pt x="0" y="2908"/>
                    <a:pt x="2908" y="0"/>
                    <a:pt x="6496" y="0"/>
                  </a:cubicBezTo>
                  <a:cubicBezTo>
                    <a:pt x="10084" y="0"/>
                    <a:pt x="12992" y="2908"/>
                    <a:pt x="12992" y="6496"/>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6" name="Freeform: Shape 85">
              <a:extLst>
                <a:ext uri="{FF2B5EF4-FFF2-40B4-BE49-F238E27FC236}">
                  <a16:creationId xmlns:a16="http://schemas.microsoft.com/office/drawing/2014/main" id="{BDAC08DD-C4CB-7430-AA7A-F75EF5EBDE5C}"/>
                </a:ext>
              </a:extLst>
            </p:cNvPr>
            <p:cNvSpPr/>
            <p:nvPr/>
          </p:nvSpPr>
          <p:spPr>
            <a:xfrm>
              <a:off x="684276" y="2357830"/>
              <a:ext cx="145702" cy="287739"/>
            </a:xfrm>
            <a:custGeom>
              <a:avLst/>
              <a:gdLst>
                <a:gd name="connsiteX0" fmla="*/ 171412 w 171579"/>
                <a:gd name="connsiteY0" fmla="*/ 316337 h 338842"/>
                <a:gd name="connsiteX1" fmla="*/ 142075 w 171579"/>
                <a:gd name="connsiteY1" fmla="*/ 338842 h 338842"/>
                <a:gd name="connsiteX2" fmla="*/ 29337 w 171579"/>
                <a:gd name="connsiteY2" fmla="*/ 338842 h 338842"/>
                <a:gd name="connsiteX3" fmla="*/ 0 w 171579"/>
                <a:gd name="connsiteY3" fmla="*/ 316337 h 338842"/>
                <a:gd name="connsiteX4" fmla="*/ 0 w 171579"/>
                <a:gd name="connsiteY4" fmla="*/ 29337 h 338842"/>
                <a:gd name="connsiteX5" fmla="*/ 29337 w 171579"/>
                <a:gd name="connsiteY5" fmla="*/ 0 h 338842"/>
                <a:gd name="connsiteX6" fmla="*/ 142243 w 171579"/>
                <a:gd name="connsiteY6" fmla="*/ 0 h 338842"/>
                <a:gd name="connsiteX7" fmla="*/ 171580 w 171579"/>
                <a:gd name="connsiteY7" fmla="*/ 29337 h 338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579" h="338842">
                  <a:moveTo>
                    <a:pt x="171412" y="316337"/>
                  </a:moveTo>
                  <a:cubicBezTo>
                    <a:pt x="171412" y="332430"/>
                    <a:pt x="158336" y="338842"/>
                    <a:pt x="142075" y="338842"/>
                  </a:cubicBezTo>
                  <a:lnTo>
                    <a:pt x="29337" y="338842"/>
                  </a:lnTo>
                  <a:cubicBezTo>
                    <a:pt x="13244" y="338842"/>
                    <a:pt x="0" y="332430"/>
                    <a:pt x="0" y="316337"/>
                  </a:cubicBezTo>
                  <a:lnTo>
                    <a:pt x="0" y="29337"/>
                  </a:lnTo>
                  <a:cubicBezTo>
                    <a:pt x="0" y="13135"/>
                    <a:pt x="13135" y="0"/>
                    <a:pt x="29337" y="0"/>
                  </a:cubicBezTo>
                  <a:lnTo>
                    <a:pt x="142243" y="0"/>
                  </a:lnTo>
                  <a:cubicBezTo>
                    <a:pt x="158445" y="0"/>
                    <a:pt x="171580" y="13135"/>
                    <a:pt x="171580" y="29337"/>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7" name="Freeform: Shape 86">
              <a:extLst>
                <a:ext uri="{FF2B5EF4-FFF2-40B4-BE49-F238E27FC236}">
                  <a16:creationId xmlns:a16="http://schemas.microsoft.com/office/drawing/2014/main" id="{C8293922-7A93-1718-489D-8721FD7D41F9}"/>
                </a:ext>
              </a:extLst>
            </p:cNvPr>
            <p:cNvSpPr/>
            <p:nvPr/>
          </p:nvSpPr>
          <p:spPr>
            <a:xfrm>
              <a:off x="707374" y="2455842"/>
              <a:ext cx="41035" cy="41035"/>
            </a:xfrm>
            <a:custGeom>
              <a:avLst/>
              <a:gdLst>
                <a:gd name="connsiteX0" fmla="*/ 0 w 48322"/>
                <a:gd name="connsiteY0" fmla="*/ 0 h 48322"/>
                <a:gd name="connsiteX1" fmla="*/ 48322 w 48322"/>
                <a:gd name="connsiteY1" fmla="*/ 0 h 48322"/>
                <a:gd name="connsiteX2" fmla="*/ 48322 w 48322"/>
                <a:gd name="connsiteY2" fmla="*/ 48322 h 48322"/>
                <a:gd name="connsiteX3" fmla="*/ 0 w 48322"/>
                <a:gd name="connsiteY3" fmla="*/ 48322 h 48322"/>
              </a:gdLst>
              <a:ahLst/>
              <a:cxnLst>
                <a:cxn ang="0">
                  <a:pos x="connsiteX0" y="connsiteY0"/>
                </a:cxn>
                <a:cxn ang="0">
                  <a:pos x="connsiteX1" y="connsiteY1"/>
                </a:cxn>
                <a:cxn ang="0">
                  <a:pos x="connsiteX2" y="connsiteY2"/>
                </a:cxn>
                <a:cxn ang="0">
                  <a:pos x="connsiteX3" y="connsiteY3"/>
                </a:cxn>
              </a:cxnLst>
              <a:rect l="l" t="t" r="r" b="b"/>
              <a:pathLst>
                <a:path w="48322" h="48322">
                  <a:moveTo>
                    <a:pt x="0" y="0"/>
                  </a:moveTo>
                  <a:lnTo>
                    <a:pt x="48322" y="0"/>
                  </a:lnTo>
                  <a:lnTo>
                    <a:pt x="48322" y="48322"/>
                  </a:lnTo>
                  <a:lnTo>
                    <a:pt x="0" y="48322"/>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8" name="Freeform: Shape 87">
              <a:extLst>
                <a:ext uri="{FF2B5EF4-FFF2-40B4-BE49-F238E27FC236}">
                  <a16:creationId xmlns:a16="http://schemas.microsoft.com/office/drawing/2014/main" id="{38A3C0DB-5A8C-9A0A-6DDD-75277119F2A9}"/>
                </a:ext>
              </a:extLst>
            </p:cNvPr>
            <p:cNvSpPr/>
            <p:nvPr/>
          </p:nvSpPr>
          <p:spPr>
            <a:xfrm>
              <a:off x="707374" y="2513639"/>
              <a:ext cx="41035" cy="41035"/>
            </a:xfrm>
            <a:custGeom>
              <a:avLst/>
              <a:gdLst>
                <a:gd name="connsiteX0" fmla="*/ 0 w 48322"/>
                <a:gd name="connsiteY0" fmla="*/ 0 h 48322"/>
                <a:gd name="connsiteX1" fmla="*/ 48322 w 48322"/>
                <a:gd name="connsiteY1" fmla="*/ 0 h 48322"/>
                <a:gd name="connsiteX2" fmla="*/ 48322 w 48322"/>
                <a:gd name="connsiteY2" fmla="*/ 48322 h 48322"/>
                <a:gd name="connsiteX3" fmla="*/ 0 w 48322"/>
                <a:gd name="connsiteY3" fmla="*/ 48322 h 48322"/>
              </a:gdLst>
              <a:ahLst/>
              <a:cxnLst>
                <a:cxn ang="0">
                  <a:pos x="connsiteX0" y="connsiteY0"/>
                </a:cxn>
                <a:cxn ang="0">
                  <a:pos x="connsiteX1" y="connsiteY1"/>
                </a:cxn>
                <a:cxn ang="0">
                  <a:pos x="connsiteX2" y="connsiteY2"/>
                </a:cxn>
                <a:cxn ang="0">
                  <a:pos x="connsiteX3" y="connsiteY3"/>
                </a:cxn>
              </a:cxnLst>
              <a:rect l="l" t="t" r="r" b="b"/>
              <a:pathLst>
                <a:path w="48322" h="48322">
                  <a:moveTo>
                    <a:pt x="0" y="0"/>
                  </a:moveTo>
                  <a:lnTo>
                    <a:pt x="48322" y="0"/>
                  </a:lnTo>
                  <a:lnTo>
                    <a:pt x="48322" y="48322"/>
                  </a:lnTo>
                  <a:lnTo>
                    <a:pt x="0" y="48322"/>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89" name="Freeform: Shape 88">
              <a:extLst>
                <a:ext uri="{FF2B5EF4-FFF2-40B4-BE49-F238E27FC236}">
                  <a16:creationId xmlns:a16="http://schemas.microsoft.com/office/drawing/2014/main" id="{17A6061B-0095-5F77-0FF4-CB6CDB90CC1C}"/>
                </a:ext>
              </a:extLst>
            </p:cNvPr>
            <p:cNvSpPr/>
            <p:nvPr/>
          </p:nvSpPr>
          <p:spPr>
            <a:xfrm>
              <a:off x="765847" y="2455842"/>
              <a:ext cx="41035" cy="41035"/>
            </a:xfrm>
            <a:custGeom>
              <a:avLst/>
              <a:gdLst>
                <a:gd name="connsiteX0" fmla="*/ 0 w 48322"/>
                <a:gd name="connsiteY0" fmla="*/ 0 h 48322"/>
                <a:gd name="connsiteX1" fmla="*/ 48322 w 48322"/>
                <a:gd name="connsiteY1" fmla="*/ 0 h 48322"/>
                <a:gd name="connsiteX2" fmla="*/ 48322 w 48322"/>
                <a:gd name="connsiteY2" fmla="*/ 48322 h 48322"/>
                <a:gd name="connsiteX3" fmla="*/ 0 w 48322"/>
                <a:gd name="connsiteY3" fmla="*/ 48322 h 48322"/>
              </a:gdLst>
              <a:ahLst/>
              <a:cxnLst>
                <a:cxn ang="0">
                  <a:pos x="connsiteX0" y="connsiteY0"/>
                </a:cxn>
                <a:cxn ang="0">
                  <a:pos x="connsiteX1" y="connsiteY1"/>
                </a:cxn>
                <a:cxn ang="0">
                  <a:pos x="connsiteX2" y="connsiteY2"/>
                </a:cxn>
                <a:cxn ang="0">
                  <a:pos x="connsiteX3" y="connsiteY3"/>
                </a:cxn>
              </a:cxnLst>
              <a:rect l="l" t="t" r="r" b="b"/>
              <a:pathLst>
                <a:path w="48322" h="48322">
                  <a:moveTo>
                    <a:pt x="0" y="0"/>
                  </a:moveTo>
                  <a:lnTo>
                    <a:pt x="48322" y="0"/>
                  </a:lnTo>
                  <a:lnTo>
                    <a:pt x="48322" y="48322"/>
                  </a:lnTo>
                  <a:lnTo>
                    <a:pt x="0" y="48322"/>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0" name="Freeform: Shape 89">
              <a:extLst>
                <a:ext uri="{FF2B5EF4-FFF2-40B4-BE49-F238E27FC236}">
                  <a16:creationId xmlns:a16="http://schemas.microsoft.com/office/drawing/2014/main" id="{2DF100BB-FE4A-B10C-F096-302FB569CB54}"/>
                </a:ext>
              </a:extLst>
            </p:cNvPr>
            <p:cNvSpPr/>
            <p:nvPr/>
          </p:nvSpPr>
          <p:spPr>
            <a:xfrm>
              <a:off x="765847" y="2513639"/>
              <a:ext cx="41035" cy="41035"/>
            </a:xfrm>
            <a:custGeom>
              <a:avLst/>
              <a:gdLst>
                <a:gd name="connsiteX0" fmla="*/ 0 w 48322"/>
                <a:gd name="connsiteY0" fmla="*/ 0 h 48322"/>
                <a:gd name="connsiteX1" fmla="*/ 48322 w 48322"/>
                <a:gd name="connsiteY1" fmla="*/ 0 h 48322"/>
                <a:gd name="connsiteX2" fmla="*/ 48322 w 48322"/>
                <a:gd name="connsiteY2" fmla="*/ 48322 h 48322"/>
                <a:gd name="connsiteX3" fmla="*/ 0 w 48322"/>
                <a:gd name="connsiteY3" fmla="*/ 48322 h 48322"/>
              </a:gdLst>
              <a:ahLst/>
              <a:cxnLst>
                <a:cxn ang="0">
                  <a:pos x="connsiteX0" y="connsiteY0"/>
                </a:cxn>
                <a:cxn ang="0">
                  <a:pos x="connsiteX1" y="connsiteY1"/>
                </a:cxn>
                <a:cxn ang="0">
                  <a:pos x="connsiteX2" y="connsiteY2"/>
                </a:cxn>
                <a:cxn ang="0">
                  <a:pos x="connsiteX3" y="connsiteY3"/>
                </a:cxn>
              </a:cxnLst>
              <a:rect l="l" t="t" r="r" b="b"/>
              <a:pathLst>
                <a:path w="48322" h="48322">
                  <a:moveTo>
                    <a:pt x="0" y="0"/>
                  </a:moveTo>
                  <a:lnTo>
                    <a:pt x="48322" y="0"/>
                  </a:lnTo>
                  <a:lnTo>
                    <a:pt x="48322" y="48322"/>
                  </a:lnTo>
                  <a:lnTo>
                    <a:pt x="0" y="48322"/>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1" name="Freeform: Shape 90">
              <a:extLst>
                <a:ext uri="{FF2B5EF4-FFF2-40B4-BE49-F238E27FC236}">
                  <a16:creationId xmlns:a16="http://schemas.microsoft.com/office/drawing/2014/main" id="{AC1B3037-1F35-0B66-FB0E-3A8912E9DEAC}"/>
                </a:ext>
              </a:extLst>
            </p:cNvPr>
            <p:cNvSpPr/>
            <p:nvPr/>
          </p:nvSpPr>
          <p:spPr>
            <a:xfrm>
              <a:off x="810796" y="2244761"/>
              <a:ext cx="350877" cy="240406"/>
            </a:xfrm>
            <a:custGeom>
              <a:avLst/>
              <a:gdLst>
                <a:gd name="connsiteX0" fmla="*/ 0 w 413194"/>
                <a:gd name="connsiteY0" fmla="*/ 101171 h 283102"/>
                <a:gd name="connsiteX1" fmla="*/ 0 w 413194"/>
                <a:gd name="connsiteY1" fmla="*/ 11483 h 283102"/>
                <a:gd name="connsiteX2" fmla="*/ 11483 w 413194"/>
                <a:gd name="connsiteY2" fmla="*/ 0 h 283102"/>
                <a:gd name="connsiteX3" fmla="*/ 401707 w 413194"/>
                <a:gd name="connsiteY3" fmla="*/ 0 h 283102"/>
                <a:gd name="connsiteX4" fmla="*/ 413191 w 413194"/>
                <a:gd name="connsiteY4" fmla="*/ 11483 h 283102"/>
                <a:gd name="connsiteX5" fmla="*/ 413191 w 413194"/>
                <a:gd name="connsiteY5" fmla="*/ 271325 h 283102"/>
                <a:gd name="connsiteX6" fmla="*/ 402005 w 413194"/>
                <a:gd name="connsiteY6" fmla="*/ 283098 h 283102"/>
                <a:gd name="connsiteX7" fmla="*/ 401707 w 413194"/>
                <a:gd name="connsiteY7" fmla="*/ 283102 h 283102"/>
                <a:gd name="connsiteX8" fmla="*/ 56579 w 413194"/>
                <a:gd name="connsiteY8" fmla="*/ 283102 h 28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3194" h="283102">
                  <a:moveTo>
                    <a:pt x="0" y="101171"/>
                  </a:moveTo>
                  <a:lnTo>
                    <a:pt x="0" y="11483"/>
                  </a:lnTo>
                  <a:cubicBezTo>
                    <a:pt x="0" y="5141"/>
                    <a:pt x="5141" y="0"/>
                    <a:pt x="11483" y="0"/>
                  </a:cubicBezTo>
                  <a:lnTo>
                    <a:pt x="401707" y="0"/>
                  </a:lnTo>
                  <a:cubicBezTo>
                    <a:pt x="408048" y="0"/>
                    <a:pt x="413191" y="5141"/>
                    <a:pt x="413191" y="11483"/>
                  </a:cubicBezTo>
                  <a:lnTo>
                    <a:pt x="413191" y="271325"/>
                  </a:lnTo>
                  <a:cubicBezTo>
                    <a:pt x="413354" y="277666"/>
                    <a:pt x="408346" y="282934"/>
                    <a:pt x="402005" y="283098"/>
                  </a:cubicBezTo>
                  <a:cubicBezTo>
                    <a:pt x="401904" y="283102"/>
                    <a:pt x="401808" y="283102"/>
                    <a:pt x="401707" y="283102"/>
                  </a:cubicBezTo>
                  <a:lnTo>
                    <a:pt x="56579" y="283102"/>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2" name="Freeform: Shape 91">
              <a:extLst>
                <a:ext uri="{FF2B5EF4-FFF2-40B4-BE49-F238E27FC236}">
                  <a16:creationId xmlns:a16="http://schemas.microsoft.com/office/drawing/2014/main" id="{679B5C03-4BD1-CAB4-C193-A634FBFBAF6D}"/>
                </a:ext>
              </a:extLst>
            </p:cNvPr>
            <p:cNvSpPr/>
            <p:nvPr/>
          </p:nvSpPr>
          <p:spPr>
            <a:xfrm>
              <a:off x="787164" y="2221807"/>
              <a:ext cx="399668" cy="291263"/>
            </a:xfrm>
            <a:custGeom>
              <a:avLst/>
              <a:gdLst>
                <a:gd name="connsiteX0" fmla="*/ 1 w 470649"/>
                <a:gd name="connsiteY0" fmla="*/ 129921 h 342991"/>
                <a:gd name="connsiteX1" fmla="*/ 1 w 470649"/>
                <a:gd name="connsiteY1" fmla="*/ 11609 h 342991"/>
                <a:gd name="connsiteX2" fmla="*/ 11357 w 470649"/>
                <a:gd name="connsiteY2" fmla="*/ 1 h 342991"/>
                <a:gd name="connsiteX3" fmla="*/ 11484 w 470649"/>
                <a:gd name="connsiteY3" fmla="*/ 0 h 342991"/>
                <a:gd name="connsiteX4" fmla="*/ 459167 w 470649"/>
                <a:gd name="connsiteY4" fmla="*/ 0 h 342991"/>
                <a:gd name="connsiteX5" fmla="*/ 470650 w 470649"/>
                <a:gd name="connsiteY5" fmla="*/ 11483 h 342991"/>
                <a:gd name="connsiteX6" fmla="*/ 470650 w 470649"/>
                <a:gd name="connsiteY6" fmla="*/ 331508 h 342991"/>
                <a:gd name="connsiteX7" fmla="*/ 459167 w 470649"/>
                <a:gd name="connsiteY7" fmla="*/ 342991 h 342991"/>
                <a:gd name="connsiteX8" fmla="*/ 82731 w 470649"/>
                <a:gd name="connsiteY8" fmla="*/ 342991 h 342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649" h="342991">
                  <a:moveTo>
                    <a:pt x="1" y="129921"/>
                  </a:moveTo>
                  <a:lnTo>
                    <a:pt x="1" y="11609"/>
                  </a:lnTo>
                  <a:cubicBezTo>
                    <a:pt x="-69" y="5267"/>
                    <a:pt x="5016" y="70"/>
                    <a:pt x="11357" y="1"/>
                  </a:cubicBezTo>
                  <a:cubicBezTo>
                    <a:pt x="11400" y="0"/>
                    <a:pt x="11442" y="0"/>
                    <a:pt x="11484" y="0"/>
                  </a:cubicBezTo>
                  <a:lnTo>
                    <a:pt x="459167" y="0"/>
                  </a:lnTo>
                  <a:cubicBezTo>
                    <a:pt x="465508" y="0"/>
                    <a:pt x="470650" y="5141"/>
                    <a:pt x="470650" y="11483"/>
                  </a:cubicBezTo>
                  <a:lnTo>
                    <a:pt x="470650" y="331508"/>
                  </a:lnTo>
                  <a:cubicBezTo>
                    <a:pt x="470650" y="337849"/>
                    <a:pt x="465508" y="342991"/>
                    <a:pt x="459167" y="342991"/>
                  </a:cubicBezTo>
                  <a:lnTo>
                    <a:pt x="82731" y="342991"/>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3" name="Freeform: Shape 92">
              <a:extLst>
                <a:ext uri="{FF2B5EF4-FFF2-40B4-BE49-F238E27FC236}">
                  <a16:creationId xmlns:a16="http://schemas.microsoft.com/office/drawing/2014/main" id="{B9E6BC74-1BF0-F4F7-66FE-9D183B8DC17E}"/>
                </a:ext>
              </a:extLst>
            </p:cNvPr>
            <p:cNvSpPr/>
            <p:nvPr/>
          </p:nvSpPr>
          <p:spPr>
            <a:xfrm>
              <a:off x="859019" y="2513176"/>
              <a:ext cx="369737" cy="35518"/>
            </a:xfrm>
            <a:custGeom>
              <a:avLst/>
              <a:gdLst>
                <a:gd name="connsiteX0" fmla="*/ 0 w 435402"/>
                <a:gd name="connsiteY0" fmla="*/ 41826 h 41826"/>
                <a:gd name="connsiteX1" fmla="*/ 401875 w 435402"/>
                <a:gd name="connsiteY1" fmla="*/ 41826 h 41826"/>
                <a:gd name="connsiteX2" fmla="*/ 435403 w 435402"/>
                <a:gd name="connsiteY2" fmla="*/ 27200 h 41826"/>
                <a:gd name="connsiteX3" fmla="*/ 435403 w 435402"/>
                <a:gd name="connsiteY3" fmla="*/ 0 h 41826"/>
                <a:gd name="connsiteX4" fmla="*/ 380710 w 435402"/>
                <a:gd name="connsiteY4" fmla="*/ 0 h 41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5402" h="41826">
                  <a:moveTo>
                    <a:pt x="0" y="41826"/>
                  </a:moveTo>
                  <a:lnTo>
                    <a:pt x="401875" y="41826"/>
                  </a:lnTo>
                  <a:cubicBezTo>
                    <a:pt x="401875" y="41826"/>
                    <a:pt x="426183" y="42036"/>
                    <a:pt x="435403" y="27200"/>
                  </a:cubicBezTo>
                  <a:lnTo>
                    <a:pt x="435403" y="0"/>
                  </a:lnTo>
                  <a:lnTo>
                    <a:pt x="380710" y="0"/>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19" name="Group 18">
            <a:extLst>
              <a:ext uri="{FF2B5EF4-FFF2-40B4-BE49-F238E27FC236}">
                <a16:creationId xmlns:a16="http://schemas.microsoft.com/office/drawing/2014/main" id="{5471C46F-896D-0F9E-3412-8F150FDE219E}"/>
              </a:ext>
            </a:extLst>
          </p:cNvPr>
          <p:cNvGrpSpPr/>
          <p:nvPr/>
        </p:nvGrpSpPr>
        <p:grpSpPr>
          <a:xfrm>
            <a:off x="561307" y="3881949"/>
            <a:ext cx="687588" cy="510499"/>
            <a:chOff x="603168" y="3367088"/>
            <a:chExt cx="599038" cy="444754"/>
          </a:xfrm>
          <a:noFill/>
        </p:grpSpPr>
        <p:sp>
          <p:nvSpPr>
            <p:cNvPr id="124" name="Freeform: Shape 123">
              <a:extLst>
                <a:ext uri="{FF2B5EF4-FFF2-40B4-BE49-F238E27FC236}">
                  <a16:creationId xmlns:a16="http://schemas.microsoft.com/office/drawing/2014/main" id="{108B332E-B4BB-769D-44D9-A0C45E4D43FE}"/>
                </a:ext>
              </a:extLst>
            </p:cNvPr>
            <p:cNvSpPr/>
            <p:nvPr/>
          </p:nvSpPr>
          <p:spPr>
            <a:xfrm>
              <a:off x="998290" y="3608099"/>
              <a:ext cx="203916" cy="203743"/>
            </a:xfrm>
            <a:custGeom>
              <a:avLst/>
              <a:gdLst>
                <a:gd name="connsiteX0" fmla="*/ 15991 w 168858"/>
                <a:gd name="connsiteY0" fmla="*/ 133798 h 168714"/>
                <a:gd name="connsiteX1" fmla="*/ 19443 w 168858"/>
                <a:gd name="connsiteY1" fmla="*/ 137710 h 168714"/>
                <a:gd name="connsiteX2" fmla="*/ 22865 w 168858"/>
                <a:gd name="connsiteY2" fmla="*/ 141622 h 168714"/>
                <a:gd name="connsiteX3" fmla="*/ 26317 w 168858"/>
                <a:gd name="connsiteY3" fmla="*/ 145562 h 168714"/>
                <a:gd name="connsiteX4" fmla="*/ 49642 w 168858"/>
                <a:gd name="connsiteY4" fmla="*/ 133597 h 168714"/>
                <a:gd name="connsiteX5" fmla="*/ 66295 w 168858"/>
                <a:gd name="connsiteY5" fmla="*/ 141794 h 168714"/>
                <a:gd name="connsiteX6" fmla="*/ 70983 w 168858"/>
                <a:gd name="connsiteY6" fmla="*/ 167680 h 168714"/>
                <a:gd name="connsiteX7" fmla="*/ 76160 w 168858"/>
                <a:gd name="connsiteY7" fmla="*/ 168025 h 168714"/>
                <a:gd name="connsiteX8" fmla="*/ 81366 w 168858"/>
                <a:gd name="connsiteY8" fmla="*/ 168370 h 168714"/>
                <a:gd name="connsiteX9" fmla="*/ 86572 w 168858"/>
                <a:gd name="connsiteY9" fmla="*/ 168715 h 168714"/>
                <a:gd name="connsiteX10" fmla="*/ 94625 w 168858"/>
                <a:gd name="connsiteY10" fmla="*/ 143664 h 168714"/>
                <a:gd name="connsiteX11" fmla="*/ 112314 w 168858"/>
                <a:gd name="connsiteY11" fmla="*/ 137768 h 168714"/>
                <a:gd name="connsiteX12" fmla="*/ 133971 w 168858"/>
                <a:gd name="connsiteY12" fmla="*/ 152752 h 168714"/>
                <a:gd name="connsiteX13" fmla="*/ 137883 w 168858"/>
                <a:gd name="connsiteY13" fmla="*/ 149330 h 168714"/>
                <a:gd name="connsiteX14" fmla="*/ 141794 w 168858"/>
                <a:gd name="connsiteY14" fmla="*/ 145907 h 168714"/>
                <a:gd name="connsiteX15" fmla="*/ 145735 w 168858"/>
                <a:gd name="connsiteY15" fmla="*/ 142456 h 168714"/>
                <a:gd name="connsiteX16" fmla="*/ 133712 w 168858"/>
                <a:gd name="connsiteY16" fmla="*/ 119044 h 168714"/>
                <a:gd name="connsiteX17" fmla="*/ 141938 w 168858"/>
                <a:gd name="connsiteY17" fmla="*/ 102420 h 168714"/>
                <a:gd name="connsiteX18" fmla="*/ 167823 w 168858"/>
                <a:gd name="connsiteY18" fmla="*/ 97732 h 168714"/>
                <a:gd name="connsiteX19" fmla="*/ 168169 w 168858"/>
                <a:gd name="connsiteY19" fmla="*/ 92526 h 168714"/>
                <a:gd name="connsiteX20" fmla="*/ 168514 w 168858"/>
                <a:gd name="connsiteY20" fmla="*/ 87320 h 168714"/>
                <a:gd name="connsiteX21" fmla="*/ 168859 w 168858"/>
                <a:gd name="connsiteY21" fmla="*/ 82143 h 168714"/>
                <a:gd name="connsiteX22" fmla="*/ 143836 w 168858"/>
                <a:gd name="connsiteY22" fmla="*/ 74090 h 168714"/>
                <a:gd name="connsiteX23" fmla="*/ 137911 w 168858"/>
                <a:gd name="connsiteY23" fmla="*/ 56459 h 168714"/>
                <a:gd name="connsiteX24" fmla="*/ 152839 w 168858"/>
                <a:gd name="connsiteY24" fmla="*/ 34888 h 168714"/>
                <a:gd name="connsiteX25" fmla="*/ 149416 w 168858"/>
                <a:gd name="connsiteY25" fmla="*/ 30976 h 168714"/>
                <a:gd name="connsiteX26" fmla="*/ 145965 w 168858"/>
                <a:gd name="connsiteY26" fmla="*/ 27036 h 168714"/>
                <a:gd name="connsiteX27" fmla="*/ 142542 w 168858"/>
                <a:gd name="connsiteY27" fmla="*/ 23124 h 168714"/>
                <a:gd name="connsiteX28" fmla="*/ 119245 w 168858"/>
                <a:gd name="connsiteY28" fmla="*/ 35060 h 168714"/>
                <a:gd name="connsiteX29" fmla="*/ 102477 w 168858"/>
                <a:gd name="connsiteY29" fmla="*/ 26748 h 168714"/>
                <a:gd name="connsiteX30" fmla="*/ 97818 w 168858"/>
                <a:gd name="connsiteY30" fmla="*/ 1035 h 168714"/>
                <a:gd name="connsiteX31" fmla="*/ 92612 w 168858"/>
                <a:gd name="connsiteY31" fmla="*/ 690 h 168714"/>
                <a:gd name="connsiteX32" fmla="*/ 87406 w 168858"/>
                <a:gd name="connsiteY32" fmla="*/ 345 h 168714"/>
                <a:gd name="connsiteX33" fmla="*/ 82200 w 168858"/>
                <a:gd name="connsiteY33" fmla="*/ 0 h 168714"/>
                <a:gd name="connsiteX34" fmla="*/ 74205 w 168858"/>
                <a:gd name="connsiteY34" fmla="*/ 24850 h 168714"/>
                <a:gd name="connsiteX35" fmla="*/ 56430 w 168858"/>
                <a:gd name="connsiteY35" fmla="*/ 30861 h 168714"/>
                <a:gd name="connsiteX36" fmla="*/ 34974 w 168858"/>
                <a:gd name="connsiteY36" fmla="*/ 16020 h 168714"/>
                <a:gd name="connsiteX37" fmla="*/ 31062 w 168858"/>
                <a:gd name="connsiteY37" fmla="*/ 19443 h 168714"/>
                <a:gd name="connsiteX38" fmla="*/ 27036 w 168858"/>
                <a:gd name="connsiteY38" fmla="*/ 22722 h 168714"/>
                <a:gd name="connsiteX39" fmla="*/ 23124 w 168858"/>
                <a:gd name="connsiteY39" fmla="*/ 26173 h 168714"/>
                <a:gd name="connsiteX40" fmla="*/ 35032 w 168858"/>
                <a:gd name="connsiteY40" fmla="*/ 49383 h 168714"/>
                <a:gd name="connsiteX41" fmla="*/ 26719 w 168858"/>
                <a:gd name="connsiteY41" fmla="*/ 66238 h 168714"/>
                <a:gd name="connsiteX42" fmla="*/ 1035 w 168858"/>
                <a:gd name="connsiteY42" fmla="*/ 70897 h 168714"/>
                <a:gd name="connsiteX43" fmla="*/ 690 w 168858"/>
                <a:gd name="connsiteY43" fmla="*/ 76074 h 168714"/>
                <a:gd name="connsiteX44" fmla="*/ 345 w 168858"/>
                <a:gd name="connsiteY44" fmla="*/ 81280 h 168714"/>
                <a:gd name="connsiteX45" fmla="*/ 0 w 168858"/>
                <a:gd name="connsiteY45" fmla="*/ 86486 h 168714"/>
                <a:gd name="connsiteX46" fmla="*/ 24879 w 168858"/>
                <a:gd name="connsiteY46" fmla="*/ 94625 h 168714"/>
                <a:gd name="connsiteX47" fmla="*/ 30919 w 168858"/>
                <a:gd name="connsiteY47" fmla="*/ 112342 h 16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68858" h="168714">
                  <a:moveTo>
                    <a:pt x="15991" y="133798"/>
                  </a:moveTo>
                  <a:lnTo>
                    <a:pt x="19443" y="137710"/>
                  </a:lnTo>
                  <a:lnTo>
                    <a:pt x="22865" y="141622"/>
                  </a:lnTo>
                  <a:lnTo>
                    <a:pt x="26317" y="145562"/>
                  </a:lnTo>
                  <a:lnTo>
                    <a:pt x="49642" y="133597"/>
                  </a:lnTo>
                  <a:cubicBezTo>
                    <a:pt x="54733" y="137181"/>
                    <a:pt x="60350" y="139945"/>
                    <a:pt x="66295" y="141794"/>
                  </a:cubicBezTo>
                  <a:lnTo>
                    <a:pt x="70983" y="167680"/>
                  </a:lnTo>
                  <a:lnTo>
                    <a:pt x="76160" y="168025"/>
                  </a:lnTo>
                  <a:lnTo>
                    <a:pt x="81366" y="168370"/>
                  </a:lnTo>
                  <a:lnTo>
                    <a:pt x="86572" y="168715"/>
                  </a:lnTo>
                  <a:lnTo>
                    <a:pt x="94625" y="143664"/>
                  </a:lnTo>
                  <a:cubicBezTo>
                    <a:pt x="100795" y="142646"/>
                    <a:pt x="106766" y="140655"/>
                    <a:pt x="112314" y="137768"/>
                  </a:cubicBezTo>
                  <a:lnTo>
                    <a:pt x="133971" y="152752"/>
                  </a:lnTo>
                  <a:lnTo>
                    <a:pt x="137883" y="149330"/>
                  </a:lnTo>
                  <a:lnTo>
                    <a:pt x="141794" y="145907"/>
                  </a:lnTo>
                  <a:lnTo>
                    <a:pt x="145735" y="142456"/>
                  </a:lnTo>
                  <a:lnTo>
                    <a:pt x="133712" y="119044"/>
                  </a:lnTo>
                  <a:cubicBezTo>
                    <a:pt x="137296" y="113962"/>
                    <a:pt x="140071" y="108353"/>
                    <a:pt x="141938" y="102420"/>
                  </a:cubicBezTo>
                  <a:lnTo>
                    <a:pt x="167823" y="97732"/>
                  </a:lnTo>
                  <a:lnTo>
                    <a:pt x="168169" y="92526"/>
                  </a:lnTo>
                  <a:lnTo>
                    <a:pt x="168514" y="87320"/>
                  </a:lnTo>
                  <a:lnTo>
                    <a:pt x="168859" y="82143"/>
                  </a:lnTo>
                  <a:lnTo>
                    <a:pt x="143836" y="74090"/>
                  </a:lnTo>
                  <a:cubicBezTo>
                    <a:pt x="142784" y="67943"/>
                    <a:pt x="140785" y="61995"/>
                    <a:pt x="137911" y="56459"/>
                  </a:cubicBezTo>
                  <a:lnTo>
                    <a:pt x="152839" y="34888"/>
                  </a:lnTo>
                  <a:lnTo>
                    <a:pt x="149416" y="30976"/>
                  </a:lnTo>
                  <a:lnTo>
                    <a:pt x="145965" y="27036"/>
                  </a:lnTo>
                  <a:lnTo>
                    <a:pt x="142542" y="23124"/>
                  </a:lnTo>
                  <a:lnTo>
                    <a:pt x="119245" y="35060"/>
                  </a:lnTo>
                  <a:cubicBezTo>
                    <a:pt x="114129" y="31425"/>
                    <a:pt x="108468" y="28621"/>
                    <a:pt x="102477" y="26748"/>
                  </a:cubicBezTo>
                  <a:lnTo>
                    <a:pt x="97818" y="1035"/>
                  </a:lnTo>
                  <a:lnTo>
                    <a:pt x="92612" y="690"/>
                  </a:lnTo>
                  <a:lnTo>
                    <a:pt x="87406" y="345"/>
                  </a:lnTo>
                  <a:lnTo>
                    <a:pt x="82200" y="0"/>
                  </a:lnTo>
                  <a:lnTo>
                    <a:pt x="74205" y="24850"/>
                  </a:lnTo>
                  <a:cubicBezTo>
                    <a:pt x="68001" y="25903"/>
                    <a:pt x="62001" y="27930"/>
                    <a:pt x="56430" y="30861"/>
                  </a:cubicBezTo>
                  <a:lnTo>
                    <a:pt x="34974" y="16020"/>
                  </a:lnTo>
                  <a:lnTo>
                    <a:pt x="31062" y="19443"/>
                  </a:lnTo>
                  <a:lnTo>
                    <a:pt x="27036" y="22722"/>
                  </a:lnTo>
                  <a:lnTo>
                    <a:pt x="23124" y="26173"/>
                  </a:lnTo>
                  <a:lnTo>
                    <a:pt x="35032" y="49383"/>
                  </a:lnTo>
                  <a:cubicBezTo>
                    <a:pt x="31396" y="54532"/>
                    <a:pt x="28589" y="60218"/>
                    <a:pt x="26719" y="66238"/>
                  </a:cubicBezTo>
                  <a:lnTo>
                    <a:pt x="1035" y="70897"/>
                  </a:lnTo>
                  <a:lnTo>
                    <a:pt x="690" y="76074"/>
                  </a:lnTo>
                  <a:lnTo>
                    <a:pt x="345" y="81280"/>
                  </a:lnTo>
                  <a:lnTo>
                    <a:pt x="0" y="86486"/>
                  </a:lnTo>
                  <a:lnTo>
                    <a:pt x="24879" y="94625"/>
                  </a:lnTo>
                  <a:cubicBezTo>
                    <a:pt x="25960" y="100809"/>
                    <a:pt x="27996" y="106786"/>
                    <a:pt x="30919" y="112342"/>
                  </a:cubicBezTo>
                  <a:close/>
                </a:path>
              </a:pathLst>
            </a:custGeom>
            <a:grpFill/>
            <a:ln w="12700" cap="rnd">
              <a:solidFill>
                <a:schemeClr val="accent2"/>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5" name="Freeform: Shape 124">
              <a:extLst>
                <a:ext uri="{FF2B5EF4-FFF2-40B4-BE49-F238E27FC236}">
                  <a16:creationId xmlns:a16="http://schemas.microsoft.com/office/drawing/2014/main" id="{B2162335-A8D4-56D7-55E3-BFE268B0954E}"/>
                </a:ext>
              </a:extLst>
            </p:cNvPr>
            <p:cNvSpPr/>
            <p:nvPr/>
          </p:nvSpPr>
          <p:spPr>
            <a:xfrm>
              <a:off x="1059593" y="3669300"/>
              <a:ext cx="81205" cy="81205"/>
            </a:xfrm>
            <a:custGeom>
              <a:avLst/>
              <a:gdLst>
                <a:gd name="connsiteX0" fmla="*/ 67244 w 67244"/>
                <a:gd name="connsiteY0" fmla="*/ 33622 h 67244"/>
                <a:gd name="connsiteX1" fmla="*/ 33622 w 67244"/>
                <a:gd name="connsiteY1" fmla="*/ 67244 h 67244"/>
                <a:gd name="connsiteX2" fmla="*/ 0 w 67244"/>
                <a:gd name="connsiteY2" fmla="*/ 33622 h 67244"/>
                <a:gd name="connsiteX3" fmla="*/ 33622 w 67244"/>
                <a:gd name="connsiteY3" fmla="*/ 0 h 67244"/>
                <a:gd name="connsiteX4" fmla="*/ 67244 w 67244"/>
                <a:gd name="connsiteY4" fmla="*/ 33622 h 67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44" h="67244">
                  <a:moveTo>
                    <a:pt x="67244" y="33622"/>
                  </a:moveTo>
                  <a:cubicBezTo>
                    <a:pt x="67244" y="52191"/>
                    <a:pt x="52191" y="67244"/>
                    <a:pt x="33622" y="67244"/>
                  </a:cubicBezTo>
                  <a:cubicBezTo>
                    <a:pt x="15053" y="67244"/>
                    <a:pt x="0" y="52191"/>
                    <a:pt x="0" y="33622"/>
                  </a:cubicBezTo>
                  <a:cubicBezTo>
                    <a:pt x="0" y="15053"/>
                    <a:pt x="15053" y="0"/>
                    <a:pt x="33622" y="0"/>
                  </a:cubicBezTo>
                  <a:cubicBezTo>
                    <a:pt x="52191" y="0"/>
                    <a:pt x="67244" y="15053"/>
                    <a:pt x="67244" y="33622"/>
                  </a:cubicBezTo>
                  <a:close/>
                </a:path>
              </a:pathLst>
            </a:custGeom>
            <a:grpFill/>
            <a:ln w="12700" cap="rnd">
              <a:solidFill>
                <a:schemeClr val="accent2"/>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76197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6" name="Freeform: Shape 125">
              <a:extLst>
                <a:ext uri="{FF2B5EF4-FFF2-40B4-BE49-F238E27FC236}">
                  <a16:creationId xmlns:a16="http://schemas.microsoft.com/office/drawing/2014/main" id="{6E168363-A29C-0A96-C30A-2F443D003B59}"/>
                </a:ext>
              </a:extLst>
            </p:cNvPr>
            <p:cNvSpPr/>
            <p:nvPr/>
          </p:nvSpPr>
          <p:spPr>
            <a:xfrm>
              <a:off x="755749" y="3520920"/>
              <a:ext cx="305928" cy="209508"/>
            </a:xfrm>
            <a:custGeom>
              <a:avLst/>
              <a:gdLst>
                <a:gd name="connsiteX0" fmla="*/ 253331 w 253332"/>
                <a:gd name="connsiteY0" fmla="*/ 79756 h 173489"/>
                <a:gd name="connsiteX1" fmla="*/ 253331 w 253332"/>
                <a:gd name="connsiteY1" fmla="*/ 7162 h 173489"/>
                <a:gd name="connsiteX2" fmla="*/ 246400 w 253332"/>
                <a:gd name="connsiteY2" fmla="*/ 1 h 173489"/>
                <a:gd name="connsiteX3" fmla="*/ 246285 w 253332"/>
                <a:gd name="connsiteY3" fmla="*/ 0 h 173489"/>
                <a:gd name="connsiteX4" fmla="*/ 7047 w 253332"/>
                <a:gd name="connsiteY4" fmla="*/ 0 h 173489"/>
                <a:gd name="connsiteX5" fmla="*/ 0 w 253332"/>
                <a:gd name="connsiteY5" fmla="*/ 7047 h 173489"/>
                <a:gd name="connsiteX6" fmla="*/ 0 w 253332"/>
                <a:gd name="connsiteY6" fmla="*/ 166443 h 173489"/>
                <a:gd name="connsiteX7" fmla="*/ 7047 w 253332"/>
                <a:gd name="connsiteY7" fmla="*/ 173489 h 173489"/>
                <a:gd name="connsiteX8" fmla="*/ 197534 w 253332"/>
                <a:gd name="connsiteY8" fmla="*/ 173489 h 173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332" h="173489">
                  <a:moveTo>
                    <a:pt x="253331" y="79756"/>
                  </a:moveTo>
                  <a:lnTo>
                    <a:pt x="253331" y="7162"/>
                  </a:lnTo>
                  <a:cubicBezTo>
                    <a:pt x="253395" y="3270"/>
                    <a:pt x="250291" y="64"/>
                    <a:pt x="246400" y="1"/>
                  </a:cubicBezTo>
                  <a:cubicBezTo>
                    <a:pt x="246362" y="0"/>
                    <a:pt x="246322" y="0"/>
                    <a:pt x="246285" y="0"/>
                  </a:cubicBezTo>
                  <a:lnTo>
                    <a:pt x="7047" y="0"/>
                  </a:lnTo>
                  <a:cubicBezTo>
                    <a:pt x="3155" y="0"/>
                    <a:pt x="0" y="3155"/>
                    <a:pt x="0" y="7047"/>
                  </a:cubicBezTo>
                  <a:lnTo>
                    <a:pt x="0" y="166443"/>
                  </a:lnTo>
                  <a:cubicBezTo>
                    <a:pt x="0" y="170334"/>
                    <a:pt x="3155" y="173489"/>
                    <a:pt x="7047" y="173489"/>
                  </a:cubicBezTo>
                  <a:lnTo>
                    <a:pt x="197534" y="173489"/>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7" name="Freeform: Shape 126">
              <a:extLst>
                <a:ext uri="{FF2B5EF4-FFF2-40B4-BE49-F238E27FC236}">
                  <a16:creationId xmlns:a16="http://schemas.microsoft.com/office/drawing/2014/main" id="{57703DC3-AB10-3009-12D2-24682DE479FD}"/>
                </a:ext>
              </a:extLst>
            </p:cNvPr>
            <p:cNvSpPr/>
            <p:nvPr/>
          </p:nvSpPr>
          <p:spPr>
            <a:xfrm>
              <a:off x="697155" y="3755124"/>
              <a:ext cx="309713" cy="30981"/>
            </a:xfrm>
            <a:custGeom>
              <a:avLst/>
              <a:gdLst>
                <a:gd name="connsiteX0" fmla="*/ 256466 w 256466"/>
                <a:gd name="connsiteY0" fmla="*/ 25655 h 25655"/>
                <a:gd name="connsiteX1" fmla="*/ 20622 w 256466"/>
                <a:gd name="connsiteY1" fmla="*/ 25655 h 25655"/>
                <a:gd name="connsiteX2" fmla="*/ 0 w 256466"/>
                <a:gd name="connsiteY2" fmla="*/ 16682 h 25655"/>
                <a:gd name="connsiteX3" fmla="*/ 0 w 256466"/>
                <a:gd name="connsiteY3" fmla="*/ 0 h 25655"/>
                <a:gd name="connsiteX4" fmla="*/ 33565 w 256466"/>
                <a:gd name="connsiteY4" fmla="*/ 0 h 2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466" h="25655">
                  <a:moveTo>
                    <a:pt x="256466" y="25655"/>
                  </a:moveTo>
                  <a:lnTo>
                    <a:pt x="20622" y="25655"/>
                  </a:lnTo>
                  <a:cubicBezTo>
                    <a:pt x="20622" y="25655"/>
                    <a:pt x="5695" y="25799"/>
                    <a:pt x="0" y="16682"/>
                  </a:cubicBezTo>
                  <a:lnTo>
                    <a:pt x="0" y="0"/>
                  </a:lnTo>
                  <a:lnTo>
                    <a:pt x="33565" y="0"/>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8" name="Freeform: Shape 127">
              <a:extLst>
                <a:ext uri="{FF2B5EF4-FFF2-40B4-BE49-F238E27FC236}">
                  <a16:creationId xmlns:a16="http://schemas.microsoft.com/office/drawing/2014/main" id="{72BB76E3-03BA-D06B-6FE5-4C70E078AEE4}"/>
                </a:ext>
              </a:extLst>
            </p:cNvPr>
            <p:cNvSpPr/>
            <p:nvPr/>
          </p:nvSpPr>
          <p:spPr>
            <a:xfrm>
              <a:off x="733763" y="3501157"/>
              <a:ext cx="348509" cy="254001"/>
            </a:xfrm>
            <a:custGeom>
              <a:avLst/>
              <a:gdLst>
                <a:gd name="connsiteX0" fmla="*/ 288593 w 288592"/>
                <a:gd name="connsiteY0" fmla="*/ 79468 h 210332"/>
                <a:gd name="connsiteX1" fmla="*/ 288593 w 288592"/>
                <a:gd name="connsiteY1" fmla="*/ 7018 h 210332"/>
                <a:gd name="connsiteX2" fmla="*/ 281546 w 288592"/>
                <a:gd name="connsiteY2" fmla="*/ 0 h 210332"/>
                <a:gd name="connsiteX3" fmla="*/ 7047 w 288592"/>
                <a:gd name="connsiteY3" fmla="*/ 0 h 210332"/>
                <a:gd name="connsiteX4" fmla="*/ 0 w 288592"/>
                <a:gd name="connsiteY4" fmla="*/ 6989 h 210332"/>
                <a:gd name="connsiteX5" fmla="*/ 0 w 288592"/>
                <a:gd name="connsiteY5" fmla="*/ 7018 h 210332"/>
                <a:gd name="connsiteX6" fmla="*/ 0 w 288592"/>
                <a:gd name="connsiteY6" fmla="*/ 203315 h 210332"/>
                <a:gd name="connsiteX7" fmla="*/ 7018 w 288592"/>
                <a:gd name="connsiteY7" fmla="*/ 210333 h 210332"/>
                <a:gd name="connsiteX8" fmla="*/ 7047 w 288592"/>
                <a:gd name="connsiteY8" fmla="*/ 210333 h 210332"/>
                <a:gd name="connsiteX9" fmla="*/ 223793 w 288592"/>
                <a:gd name="connsiteY9" fmla="*/ 210333 h 210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8592" h="210332">
                  <a:moveTo>
                    <a:pt x="288593" y="79468"/>
                  </a:moveTo>
                  <a:lnTo>
                    <a:pt x="288593" y="7018"/>
                  </a:lnTo>
                  <a:cubicBezTo>
                    <a:pt x="288576" y="3137"/>
                    <a:pt x="285426" y="0"/>
                    <a:pt x="281546" y="0"/>
                  </a:cubicBezTo>
                  <a:lnTo>
                    <a:pt x="7047" y="0"/>
                  </a:lnTo>
                  <a:cubicBezTo>
                    <a:pt x="3171" y="-16"/>
                    <a:pt x="16" y="3113"/>
                    <a:pt x="0" y="6989"/>
                  </a:cubicBezTo>
                  <a:cubicBezTo>
                    <a:pt x="0" y="6999"/>
                    <a:pt x="0" y="7008"/>
                    <a:pt x="0" y="7018"/>
                  </a:cubicBezTo>
                  <a:lnTo>
                    <a:pt x="0" y="203315"/>
                  </a:lnTo>
                  <a:cubicBezTo>
                    <a:pt x="0" y="207192"/>
                    <a:pt x="3142" y="210333"/>
                    <a:pt x="7018" y="210333"/>
                  </a:cubicBezTo>
                  <a:cubicBezTo>
                    <a:pt x="7027" y="210333"/>
                    <a:pt x="7037" y="210333"/>
                    <a:pt x="7047" y="210333"/>
                  </a:cubicBezTo>
                  <a:lnTo>
                    <a:pt x="223793" y="210333"/>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9" name="Freeform: Shape 128">
              <a:extLst>
                <a:ext uri="{FF2B5EF4-FFF2-40B4-BE49-F238E27FC236}">
                  <a16:creationId xmlns:a16="http://schemas.microsoft.com/office/drawing/2014/main" id="{B1173B03-955C-DCB3-CC9D-15DDBE4D5DAF}"/>
                </a:ext>
              </a:extLst>
            </p:cNvPr>
            <p:cNvSpPr/>
            <p:nvPr/>
          </p:nvSpPr>
          <p:spPr>
            <a:xfrm rot="10800000">
              <a:off x="752693" y="3477921"/>
              <a:ext cx="21777" cy="21777"/>
            </a:xfrm>
            <a:custGeom>
              <a:avLst/>
              <a:gdLst>
                <a:gd name="connsiteX0" fmla="*/ 0 w 18033"/>
                <a:gd name="connsiteY0" fmla="*/ 0 h 18033"/>
                <a:gd name="connsiteX1" fmla="*/ 18033 w 18033"/>
                <a:gd name="connsiteY1" fmla="*/ 0 h 18033"/>
                <a:gd name="connsiteX2" fmla="*/ 18033 w 18033"/>
                <a:gd name="connsiteY2" fmla="*/ 18033 h 18033"/>
                <a:gd name="connsiteX3" fmla="*/ 0 w 18033"/>
                <a:gd name="connsiteY3" fmla="*/ 18033 h 18033"/>
              </a:gdLst>
              <a:ahLst/>
              <a:cxnLst>
                <a:cxn ang="0">
                  <a:pos x="connsiteX0" y="connsiteY0"/>
                </a:cxn>
                <a:cxn ang="0">
                  <a:pos x="connsiteX1" y="connsiteY1"/>
                </a:cxn>
                <a:cxn ang="0">
                  <a:pos x="connsiteX2" y="connsiteY2"/>
                </a:cxn>
                <a:cxn ang="0">
                  <a:pos x="connsiteX3" y="connsiteY3"/>
                </a:cxn>
              </a:cxnLst>
              <a:rect l="l" t="t" r="r" b="b"/>
              <a:pathLst>
                <a:path w="18033" h="18033">
                  <a:moveTo>
                    <a:pt x="0" y="0"/>
                  </a:moveTo>
                  <a:lnTo>
                    <a:pt x="18033" y="0"/>
                  </a:lnTo>
                  <a:lnTo>
                    <a:pt x="18033" y="18033"/>
                  </a:lnTo>
                  <a:lnTo>
                    <a:pt x="0" y="1803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0" name="Freeform: Shape 129">
              <a:extLst>
                <a:ext uri="{FF2B5EF4-FFF2-40B4-BE49-F238E27FC236}">
                  <a16:creationId xmlns:a16="http://schemas.microsoft.com/office/drawing/2014/main" id="{CE00D001-BBDB-F261-FB23-5347289BB8C7}"/>
                </a:ext>
              </a:extLst>
            </p:cNvPr>
            <p:cNvSpPr/>
            <p:nvPr/>
          </p:nvSpPr>
          <p:spPr>
            <a:xfrm rot="10800000">
              <a:off x="722198" y="3435095"/>
              <a:ext cx="21777" cy="21777"/>
            </a:xfrm>
            <a:custGeom>
              <a:avLst/>
              <a:gdLst>
                <a:gd name="connsiteX0" fmla="*/ 0 w 18033"/>
                <a:gd name="connsiteY0" fmla="*/ 0 h 18033"/>
                <a:gd name="connsiteX1" fmla="*/ 18033 w 18033"/>
                <a:gd name="connsiteY1" fmla="*/ 0 h 18033"/>
                <a:gd name="connsiteX2" fmla="*/ 18033 w 18033"/>
                <a:gd name="connsiteY2" fmla="*/ 18033 h 18033"/>
                <a:gd name="connsiteX3" fmla="*/ 0 w 18033"/>
                <a:gd name="connsiteY3" fmla="*/ 18033 h 18033"/>
              </a:gdLst>
              <a:ahLst/>
              <a:cxnLst>
                <a:cxn ang="0">
                  <a:pos x="connsiteX0" y="connsiteY0"/>
                </a:cxn>
                <a:cxn ang="0">
                  <a:pos x="connsiteX1" y="connsiteY1"/>
                </a:cxn>
                <a:cxn ang="0">
                  <a:pos x="connsiteX2" y="connsiteY2"/>
                </a:cxn>
                <a:cxn ang="0">
                  <a:pos x="connsiteX3" y="connsiteY3"/>
                </a:cxn>
              </a:cxnLst>
              <a:rect l="l" t="t" r="r" b="b"/>
              <a:pathLst>
                <a:path w="18033" h="18033">
                  <a:moveTo>
                    <a:pt x="0" y="0"/>
                  </a:moveTo>
                  <a:lnTo>
                    <a:pt x="18033" y="0"/>
                  </a:lnTo>
                  <a:lnTo>
                    <a:pt x="18033" y="18033"/>
                  </a:lnTo>
                  <a:lnTo>
                    <a:pt x="0" y="1803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1" name="Freeform: Shape 130">
              <a:extLst>
                <a:ext uri="{FF2B5EF4-FFF2-40B4-BE49-F238E27FC236}">
                  <a16:creationId xmlns:a16="http://schemas.microsoft.com/office/drawing/2014/main" id="{72EC1D17-BF32-7C2B-BF66-D8BB9FF8DEB1}"/>
                </a:ext>
              </a:extLst>
            </p:cNvPr>
            <p:cNvSpPr/>
            <p:nvPr/>
          </p:nvSpPr>
          <p:spPr>
            <a:xfrm rot="10800000">
              <a:off x="764676" y="3388344"/>
              <a:ext cx="21777" cy="21777"/>
            </a:xfrm>
            <a:custGeom>
              <a:avLst/>
              <a:gdLst>
                <a:gd name="connsiteX0" fmla="*/ 0 w 18033"/>
                <a:gd name="connsiteY0" fmla="*/ 0 h 18033"/>
                <a:gd name="connsiteX1" fmla="*/ 18033 w 18033"/>
                <a:gd name="connsiteY1" fmla="*/ 0 h 18033"/>
                <a:gd name="connsiteX2" fmla="*/ 18033 w 18033"/>
                <a:gd name="connsiteY2" fmla="*/ 18033 h 18033"/>
                <a:gd name="connsiteX3" fmla="*/ 0 w 18033"/>
                <a:gd name="connsiteY3" fmla="*/ 18033 h 18033"/>
              </a:gdLst>
              <a:ahLst/>
              <a:cxnLst>
                <a:cxn ang="0">
                  <a:pos x="connsiteX0" y="connsiteY0"/>
                </a:cxn>
                <a:cxn ang="0">
                  <a:pos x="connsiteX1" y="connsiteY1"/>
                </a:cxn>
                <a:cxn ang="0">
                  <a:pos x="connsiteX2" y="connsiteY2"/>
                </a:cxn>
                <a:cxn ang="0">
                  <a:pos x="connsiteX3" y="connsiteY3"/>
                </a:cxn>
              </a:cxnLst>
              <a:rect l="l" t="t" r="r" b="b"/>
              <a:pathLst>
                <a:path w="18033" h="18033">
                  <a:moveTo>
                    <a:pt x="0" y="0"/>
                  </a:moveTo>
                  <a:lnTo>
                    <a:pt x="18033" y="0"/>
                  </a:lnTo>
                  <a:lnTo>
                    <a:pt x="18033" y="18033"/>
                  </a:lnTo>
                  <a:lnTo>
                    <a:pt x="0" y="1803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2" name="Freeform: Shape 131">
              <a:extLst>
                <a:ext uri="{FF2B5EF4-FFF2-40B4-BE49-F238E27FC236}">
                  <a16:creationId xmlns:a16="http://schemas.microsoft.com/office/drawing/2014/main" id="{1A49B980-782F-3639-B2BF-AD0241DBF185}"/>
                </a:ext>
              </a:extLst>
            </p:cNvPr>
            <p:cNvSpPr/>
            <p:nvPr/>
          </p:nvSpPr>
          <p:spPr>
            <a:xfrm rot="10800000">
              <a:off x="603168" y="3367088"/>
              <a:ext cx="21777" cy="21777"/>
            </a:xfrm>
            <a:custGeom>
              <a:avLst/>
              <a:gdLst>
                <a:gd name="connsiteX0" fmla="*/ 0 w 18033"/>
                <a:gd name="connsiteY0" fmla="*/ 0 h 18033"/>
                <a:gd name="connsiteX1" fmla="*/ 18033 w 18033"/>
                <a:gd name="connsiteY1" fmla="*/ 0 h 18033"/>
                <a:gd name="connsiteX2" fmla="*/ 18033 w 18033"/>
                <a:gd name="connsiteY2" fmla="*/ 18033 h 18033"/>
                <a:gd name="connsiteX3" fmla="*/ 0 w 18033"/>
                <a:gd name="connsiteY3" fmla="*/ 18033 h 18033"/>
              </a:gdLst>
              <a:ahLst/>
              <a:cxnLst>
                <a:cxn ang="0">
                  <a:pos x="connsiteX0" y="connsiteY0"/>
                </a:cxn>
                <a:cxn ang="0">
                  <a:pos x="connsiteX1" y="connsiteY1"/>
                </a:cxn>
                <a:cxn ang="0">
                  <a:pos x="connsiteX2" y="connsiteY2"/>
                </a:cxn>
                <a:cxn ang="0">
                  <a:pos x="connsiteX3" y="connsiteY3"/>
                </a:cxn>
              </a:cxnLst>
              <a:rect l="l" t="t" r="r" b="b"/>
              <a:pathLst>
                <a:path w="18033" h="18033">
                  <a:moveTo>
                    <a:pt x="0" y="0"/>
                  </a:moveTo>
                  <a:lnTo>
                    <a:pt x="18033" y="0"/>
                  </a:lnTo>
                  <a:lnTo>
                    <a:pt x="18033" y="18033"/>
                  </a:lnTo>
                  <a:lnTo>
                    <a:pt x="0" y="1803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3" name="Freeform: Shape 132">
              <a:extLst>
                <a:ext uri="{FF2B5EF4-FFF2-40B4-BE49-F238E27FC236}">
                  <a16:creationId xmlns:a16="http://schemas.microsoft.com/office/drawing/2014/main" id="{1ED36A23-AE2C-132E-8970-470C6B1F751C}"/>
                </a:ext>
              </a:extLst>
            </p:cNvPr>
            <p:cNvSpPr/>
            <p:nvPr/>
          </p:nvSpPr>
          <p:spPr>
            <a:xfrm rot="10800000">
              <a:off x="798887" y="3459478"/>
              <a:ext cx="21777" cy="21777"/>
            </a:xfrm>
            <a:custGeom>
              <a:avLst/>
              <a:gdLst>
                <a:gd name="connsiteX0" fmla="*/ 0 w 18033"/>
                <a:gd name="connsiteY0" fmla="*/ 0 h 18033"/>
                <a:gd name="connsiteX1" fmla="*/ 18033 w 18033"/>
                <a:gd name="connsiteY1" fmla="*/ 0 h 18033"/>
                <a:gd name="connsiteX2" fmla="*/ 18033 w 18033"/>
                <a:gd name="connsiteY2" fmla="*/ 18033 h 18033"/>
                <a:gd name="connsiteX3" fmla="*/ 0 w 18033"/>
                <a:gd name="connsiteY3" fmla="*/ 18033 h 18033"/>
              </a:gdLst>
              <a:ahLst/>
              <a:cxnLst>
                <a:cxn ang="0">
                  <a:pos x="connsiteX0" y="connsiteY0"/>
                </a:cxn>
                <a:cxn ang="0">
                  <a:pos x="connsiteX1" y="connsiteY1"/>
                </a:cxn>
                <a:cxn ang="0">
                  <a:pos x="connsiteX2" y="connsiteY2"/>
                </a:cxn>
                <a:cxn ang="0">
                  <a:pos x="connsiteX3" y="connsiteY3"/>
                </a:cxn>
              </a:cxnLst>
              <a:rect l="l" t="t" r="r" b="b"/>
              <a:pathLst>
                <a:path w="18033" h="18033">
                  <a:moveTo>
                    <a:pt x="0" y="0"/>
                  </a:moveTo>
                  <a:lnTo>
                    <a:pt x="18033" y="0"/>
                  </a:lnTo>
                  <a:lnTo>
                    <a:pt x="18033" y="18033"/>
                  </a:lnTo>
                  <a:lnTo>
                    <a:pt x="0" y="1803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4" name="Freeform: Shape 133">
              <a:extLst>
                <a:ext uri="{FF2B5EF4-FFF2-40B4-BE49-F238E27FC236}">
                  <a16:creationId xmlns:a16="http://schemas.microsoft.com/office/drawing/2014/main" id="{243F75C0-1829-0A35-3876-6729674F4E51}"/>
                </a:ext>
              </a:extLst>
            </p:cNvPr>
            <p:cNvSpPr/>
            <p:nvPr/>
          </p:nvSpPr>
          <p:spPr>
            <a:xfrm rot="10800000">
              <a:off x="693125" y="3482333"/>
              <a:ext cx="21777" cy="21777"/>
            </a:xfrm>
            <a:custGeom>
              <a:avLst/>
              <a:gdLst>
                <a:gd name="connsiteX0" fmla="*/ 0 w 18033"/>
                <a:gd name="connsiteY0" fmla="*/ 0 h 18033"/>
                <a:gd name="connsiteX1" fmla="*/ 18033 w 18033"/>
                <a:gd name="connsiteY1" fmla="*/ 0 h 18033"/>
                <a:gd name="connsiteX2" fmla="*/ 18033 w 18033"/>
                <a:gd name="connsiteY2" fmla="*/ 18033 h 18033"/>
                <a:gd name="connsiteX3" fmla="*/ 0 w 18033"/>
                <a:gd name="connsiteY3" fmla="*/ 18033 h 18033"/>
              </a:gdLst>
              <a:ahLst/>
              <a:cxnLst>
                <a:cxn ang="0">
                  <a:pos x="connsiteX0" y="connsiteY0"/>
                </a:cxn>
                <a:cxn ang="0">
                  <a:pos x="connsiteX1" y="connsiteY1"/>
                </a:cxn>
                <a:cxn ang="0">
                  <a:pos x="connsiteX2" y="connsiteY2"/>
                </a:cxn>
                <a:cxn ang="0">
                  <a:pos x="connsiteX3" y="connsiteY3"/>
                </a:cxn>
              </a:cxnLst>
              <a:rect l="l" t="t" r="r" b="b"/>
              <a:pathLst>
                <a:path w="18033" h="18033">
                  <a:moveTo>
                    <a:pt x="0" y="0"/>
                  </a:moveTo>
                  <a:lnTo>
                    <a:pt x="18033" y="0"/>
                  </a:lnTo>
                  <a:lnTo>
                    <a:pt x="18033" y="18033"/>
                  </a:lnTo>
                  <a:lnTo>
                    <a:pt x="0" y="1803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5" name="Freeform: Shape 134">
              <a:extLst>
                <a:ext uri="{FF2B5EF4-FFF2-40B4-BE49-F238E27FC236}">
                  <a16:creationId xmlns:a16="http://schemas.microsoft.com/office/drawing/2014/main" id="{CECF1FCC-C634-7C01-9508-A3A4E0E56A8F}"/>
                </a:ext>
              </a:extLst>
            </p:cNvPr>
            <p:cNvSpPr/>
            <p:nvPr/>
          </p:nvSpPr>
          <p:spPr>
            <a:xfrm rot="10800000">
              <a:off x="686005" y="3553290"/>
              <a:ext cx="21777" cy="21777"/>
            </a:xfrm>
            <a:custGeom>
              <a:avLst/>
              <a:gdLst>
                <a:gd name="connsiteX0" fmla="*/ 0 w 18033"/>
                <a:gd name="connsiteY0" fmla="*/ 0 h 18033"/>
                <a:gd name="connsiteX1" fmla="*/ 18033 w 18033"/>
                <a:gd name="connsiteY1" fmla="*/ 0 h 18033"/>
                <a:gd name="connsiteX2" fmla="*/ 18033 w 18033"/>
                <a:gd name="connsiteY2" fmla="*/ 18033 h 18033"/>
                <a:gd name="connsiteX3" fmla="*/ 0 w 18033"/>
                <a:gd name="connsiteY3" fmla="*/ 18033 h 18033"/>
              </a:gdLst>
              <a:ahLst/>
              <a:cxnLst>
                <a:cxn ang="0">
                  <a:pos x="connsiteX0" y="connsiteY0"/>
                </a:cxn>
                <a:cxn ang="0">
                  <a:pos x="connsiteX1" y="connsiteY1"/>
                </a:cxn>
                <a:cxn ang="0">
                  <a:pos x="connsiteX2" y="connsiteY2"/>
                </a:cxn>
                <a:cxn ang="0">
                  <a:pos x="connsiteX3" y="connsiteY3"/>
                </a:cxn>
              </a:cxnLst>
              <a:rect l="l" t="t" r="r" b="b"/>
              <a:pathLst>
                <a:path w="18033" h="18033">
                  <a:moveTo>
                    <a:pt x="0" y="0"/>
                  </a:moveTo>
                  <a:lnTo>
                    <a:pt x="18033" y="0"/>
                  </a:lnTo>
                  <a:lnTo>
                    <a:pt x="18033" y="18033"/>
                  </a:lnTo>
                  <a:lnTo>
                    <a:pt x="0" y="1803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6" name="Freeform: Shape 135">
              <a:extLst>
                <a:ext uri="{FF2B5EF4-FFF2-40B4-BE49-F238E27FC236}">
                  <a16:creationId xmlns:a16="http://schemas.microsoft.com/office/drawing/2014/main" id="{BF9A4B6E-213B-8E00-56E7-9F908334A199}"/>
                </a:ext>
              </a:extLst>
            </p:cNvPr>
            <p:cNvSpPr/>
            <p:nvPr/>
          </p:nvSpPr>
          <p:spPr>
            <a:xfrm rot="10800000">
              <a:off x="639221" y="3510778"/>
              <a:ext cx="21777" cy="21777"/>
            </a:xfrm>
            <a:custGeom>
              <a:avLst/>
              <a:gdLst>
                <a:gd name="connsiteX0" fmla="*/ 0 w 18033"/>
                <a:gd name="connsiteY0" fmla="*/ 0 h 18033"/>
                <a:gd name="connsiteX1" fmla="*/ 18033 w 18033"/>
                <a:gd name="connsiteY1" fmla="*/ 0 h 18033"/>
                <a:gd name="connsiteX2" fmla="*/ 18033 w 18033"/>
                <a:gd name="connsiteY2" fmla="*/ 18033 h 18033"/>
                <a:gd name="connsiteX3" fmla="*/ 0 w 18033"/>
                <a:gd name="connsiteY3" fmla="*/ 18033 h 18033"/>
              </a:gdLst>
              <a:ahLst/>
              <a:cxnLst>
                <a:cxn ang="0">
                  <a:pos x="connsiteX0" y="connsiteY0"/>
                </a:cxn>
                <a:cxn ang="0">
                  <a:pos x="connsiteX1" y="connsiteY1"/>
                </a:cxn>
                <a:cxn ang="0">
                  <a:pos x="connsiteX2" y="connsiteY2"/>
                </a:cxn>
                <a:cxn ang="0">
                  <a:pos x="connsiteX3" y="connsiteY3"/>
                </a:cxn>
              </a:cxnLst>
              <a:rect l="l" t="t" r="r" b="b"/>
              <a:pathLst>
                <a:path w="18033" h="18033">
                  <a:moveTo>
                    <a:pt x="0" y="0"/>
                  </a:moveTo>
                  <a:lnTo>
                    <a:pt x="18033" y="0"/>
                  </a:lnTo>
                  <a:lnTo>
                    <a:pt x="18033" y="18033"/>
                  </a:lnTo>
                  <a:lnTo>
                    <a:pt x="0" y="1803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7" name="Freeform: Shape 136">
              <a:extLst>
                <a:ext uri="{FF2B5EF4-FFF2-40B4-BE49-F238E27FC236}">
                  <a16:creationId xmlns:a16="http://schemas.microsoft.com/office/drawing/2014/main" id="{7DA04813-B79D-60B1-1AF9-6DA9D8659A72}"/>
                </a:ext>
              </a:extLst>
            </p:cNvPr>
            <p:cNvSpPr/>
            <p:nvPr/>
          </p:nvSpPr>
          <p:spPr>
            <a:xfrm rot="10800000">
              <a:off x="664228" y="3430928"/>
              <a:ext cx="21777" cy="21777"/>
            </a:xfrm>
            <a:custGeom>
              <a:avLst/>
              <a:gdLst>
                <a:gd name="connsiteX0" fmla="*/ 0 w 18033"/>
                <a:gd name="connsiteY0" fmla="*/ 0 h 18033"/>
                <a:gd name="connsiteX1" fmla="*/ 18033 w 18033"/>
                <a:gd name="connsiteY1" fmla="*/ 0 h 18033"/>
                <a:gd name="connsiteX2" fmla="*/ 18033 w 18033"/>
                <a:gd name="connsiteY2" fmla="*/ 18033 h 18033"/>
                <a:gd name="connsiteX3" fmla="*/ 0 w 18033"/>
                <a:gd name="connsiteY3" fmla="*/ 18033 h 18033"/>
              </a:gdLst>
              <a:ahLst/>
              <a:cxnLst>
                <a:cxn ang="0">
                  <a:pos x="connsiteX0" y="connsiteY0"/>
                </a:cxn>
                <a:cxn ang="0">
                  <a:pos x="connsiteX1" y="connsiteY1"/>
                </a:cxn>
                <a:cxn ang="0">
                  <a:pos x="connsiteX2" y="connsiteY2"/>
                </a:cxn>
                <a:cxn ang="0">
                  <a:pos x="connsiteX3" y="connsiteY3"/>
                </a:cxn>
              </a:cxnLst>
              <a:rect l="l" t="t" r="r" b="b"/>
              <a:pathLst>
                <a:path w="18033" h="18033">
                  <a:moveTo>
                    <a:pt x="0" y="0"/>
                  </a:moveTo>
                  <a:lnTo>
                    <a:pt x="18033" y="0"/>
                  </a:lnTo>
                  <a:lnTo>
                    <a:pt x="18033" y="18033"/>
                  </a:lnTo>
                  <a:lnTo>
                    <a:pt x="0" y="1803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8" name="Freeform: Shape 137">
              <a:extLst>
                <a:ext uri="{FF2B5EF4-FFF2-40B4-BE49-F238E27FC236}">
                  <a16:creationId xmlns:a16="http://schemas.microsoft.com/office/drawing/2014/main" id="{68D1F052-7DF5-BEE1-9FD6-7B48295BD82F}"/>
                </a:ext>
              </a:extLst>
            </p:cNvPr>
            <p:cNvSpPr/>
            <p:nvPr/>
          </p:nvSpPr>
          <p:spPr>
            <a:xfrm>
              <a:off x="818165" y="3566246"/>
              <a:ext cx="82490" cy="6356"/>
            </a:xfrm>
            <a:custGeom>
              <a:avLst/>
              <a:gdLst>
                <a:gd name="connsiteX0" fmla="*/ 0 w 68308"/>
                <a:gd name="connsiteY0" fmla="*/ 0 h 5263"/>
                <a:gd name="connsiteX1" fmla="*/ 68309 w 68308"/>
                <a:gd name="connsiteY1" fmla="*/ 0 h 5263"/>
                <a:gd name="connsiteX2" fmla="*/ 68309 w 68308"/>
                <a:gd name="connsiteY2" fmla="*/ 5263 h 5263"/>
                <a:gd name="connsiteX3" fmla="*/ 0 w 68308"/>
                <a:gd name="connsiteY3" fmla="*/ 5263 h 5263"/>
              </a:gdLst>
              <a:ahLst/>
              <a:cxnLst>
                <a:cxn ang="0">
                  <a:pos x="connsiteX0" y="connsiteY0"/>
                </a:cxn>
                <a:cxn ang="0">
                  <a:pos x="connsiteX1" y="connsiteY1"/>
                </a:cxn>
                <a:cxn ang="0">
                  <a:pos x="connsiteX2" y="connsiteY2"/>
                </a:cxn>
                <a:cxn ang="0">
                  <a:pos x="connsiteX3" y="connsiteY3"/>
                </a:cxn>
              </a:cxnLst>
              <a:rect l="l" t="t" r="r" b="b"/>
              <a:pathLst>
                <a:path w="68308" h="5263">
                  <a:moveTo>
                    <a:pt x="0" y="0"/>
                  </a:moveTo>
                  <a:lnTo>
                    <a:pt x="68309" y="0"/>
                  </a:lnTo>
                  <a:lnTo>
                    <a:pt x="68309"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39" name="Freeform: Shape 138">
              <a:extLst>
                <a:ext uri="{FF2B5EF4-FFF2-40B4-BE49-F238E27FC236}">
                  <a16:creationId xmlns:a16="http://schemas.microsoft.com/office/drawing/2014/main" id="{5914A8B2-2B31-8098-3DF6-7AA116300974}"/>
                </a:ext>
              </a:extLst>
            </p:cNvPr>
            <p:cNvSpPr/>
            <p:nvPr/>
          </p:nvSpPr>
          <p:spPr>
            <a:xfrm rot="10800000">
              <a:off x="909443" y="3566281"/>
              <a:ext cx="59601" cy="6356"/>
            </a:xfrm>
            <a:custGeom>
              <a:avLst/>
              <a:gdLst>
                <a:gd name="connsiteX0" fmla="*/ 0 w 49354"/>
                <a:gd name="connsiteY0" fmla="*/ 0 h 5263"/>
                <a:gd name="connsiteX1" fmla="*/ 49355 w 49354"/>
                <a:gd name="connsiteY1" fmla="*/ 0 h 5263"/>
                <a:gd name="connsiteX2" fmla="*/ 49355 w 49354"/>
                <a:gd name="connsiteY2" fmla="*/ 5263 h 5263"/>
                <a:gd name="connsiteX3" fmla="*/ 0 w 49354"/>
                <a:gd name="connsiteY3" fmla="*/ 5263 h 5263"/>
              </a:gdLst>
              <a:ahLst/>
              <a:cxnLst>
                <a:cxn ang="0">
                  <a:pos x="connsiteX0" y="connsiteY0"/>
                </a:cxn>
                <a:cxn ang="0">
                  <a:pos x="connsiteX1" y="connsiteY1"/>
                </a:cxn>
                <a:cxn ang="0">
                  <a:pos x="connsiteX2" y="connsiteY2"/>
                </a:cxn>
                <a:cxn ang="0">
                  <a:pos x="connsiteX3" y="connsiteY3"/>
                </a:cxn>
              </a:cxnLst>
              <a:rect l="l" t="t" r="r" b="b"/>
              <a:pathLst>
                <a:path w="49354" h="5263">
                  <a:moveTo>
                    <a:pt x="0" y="0"/>
                  </a:moveTo>
                  <a:lnTo>
                    <a:pt x="49355" y="0"/>
                  </a:lnTo>
                  <a:lnTo>
                    <a:pt x="49355"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0" name="Freeform: Shape 139">
              <a:extLst>
                <a:ext uri="{FF2B5EF4-FFF2-40B4-BE49-F238E27FC236}">
                  <a16:creationId xmlns:a16="http://schemas.microsoft.com/office/drawing/2014/main" id="{C3E29617-0486-5BBC-1DA7-8DE61A5DA12C}"/>
                </a:ext>
              </a:extLst>
            </p:cNvPr>
            <p:cNvSpPr/>
            <p:nvPr/>
          </p:nvSpPr>
          <p:spPr>
            <a:xfrm>
              <a:off x="839838" y="3594624"/>
              <a:ext cx="110589" cy="6356"/>
            </a:xfrm>
            <a:custGeom>
              <a:avLst/>
              <a:gdLst>
                <a:gd name="connsiteX0" fmla="*/ 0 w 91576"/>
                <a:gd name="connsiteY0" fmla="*/ 0 h 5263"/>
                <a:gd name="connsiteX1" fmla="*/ 91577 w 91576"/>
                <a:gd name="connsiteY1" fmla="*/ 0 h 5263"/>
                <a:gd name="connsiteX2" fmla="*/ 91577 w 91576"/>
                <a:gd name="connsiteY2" fmla="*/ 5263 h 5263"/>
                <a:gd name="connsiteX3" fmla="*/ 0 w 91576"/>
                <a:gd name="connsiteY3" fmla="*/ 5263 h 5263"/>
              </a:gdLst>
              <a:ahLst/>
              <a:cxnLst>
                <a:cxn ang="0">
                  <a:pos x="connsiteX0" y="connsiteY0"/>
                </a:cxn>
                <a:cxn ang="0">
                  <a:pos x="connsiteX1" y="connsiteY1"/>
                </a:cxn>
                <a:cxn ang="0">
                  <a:pos x="connsiteX2" y="connsiteY2"/>
                </a:cxn>
                <a:cxn ang="0">
                  <a:pos x="connsiteX3" y="connsiteY3"/>
                </a:cxn>
              </a:cxnLst>
              <a:rect l="l" t="t" r="r" b="b"/>
              <a:pathLst>
                <a:path w="91576" h="5263">
                  <a:moveTo>
                    <a:pt x="0" y="0"/>
                  </a:moveTo>
                  <a:lnTo>
                    <a:pt x="91577" y="0"/>
                  </a:lnTo>
                  <a:lnTo>
                    <a:pt x="91577"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1" name="Freeform: Shape 140">
              <a:extLst>
                <a:ext uri="{FF2B5EF4-FFF2-40B4-BE49-F238E27FC236}">
                  <a16:creationId xmlns:a16="http://schemas.microsoft.com/office/drawing/2014/main" id="{11746C77-1996-2472-3BA1-7E0DCE5466BD}"/>
                </a:ext>
              </a:extLst>
            </p:cNvPr>
            <p:cNvSpPr/>
            <p:nvPr/>
          </p:nvSpPr>
          <p:spPr>
            <a:xfrm rot="10800000">
              <a:off x="995580" y="3594657"/>
              <a:ext cx="34107" cy="6356"/>
            </a:xfrm>
            <a:custGeom>
              <a:avLst/>
              <a:gdLst>
                <a:gd name="connsiteX0" fmla="*/ 0 w 28243"/>
                <a:gd name="connsiteY0" fmla="*/ 0 h 5263"/>
                <a:gd name="connsiteX1" fmla="*/ 28244 w 28243"/>
                <a:gd name="connsiteY1" fmla="*/ 0 h 5263"/>
                <a:gd name="connsiteX2" fmla="*/ 28244 w 28243"/>
                <a:gd name="connsiteY2" fmla="*/ 5263 h 5263"/>
                <a:gd name="connsiteX3" fmla="*/ 0 w 28243"/>
                <a:gd name="connsiteY3" fmla="*/ 5263 h 5263"/>
              </a:gdLst>
              <a:ahLst/>
              <a:cxnLst>
                <a:cxn ang="0">
                  <a:pos x="connsiteX0" y="connsiteY0"/>
                </a:cxn>
                <a:cxn ang="0">
                  <a:pos x="connsiteX1" y="connsiteY1"/>
                </a:cxn>
                <a:cxn ang="0">
                  <a:pos x="connsiteX2" y="connsiteY2"/>
                </a:cxn>
                <a:cxn ang="0">
                  <a:pos x="connsiteX3" y="connsiteY3"/>
                </a:cxn>
              </a:cxnLst>
              <a:rect l="l" t="t" r="r" b="b"/>
              <a:pathLst>
                <a:path w="28243" h="5263">
                  <a:moveTo>
                    <a:pt x="0" y="0"/>
                  </a:moveTo>
                  <a:lnTo>
                    <a:pt x="28244" y="0"/>
                  </a:lnTo>
                  <a:lnTo>
                    <a:pt x="28244"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2" name="Freeform: Shape 141">
              <a:extLst>
                <a:ext uri="{FF2B5EF4-FFF2-40B4-BE49-F238E27FC236}">
                  <a16:creationId xmlns:a16="http://schemas.microsoft.com/office/drawing/2014/main" id="{F32AB2C7-9D88-689F-8400-C155562E2FC1}"/>
                </a:ext>
              </a:extLst>
            </p:cNvPr>
            <p:cNvSpPr/>
            <p:nvPr/>
          </p:nvSpPr>
          <p:spPr>
            <a:xfrm>
              <a:off x="955117" y="3594624"/>
              <a:ext cx="34697" cy="6356"/>
            </a:xfrm>
            <a:custGeom>
              <a:avLst/>
              <a:gdLst>
                <a:gd name="connsiteX0" fmla="*/ 0 w 28732"/>
                <a:gd name="connsiteY0" fmla="*/ 0 h 5263"/>
                <a:gd name="connsiteX1" fmla="*/ 28733 w 28732"/>
                <a:gd name="connsiteY1" fmla="*/ 0 h 5263"/>
                <a:gd name="connsiteX2" fmla="*/ 28733 w 28732"/>
                <a:gd name="connsiteY2" fmla="*/ 5263 h 5263"/>
                <a:gd name="connsiteX3" fmla="*/ 0 w 28732"/>
                <a:gd name="connsiteY3" fmla="*/ 5263 h 5263"/>
              </a:gdLst>
              <a:ahLst/>
              <a:cxnLst>
                <a:cxn ang="0">
                  <a:pos x="connsiteX0" y="connsiteY0"/>
                </a:cxn>
                <a:cxn ang="0">
                  <a:pos x="connsiteX1" y="connsiteY1"/>
                </a:cxn>
                <a:cxn ang="0">
                  <a:pos x="connsiteX2" y="connsiteY2"/>
                </a:cxn>
                <a:cxn ang="0">
                  <a:pos x="connsiteX3" y="connsiteY3"/>
                </a:cxn>
              </a:cxnLst>
              <a:rect l="l" t="t" r="r" b="b"/>
              <a:pathLst>
                <a:path w="28732" h="5263">
                  <a:moveTo>
                    <a:pt x="0" y="0"/>
                  </a:moveTo>
                  <a:lnTo>
                    <a:pt x="28733" y="0"/>
                  </a:lnTo>
                  <a:lnTo>
                    <a:pt x="28733"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3" name="Freeform: Shape 142">
              <a:extLst>
                <a:ext uri="{FF2B5EF4-FFF2-40B4-BE49-F238E27FC236}">
                  <a16:creationId xmlns:a16="http://schemas.microsoft.com/office/drawing/2014/main" id="{AC40EB4A-7C35-9E7F-5D28-E50966E012FD}"/>
                </a:ext>
              </a:extLst>
            </p:cNvPr>
            <p:cNvSpPr/>
            <p:nvPr/>
          </p:nvSpPr>
          <p:spPr>
            <a:xfrm>
              <a:off x="876585" y="3623035"/>
              <a:ext cx="96766" cy="6356"/>
            </a:xfrm>
            <a:custGeom>
              <a:avLst/>
              <a:gdLst>
                <a:gd name="connsiteX0" fmla="*/ 0 w 80129"/>
                <a:gd name="connsiteY0" fmla="*/ 0 h 5263"/>
                <a:gd name="connsiteX1" fmla="*/ 80130 w 80129"/>
                <a:gd name="connsiteY1" fmla="*/ 0 h 5263"/>
                <a:gd name="connsiteX2" fmla="*/ 80130 w 80129"/>
                <a:gd name="connsiteY2" fmla="*/ 5263 h 5263"/>
                <a:gd name="connsiteX3" fmla="*/ 0 w 80129"/>
                <a:gd name="connsiteY3" fmla="*/ 5263 h 5263"/>
              </a:gdLst>
              <a:ahLst/>
              <a:cxnLst>
                <a:cxn ang="0">
                  <a:pos x="connsiteX0" y="connsiteY0"/>
                </a:cxn>
                <a:cxn ang="0">
                  <a:pos x="connsiteX1" y="connsiteY1"/>
                </a:cxn>
                <a:cxn ang="0">
                  <a:pos x="connsiteX2" y="connsiteY2"/>
                </a:cxn>
                <a:cxn ang="0">
                  <a:pos x="connsiteX3" y="connsiteY3"/>
                </a:cxn>
              </a:cxnLst>
              <a:rect l="l" t="t" r="r" b="b"/>
              <a:pathLst>
                <a:path w="80129" h="5263">
                  <a:moveTo>
                    <a:pt x="0" y="0"/>
                  </a:moveTo>
                  <a:lnTo>
                    <a:pt x="80130" y="0"/>
                  </a:lnTo>
                  <a:lnTo>
                    <a:pt x="80130"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4" name="Freeform: Shape 143">
              <a:extLst>
                <a:ext uri="{FF2B5EF4-FFF2-40B4-BE49-F238E27FC236}">
                  <a16:creationId xmlns:a16="http://schemas.microsoft.com/office/drawing/2014/main" id="{37BFFBF4-E1BA-439F-A839-A6D2AA438CF3}"/>
                </a:ext>
              </a:extLst>
            </p:cNvPr>
            <p:cNvSpPr/>
            <p:nvPr/>
          </p:nvSpPr>
          <p:spPr>
            <a:xfrm rot="10800000">
              <a:off x="850015" y="3623035"/>
              <a:ext cx="20248" cy="6356"/>
            </a:xfrm>
            <a:custGeom>
              <a:avLst/>
              <a:gdLst>
                <a:gd name="connsiteX0" fmla="*/ 0 w 16767"/>
                <a:gd name="connsiteY0" fmla="*/ 0 h 5263"/>
                <a:gd name="connsiteX1" fmla="*/ 16768 w 16767"/>
                <a:gd name="connsiteY1" fmla="*/ 0 h 5263"/>
                <a:gd name="connsiteX2" fmla="*/ 16768 w 16767"/>
                <a:gd name="connsiteY2" fmla="*/ 5263 h 5263"/>
                <a:gd name="connsiteX3" fmla="*/ 0 w 16767"/>
                <a:gd name="connsiteY3" fmla="*/ 5263 h 5263"/>
              </a:gdLst>
              <a:ahLst/>
              <a:cxnLst>
                <a:cxn ang="0">
                  <a:pos x="connsiteX0" y="connsiteY0"/>
                </a:cxn>
                <a:cxn ang="0">
                  <a:pos x="connsiteX1" y="connsiteY1"/>
                </a:cxn>
                <a:cxn ang="0">
                  <a:pos x="connsiteX2" y="connsiteY2"/>
                </a:cxn>
                <a:cxn ang="0">
                  <a:pos x="connsiteX3" y="connsiteY3"/>
                </a:cxn>
              </a:cxnLst>
              <a:rect l="l" t="t" r="r" b="b"/>
              <a:pathLst>
                <a:path w="16767" h="5263">
                  <a:moveTo>
                    <a:pt x="0" y="0"/>
                  </a:moveTo>
                  <a:lnTo>
                    <a:pt x="16768" y="0"/>
                  </a:lnTo>
                  <a:lnTo>
                    <a:pt x="16768"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5" name="Freeform: Shape 144">
              <a:extLst>
                <a:ext uri="{FF2B5EF4-FFF2-40B4-BE49-F238E27FC236}">
                  <a16:creationId xmlns:a16="http://schemas.microsoft.com/office/drawing/2014/main" id="{10E27782-5AD0-F211-6D58-E6235F40E79D}"/>
                </a:ext>
              </a:extLst>
            </p:cNvPr>
            <p:cNvSpPr/>
            <p:nvPr/>
          </p:nvSpPr>
          <p:spPr>
            <a:xfrm>
              <a:off x="818165" y="3644987"/>
              <a:ext cx="66027" cy="6356"/>
            </a:xfrm>
            <a:custGeom>
              <a:avLst/>
              <a:gdLst>
                <a:gd name="connsiteX0" fmla="*/ 0 w 54675"/>
                <a:gd name="connsiteY0" fmla="*/ 0 h 5263"/>
                <a:gd name="connsiteX1" fmla="*/ 54676 w 54675"/>
                <a:gd name="connsiteY1" fmla="*/ 0 h 5263"/>
                <a:gd name="connsiteX2" fmla="*/ 54676 w 54675"/>
                <a:gd name="connsiteY2" fmla="*/ 5263 h 5263"/>
                <a:gd name="connsiteX3" fmla="*/ 0 w 54675"/>
                <a:gd name="connsiteY3" fmla="*/ 5263 h 5263"/>
              </a:gdLst>
              <a:ahLst/>
              <a:cxnLst>
                <a:cxn ang="0">
                  <a:pos x="connsiteX0" y="connsiteY0"/>
                </a:cxn>
                <a:cxn ang="0">
                  <a:pos x="connsiteX1" y="connsiteY1"/>
                </a:cxn>
                <a:cxn ang="0">
                  <a:pos x="connsiteX2" y="connsiteY2"/>
                </a:cxn>
                <a:cxn ang="0">
                  <a:pos x="connsiteX3" y="connsiteY3"/>
                </a:cxn>
              </a:cxnLst>
              <a:rect l="l" t="t" r="r" b="b"/>
              <a:pathLst>
                <a:path w="54675" h="5263">
                  <a:moveTo>
                    <a:pt x="0" y="0"/>
                  </a:moveTo>
                  <a:lnTo>
                    <a:pt x="54676" y="0"/>
                  </a:lnTo>
                  <a:lnTo>
                    <a:pt x="54676"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6" name="Freeform: Shape 145">
              <a:extLst>
                <a:ext uri="{FF2B5EF4-FFF2-40B4-BE49-F238E27FC236}">
                  <a16:creationId xmlns:a16="http://schemas.microsoft.com/office/drawing/2014/main" id="{BA3A1E82-6A79-7006-1590-70A27977ACAC}"/>
                </a:ext>
              </a:extLst>
            </p:cNvPr>
            <p:cNvSpPr/>
            <p:nvPr/>
          </p:nvSpPr>
          <p:spPr>
            <a:xfrm>
              <a:off x="889297" y="3644987"/>
              <a:ext cx="22680" cy="6356"/>
            </a:xfrm>
            <a:custGeom>
              <a:avLst/>
              <a:gdLst>
                <a:gd name="connsiteX0" fmla="*/ 0 w 18781"/>
                <a:gd name="connsiteY0" fmla="*/ 0 h 5263"/>
                <a:gd name="connsiteX1" fmla="*/ 18781 w 18781"/>
                <a:gd name="connsiteY1" fmla="*/ 0 h 5263"/>
                <a:gd name="connsiteX2" fmla="*/ 18781 w 18781"/>
                <a:gd name="connsiteY2" fmla="*/ 5263 h 5263"/>
                <a:gd name="connsiteX3" fmla="*/ 0 w 18781"/>
                <a:gd name="connsiteY3" fmla="*/ 5263 h 5263"/>
              </a:gdLst>
              <a:ahLst/>
              <a:cxnLst>
                <a:cxn ang="0">
                  <a:pos x="connsiteX0" y="connsiteY0"/>
                </a:cxn>
                <a:cxn ang="0">
                  <a:pos x="connsiteX1" y="connsiteY1"/>
                </a:cxn>
                <a:cxn ang="0">
                  <a:pos x="connsiteX2" y="connsiteY2"/>
                </a:cxn>
                <a:cxn ang="0">
                  <a:pos x="connsiteX3" y="connsiteY3"/>
                </a:cxn>
              </a:cxnLst>
              <a:rect l="l" t="t" r="r" b="b"/>
              <a:pathLst>
                <a:path w="18781" h="5263">
                  <a:moveTo>
                    <a:pt x="0" y="0"/>
                  </a:moveTo>
                  <a:lnTo>
                    <a:pt x="18781" y="0"/>
                  </a:lnTo>
                  <a:lnTo>
                    <a:pt x="18781"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7" name="Freeform: Shape 146">
              <a:extLst>
                <a:ext uri="{FF2B5EF4-FFF2-40B4-BE49-F238E27FC236}">
                  <a16:creationId xmlns:a16="http://schemas.microsoft.com/office/drawing/2014/main" id="{4DF73A8E-8C00-40AD-66E5-1BDABECD406F}"/>
                </a:ext>
              </a:extLst>
            </p:cNvPr>
            <p:cNvSpPr/>
            <p:nvPr/>
          </p:nvSpPr>
          <p:spPr>
            <a:xfrm>
              <a:off x="918299" y="3644987"/>
              <a:ext cx="90270" cy="6356"/>
            </a:xfrm>
            <a:custGeom>
              <a:avLst/>
              <a:gdLst>
                <a:gd name="connsiteX0" fmla="*/ 0 w 74751"/>
                <a:gd name="connsiteY0" fmla="*/ 0 h 5263"/>
                <a:gd name="connsiteX1" fmla="*/ 74751 w 74751"/>
                <a:gd name="connsiteY1" fmla="*/ 0 h 5263"/>
                <a:gd name="connsiteX2" fmla="*/ 74751 w 74751"/>
                <a:gd name="connsiteY2" fmla="*/ 5263 h 5263"/>
                <a:gd name="connsiteX3" fmla="*/ 0 w 74751"/>
                <a:gd name="connsiteY3" fmla="*/ 5263 h 5263"/>
              </a:gdLst>
              <a:ahLst/>
              <a:cxnLst>
                <a:cxn ang="0">
                  <a:pos x="connsiteX0" y="connsiteY0"/>
                </a:cxn>
                <a:cxn ang="0">
                  <a:pos x="connsiteX1" y="connsiteY1"/>
                </a:cxn>
                <a:cxn ang="0">
                  <a:pos x="connsiteX2" y="connsiteY2"/>
                </a:cxn>
                <a:cxn ang="0">
                  <a:pos x="connsiteX3" y="connsiteY3"/>
                </a:cxn>
              </a:cxnLst>
              <a:rect l="l" t="t" r="r" b="b"/>
              <a:pathLst>
                <a:path w="74751" h="5263">
                  <a:moveTo>
                    <a:pt x="0" y="0"/>
                  </a:moveTo>
                  <a:lnTo>
                    <a:pt x="74751" y="0"/>
                  </a:lnTo>
                  <a:lnTo>
                    <a:pt x="74751"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8" name="Freeform: Shape 147">
              <a:extLst>
                <a:ext uri="{FF2B5EF4-FFF2-40B4-BE49-F238E27FC236}">
                  <a16:creationId xmlns:a16="http://schemas.microsoft.com/office/drawing/2014/main" id="{A6D2DD64-B8AD-AFDF-B69B-6D24D2E3C03C}"/>
                </a:ext>
              </a:extLst>
            </p:cNvPr>
            <p:cNvSpPr/>
            <p:nvPr/>
          </p:nvSpPr>
          <p:spPr>
            <a:xfrm>
              <a:off x="839838" y="3673398"/>
              <a:ext cx="34246" cy="6356"/>
            </a:xfrm>
            <a:custGeom>
              <a:avLst/>
              <a:gdLst>
                <a:gd name="connsiteX0" fmla="*/ 0 w 28358"/>
                <a:gd name="connsiteY0" fmla="*/ 0 h 5263"/>
                <a:gd name="connsiteX1" fmla="*/ 28359 w 28358"/>
                <a:gd name="connsiteY1" fmla="*/ 0 h 5263"/>
                <a:gd name="connsiteX2" fmla="*/ 28359 w 28358"/>
                <a:gd name="connsiteY2" fmla="*/ 5263 h 5263"/>
                <a:gd name="connsiteX3" fmla="*/ 0 w 28358"/>
                <a:gd name="connsiteY3" fmla="*/ 5263 h 5263"/>
              </a:gdLst>
              <a:ahLst/>
              <a:cxnLst>
                <a:cxn ang="0">
                  <a:pos x="connsiteX0" y="connsiteY0"/>
                </a:cxn>
                <a:cxn ang="0">
                  <a:pos x="connsiteX1" y="connsiteY1"/>
                </a:cxn>
                <a:cxn ang="0">
                  <a:pos x="connsiteX2" y="connsiteY2"/>
                </a:cxn>
                <a:cxn ang="0">
                  <a:pos x="connsiteX3" y="connsiteY3"/>
                </a:cxn>
              </a:cxnLst>
              <a:rect l="l" t="t" r="r" b="b"/>
              <a:pathLst>
                <a:path w="28358" h="5263">
                  <a:moveTo>
                    <a:pt x="0" y="0"/>
                  </a:moveTo>
                  <a:lnTo>
                    <a:pt x="28359" y="0"/>
                  </a:lnTo>
                  <a:lnTo>
                    <a:pt x="28359"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49" name="Freeform: Shape 148">
              <a:extLst>
                <a:ext uri="{FF2B5EF4-FFF2-40B4-BE49-F238E27FC236}">
                  <a16:creationId xmlns:a16="http://schemas.microsoft.com/office/drawing/2014/main" id="{CB1254FD-7EA5-8846-348A-EB0CBE7EC2A3}"/>
                </a:ext>
              </a:extLst>
            </p:cNvPr>
            <p:cNvSpPr/>
            <p:nvPr/>
          </p:nvSpPr>
          <p:spPr>
            <a:xfrm rot="10800000">
              <a:off x="884157" y="3673398"/>
              <a:ext cx="81309" cy="6356"/>
            </a:xfrm>
            <a:custGeom>
              <a:avLst/>
              <a:gdLst>
                <a:gd name="connsiteX0" fmla="*/ 0 w 67330"/>
                <a:gd name="connsiteY0" fmla="*/ 0 h 5263"/>
                <a:gd name="connsiteX1" fmla="*/ 67331 w 67330"/>
                <a:gd name="connsiteY1" fmla="*/ 0 h 5263"/>
                <a:gd name="connsiteX2" fmla="*/ 67331 w 67330"/>
                <a:gd name="connsiteY2" fmla="*/ 5263 h 5263"/>
                <a:gd name="connsiteX3" fmla="*/ 0 w 67330"/>
                <a:gd name="connsiteY3" fmla="*/ 5263 h 5263"/>
              </a:gdLst>
              <a:ahLst/>
              <a:cxnLst>
                <a:cxn ang="0">
                  <a:pos x="connsiteX0" y="connsiteY0"/>
                </a:cxn>
                <a:cxn ang="0">
                  <a:pos x="connsiteX1" y="connsiteY1"/>
                </a:cxn>
                <a:cxn ang="0">
                  <a:pos x="connsiteX2" y="connsiteY2"/>
                </a:cxn>
                <a:cxn ang="0">
                  <a:pos x="connsiteX3" y="connsiteY3"/>
                </a:cxn>
              </a:cxnLst>
              <a:rect l="l" t="t" r="r" b="b"/>
              <a:pathLst>
                <a:path w="67330" h="5263">
                  <a:moveTo>
                    <a:pt x="0" y="0"/>
                  </a:moveTo>
                  <a:lnTo>
                    <a:pt x="67331" y="0"/>
                  </a:lnTo>
                  <a:lnTo>
                    <a:pt x="67331" y="5263"/>
                  </a:lnTo>
                  <a:lnTo>
                    <a:pt x="0" y="5263"/>
                  </a:ln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0" name="Freeform: Shape 149">
              <a:extLst>
                <a:ext uri="{FF2B5EF4-FFF2-40B4-BE49-F238E27FC236}">
                  <a16:creationId xmlns:a16="http://schemas.microsoft.com/office/drawing/2014/main" id="{9030A1A8-5CC1-250D-25A5-FFC96E0CDE4A}"/>
                </a:ext>
              </a:extLst>
            </p:cNvPr>
            <p:cNvSpPr/>
            <p:nvPr/>
          </p:nvSpPr>
          <p:spPr>
            <a:xfrm>
              <a:off x="788780" y="3546866"/>
              <a:ext cx="9134" cy="9134"/>
            </a:xfrm>
            <a:custGeom>
              <a:avLst/>
              <a:gdLst>
                <a:gd name="connsiteX0" fmla="*/ 4688 w 7564"/>
                <a:gd name="connsiteY0" fmla="*/ 0 h 7564"/>
                <a:gd name="connsiteX1" fmla="*/ 7564 w 7564"/>
                <a:gd name="connsiteY1" fmla="*/ 0 h 7564"/>
                <a:gd name="connsiteX2" fmla="*/ 7564 w 7564"/>
                <a:gd name="connsiteY2" fmla="*/ 7564 h 7564"/>
                <a:gd name="connsiteX3" fmla="*/ 4688 w 7564"/>
                <a:gd name="connsiteY3" fmla="*/ 7564 h 7564"/>
                <a:gd name="connsiteX4" fmla="*/ 2876 w 7564"/>
                <a:gd name="connsiteY4" fmla="*/ 7564 h 7564"/>
                <a:gd name="connsiteX5" fmla="*/ 0 w 7564"/>
                <a:gd name="connsiteY5" fmla="*/ 7564 h 7564"/>
                <a:gd name="connsiteX6" fmla="*/ 0 w 7564"/>
                <a:gd name="connsiteY6" fmla="*/ 0 h 7564"/>
                <a:gd name="connsiteX7" fmla="*/ 2876 w 7564"/>
                <a:gd name="connsiteY7" fmla="*/ 0 h 7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4" h="7564">
                  <a:moveTo>
                    <a:pt x="4688" y="0"/>
                  </a:moveTo>
                  <a:cubicBezTo>
                    <a:pt x="6277" y="0"/>
                    <a:pt x="7564" y="0"/>
                    <a:pt x="7564" y="0"/>
                  </a:cubicBezTo>
                  <a:lnTo>
                    <a:pt x="7564" y="7564"/>
                  </a:lnTo>
                  <a:cubicBezTo>
                    <a:pt x="7564" y="7564"/>
                    <a:pt x="6277" y="7564"/>
                    <a:pt x="4688" y="7564"/>
                  </a:cubicBezTo>
                  <a:lnTo>
                    <a:pt x="2876" y="7564"/>
                  </a:lnTo>
                  <a:cubicBezTo>
                    <a:pt x="1288" y="7564"/>
                    <a:pt x="0" y="7564"/>
                    <a:pt x="0" y="7564"/>
                  </a:cubicBezTo>
                  <a:lnTo>
                    <a:pt x="0" y="0"/>
                  </a:lnTo>
                  <a:cubicBezTo>
                    <a:pt x="0" y="0"/>
                    <a:pt x="1288" y="0"/>
                    <a:pt x="2876" y="0"/>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1" name="Freeform: Shape 150">
              <a:extLst>
                <a:ext uri="{FF2B5EF4-FFF2-40B4-BE49-F238E27FC236}">
                  <a16:creationId xmlns:a16="http://schemas.microsoft.com/office/drawing/2014/main" id="{70469EFD-0726-05AD-CF6C-238EE0F8A784}"/>
                </a:ext>
              </a:extLst>
            </p:cNvPr>
            <p:cNvSpPr/>
            <p:nvPr/>
          </p:nvSpPr>
          <p:spPr>
            <a:xfrm>
              <a:off x="788780" y="3570900"/>
              <a:ext cx="9134" cy="9134"/>
            </a:xfrm>
            <a:custGeom>
              <a:avLst/>
              <a:gdLst>
                <a:gd name="connsiteX0" fmla="*/ 4688 w 7564"/>
                <a:gd name="connsiteY0" fmla="*/ 0 h 7564"/>
                <a:gd name="connsiteX1" fmla="*/ 7564 w 7564"/>
                <a:gd name="connsiteY1" fmla="*/ 0 h 7564"/>
                <a:gd name="connsiteX2" fmla="*/ 7564 w 7564"/>
                <a:gd name="connsiteY2" fmla="*/ 7564 h 7564"/>
                <a:gd name="connsiteX3" fmla="*/ 4688 w 7564"/>
                <a:gd name="connsiteY3" fmla="*/ 7564 h 7564"/>
                <a:gd name="connsiteX4" fmla="*/ 2876 w 7564"/>
                <a:gd name="connsiteY4" fmla="*/ 7564 h 7564"/>
                <a:gd name="connsiteX5" fmla="*/ 0 w 7564"/>
                <a:gd name="connsiteY5" fmla="*/ 7564 h 7564"/>
                <a:gd name="connsiteX6" fmla="*/ 0 w 7564"/>
                <a:gd name="connsiteY6" fmla="*/ 0 h 7564"/>
                <a:gd name="connsiteX7" fmla="*/ 2876 w 7564"/>
                <a:gd name="connsiteY7" fmla="*/ 0 h 7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4" h="7564">
                  <a:moveTo>
                    <a:pt x="4688" y="0"/>
                  </a:moveTo>
                  <a:cubicBezTo>
                    <a:pt x="6277" y="0"/>
                    <a:pt x="7564" y="0"/>
                    <a:pt x="7564" y="0"/>
                  </a:cubicBezTo>
                  <a:lnTo>
                    <a:pt x="7564" y="7564"/>
                  </a:lnTo>
                  <a:cubicBezTo>
                    <a:pt x="7564" y="7564"/>
                    <a:pt x="6277" y="7564"/>
                    <a:pt x="4688" y="7564"/>
                  </a:cubicBezTo>
                  <a:lnTo>
                    <a:pt x="2876" y="7564"/>
                  </a:lnTo>
                  <a:cubicBezTo>
                    <a:pt x="1288" y="7564"/>
                    <a:pt x="0" y="7564"/>
                    <a:pt x="0" y="7564"/>
                  </a:cubicBezTo>
                  <a:lnTo>
                    <a:pt x="0" y="0"/>
                  </a:lnTo>
                  <a:cubicBezTo>
                    <a:pt x="0" y="0"/>
                    <a:pt x="1288" y="0"/>
                    <a:pt x="2876" y="0"/>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2" name="Freeform: Shape 151">
              <a:extLst>
                <a:ext uri="{FF2B5EF4-FFF2-40B4-BE49-F238E27FC236}">
                  <a16:creationId xmlns:a16="http://schemas.microsoft.com/office/drawing/2014/main" id="{56A9C08F-C86E-8BFA-9931-811945B7138C}"/>
                </a:ext>
              </a:extLst>
            </p:cNvPr>
            <p:cNvSpPr/>
            <p:nvPr/>
          </p:nvSpPr>
          <p:spPr>
            <a:xfrm>
              <a:off x="788780" y="3594970"/>
              <a:ext cx="9134" cy="9134"/>
            </a:xfrm>
            <a:custGeom>
              <a:avLst/>
              <a:gdLst>
                <a:gd name="connsiteX0" fmla="*/ 4688 w 7564"/>
                <a:gd name="connsiteY0" fmla="*/ 0 h 7564"/>
                <a:gd name="connsiteX1" fmla="*/ 7564 w 7564"/>
                <a:gd name="connsiteY1" fmla="*/ 0 h 7564"/>
                <a:gd name="connsiteX2" fmla="*/ 7564 w 7564"/>
                <a:gd name="connsiteY2" fmla="*/ 7564 h 7564"/>
                <a:gd name="connsiteX3" fmla="*/ 4688 w 7564"/>
                <a:gd name="connsiteY3" fmla="*/ 7564 h 7564"/>
                <a:gd name="connsiteX4" fmla="*/ 2876 w 7564"/>
                <a:gd name="connsiteY4" fmla="*/ 7564 h 7564"/>
                <a:gd name="connsiteX5" fmla="*/ 0 w 7564"/>
                <a:gd name="connsiteY5" fmla="*/ 7564 h 7564"/>
                <a:gd name="connsiteX6" fmla="*/ 0 w 7564"/>
                <a:gd name="connsiteY6" fmla="*/ 0 h 7564"/>
                <a:gd name="connsiteX7" fmla="*/ 2876 w 7564"/>
                <a:gd name="connsiteY7" fmla="*/ 0 h 7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4" h="7564">
                  <a:moveTo>
                    <a:pt x="4688" y="0"/>
                  </a:moveTo>
                  <a:cubicBezTo>
                    <a:pt x="6277" y="0"/>
                    <a:pt x="7564" y="0"/>
                    <a:pt x="7564" y="0"/>
                  </a:cubicBezTo>
                  <a:lnTo>
                    <a:pt x="7564" y="7564"/>
                  </a:lnTo>
                  <a:cubicBezTo>
                    <a:pt x="7564" y="7564"/>
                    <a:pt x="6277" y="7564"/>
                    <a:pt x="4688" y="7564"/>
                  </a:cubicBezTo>
                  <a:lnTo>
                    <a:pt x="2876" y="7564"/>
                  </a:lnTo>
                  <a:cubicBezTo>
                    <a:pt x="1288" y="7564"/>
                    <a:pt x="0" y="7564"/>
                    <a:pt x="0" y="7564"/>
                  </a:cubicBezTo>
                  <a:lnTo>
                    <a:pt x="0" y="0"/>
                  </a:lnTo>
                  <a:cubicBezTo>
                    <a:pt x="0" y="0"/>
                    <a:pt x="1288" y="0"/>
                    <a:pt x="2876" y="0"/>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3" name="Freeform: Shape 152">
              <a:extLst>
                <a:ext uri="{FF2B5EF4-FFF2-40B4-BE49-F238E27FC236}">
                  <a16:creationId xmlns:a16="http://schemas.microsoft.com/office/drawing/2014/main" id="{AA4F3A3C-1039-5122-B5AB-7BBE9FFE49FE}"/>
                </a:ext>
              </a:extLst>
            </p:cNvPr>
            <p:cNvSpPr/>
            <p:nvPr/>
          </p:nvSpPr>
          <p:spPr>
            <a:xfrm>
              <a:off x="788780" y="3619006"/>
              <a:ext cx="9134" cy="9134"/>
            </a:xfrm>
            <a:custGeom>
              <a:avLst/>
              <a:gdLst>
                <a:gd name="connsiteX0" fmla="*/ 4688 w 7564"/>
                <a:gd name="connsiteY0" fmla="*/ 0 h 7564"/>
                <a:gd name="connsiteX1" fmla="*/ 7564 w 7564"/>
                <a:gd name="connsiteY1" fmla="*/ 0 h 7564"/>
                <a:gd name="connsiteX2" fmla="*/ 7564 w 7564"/>
                <a:gd name="connsiteY2" fmla="*/ 7564 h 7564"/>
                <a:gd name="connsiteX3" fmla="*/ 4688 w 7564"/>
                <a:gd name="connsiteY3" fmla="*/ 7564 h 7564"/>
                <a:gd name="connsiteX4" fmla="*/ 2876 w 7564"/>
                <a:gd name="connsiteY4" fmla="*/ 7564 h 7564"/>
                <a:gd name="connsiteX5" fmla="*/ 0 w 7564"/>
                <a:gd name="connsiteY5" fmla="*/ 7564 h 7564"/>
                <a:gd name="connsiteX6" fmla="*/ 0 w 7564"/>
                <a:gd name="connsiteY6" fmla="*/ 0 h 7564"/>
                <a:gd name="connsiteX7" fmla="*/ 2876 w 7564"/>
                <a:gd name="connsiteY7" fmla="*/ 0 h 7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4" h="7564">
                  <a:moveTo>
                    <a:pt x="4688" y="0"/>
                  </a:moveTo>
                  <a:cubicBezTo>
                    <a:pt x="6277" y="0"/>
                    <a:pt x="7564" y="0"/>
                    <a:pt x="7564" y="0"/>
                  </a:cubicBezTo>
                  <a:lnTo>
                    <a:pt x="7564" y="7564"/>
                  </a:lnTo>
                  <a:cubicBezTo>
                    <a:pt x="7564" y="7564"/>
                    <a:pt x="6277" y="7564"/>
                    <a:pt x="4688" y="7564"/>
                  </a:cubicBezTo>
                  <a:lnTo>
                    <a:pt x="2876" y="7564"/>
                  </a:lnTo>
                  <a:cubicBezTo>
                    <a:pt x="1288" y="7564"/>
                    <a:pt x="0" y="7564"/>
                    <a:pt x="0" y="7564"/>
                  </a:cubicBezTo>
                  <a:lnTo>
                    <a:pt x="0" y="0"/>
                  </a:lnTo>
                  <a:cubicBezTo>
                    <a:pt x="0" y="0"/>
                    <a:pt x="1288" y="0"/>
                    <a:pt x="2876" y="0"/>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4" name="Freeform: Shape 153">
              <a:extLst>
                <a:ext uri="{FF2B5EF4-FFF2-40B4-BE49-F238E27FC236}">
                  <a16:creationId xmlns:a16="http://schemas.microsoft.com/office/drawing/2014/main" id="{F7E3A7DA-1DE5-38FF-6B59-DF92B8238D0F}"/>
                </a:ext>
              </a:extLst>
            </p:cNvPr>
            <p:cNvSpPr/>
            <p:nvPr/>
          </p:nvSpPr>
          <p:spPr>
            <a:xfrm>
              <a:off x="788780" y="3643041"/>
              <a:ext cx="9134" cy="9134"/>
            </a:xfrm>
            <a:custGeom>
              <a:avLst/>
              <a:gdLst>
                <a:gd name="connsiteX0" fmla="*/ 4688 w 7564"/>
                <a:gd name="connsiteY0" fmla="*/ 0 h 7564"/>
                <a:gd name="connsiteX1" fmla="*/ 7564 w 7564"/>
                <a:gd name="connsiteY1" fmla="*/ 0 h 7564"/>
                <a:gd name="connsiteX2" fmla="*/ 7564 w 7564"/>
                <a:gd name="connsiteY2" fmla="*/ 7564 h 7564"/>
                <a:gd name="connsiteX3" fmla="*/ 4688 w 7564"/>
                <a:gd name="connsiteY3" fmla="*/ 7564 h 7564"/>
                <a:gd name="connsiteX4" fmla="*/ 2876 w 7564"/>
                <a:gd name="connsiteY4" fmla="*/ 7564 h 7564"/>
                <a:gd name="connsiteX5" fmla="*/ 0 w 7564"/>
                <a:gd name="connsiteY5" fmla="*/ 7564 h 7564"/>
                <a:gd name="connsiteX6" fmla="*/ 0 w 7564"/>
                <a:gd name="connsiteY6" fmla="*/ 0 h 7564"/>
                <a:gd name="connsiteX7" fmla="*/ 2876 w 7564"/>
                <a:gd name="connsiteY7" fmla="*/ 0 h 7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4" h="7564">
                  <a:moveTo>
                    <a:pt x="4688" y="0"/>
                  </a:moveTo>
                  <a:cubicBezTo>
                    <a:pt x="6277" y="0"/>
                    <a:pt x="7564" y="0"/>
                    <a:pt x="7564" y="0"/>
                  </a:cubicBezTo>
                  <a:lnTo>
                    <a:pt x="7564" y="7564"/>
                  </a:lnTo>
                  <a:cubicBezTo>
                    <a:pt x="7564" y="7564"/>
                    <a:pt x="6277" y="7564"/>
                    <a:pt x="4688" y="7564"/>
                  </a:cubicBezTo>
                  <a:lnTo>
                    <a:pt x="2876" y="7564"/>
                  </a:lnTo>
                  <a:cubicBezTo>
                    <a:pt x="1288" y="7564"/>
                    <a:pt x="0" y="7564"/>
                    <a:pt x="0" y="7564"/>
                  </a:cubicBezTo>
                  <a:lnTo>
                    <a:pt x="0" y="0"/>
                  </a:lnTo>
                  <a:cubicBezTo>
                    <a:pt x="0" y="0"/>
                    <a:pt x="1288" y="0"/>
                    <a:pt x="2876" y="0"/>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5" name="Freeform: Shape 154">
              <a:extLst>
                <a:ext uri="{FF2B5EF4-FFF2-40B4-BE49-F238E27FC236}">
                  <a16:creationId xmlns:a16="http://schemas.microsoft.com/office/drawing/2014/main" id="{F374144E-90A2-2C05-78DF-047A2886B448}"/>
                </a:ext>
              </a:extLst>
            </p:cNvPr>
            <p:cNvSpPr/>
            <p:nvPr/>
          </p:nvSpPr>
          <p:spPr>
            <a:xfrm>
              <a:off x="788780" y="3667111"/>
              <a:ext cx="9134" cy="9134"/>
            </a:xfrm>
            <a:custGeom>
              <a:avLst/>
              <a:gdLst>
                <a:gd name="connsiteX0" fmla="*/ 4688 w 7564"/>
                <a:gd name="connsiteY0" fmla="*/ 0 h 7564"/>
                <a:gd name="connsiteX1" fmla="*/ 7564 w 7564"/>
                <a:gd name="connsiteY1" fmla="*/ 0 h 7564"/>
                <a:gd name="connsiteX2" fmla="*/ 7564 w 7564"/>
                <a:gd name="connsiteY2" fmla="*/ 7564 h 7564"/>
                <a:gd name="connsiteX3" fmla="*/ 4688 w 7564"/>
                <a:gd name="connsiteY3" fmla="*/ 7564 h 7564"/>
                <a:gd name="connsiteX4" fmla="*/ 2876 w 7564"/>
                <a:gd name="connsiteY4" fmla="*/ 7564 h 7564"/>
                <a:gd name="connsiteX5" fmla="*/ 0 w 7564"/>
                <a:gd name="connsiteY5" fmla="*/ 7564 h 7564"/>
                <a:gd name="connsiteX6" fmla="*/ 0 w 7564"/>
                <a:gd name="connsiteY6" fmla="*/ 0 h 7564"/>
                <a:gd name="connsiteX7" fmla="*/ 2876 w 7564"/>
                <a:gd name="connsiteY7" fmla="*/ 0 h 7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4" h="7564">
                  <a:moveTo>
                    <a:pt x="4688" y="0"/>
                  </a:moveTo>
                  <a:cubicBezTo>
                    <a:pt x="6277" y="0"/>
                    <a:pt x="7564" y="0"/>
                    <a:pt x="7564" y="0"/>
                  </a:cubicBezTo>
                  <a:lnTo>
                    <a:pt x="7564" y="7564"/>
                  </a:lnTo>
                  <a:cubicBezTo>
                    <a:pt x="7564" y="7564"/>
                    <a:pt x="6277" y="7564"/>
                    <a:pt x="4688" y="7564"/>
                  </a:cubicBezTo>
                  <a:lnTo>
                    <a:pt x="2876" y="7564"/>
                  </a:lnTo>
                  <a:cubicBezTo>
                    <a:pt x="1288" y="7564"/>
                    <a:pt x="0" y="7564"/>
                    <a:pt x="0" y="7564"/>
                  </a:cubicBezTo>
                  <a:lnTo>
                    <a:pt x="0" y="0"/>
                  </a:lnTo>
                  <a:cubicBezTo>
                    <a:pt x="0" y="0"/>
                    <a:pt x="1288" y="0"/>
                    <a:pt x="2876" y="0"/>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56" name="Freeform: Shape 155">
              <a:extLst>
                <a:ext uri="{FF2B5EF4-FFF2-40B4-BE49-F238E27FC236}">
                  <a16:creationId xmlns:a16="http://schemas.microsoft.com/office/drawing/2014/main" id="{37655C8C-E28B-621A-08D8-D394A6ED9B93}"/>
                </a:ext>
              </a:extLst>
            </p:cNvPr>
            <p:cNvSpPr/>
            <p:nvPr/>
          </p:nvSpPr>
          <p:spPr>
            <a:xfrm>
              <a:off x="788780" y="3691147"/>
              <a:ext cx="9134" cy="9134"/>
            </a:xfrm>
            <a:custGeom>
              <a:avLst/>
              <a:gdLst>
                <a:gd name="connsiteX0" fmla="*/ 4688 w 7564"/>
                <a:gd name="connsiteY0" fmla="*/ 0 h 7564"/>
                <a:gd name="connsiteX1" fmla="*/ 7564 w 7564"/>
                <a:gd name="connsiteY1" fmla="*/ 0 h 7564"/>
                <a:gd name="connsiteX2" fmla="*/ 7564 w 7564"/>
                <a:gd name="connsiteY2" fmla="*/ 7564 h 7564"/>
                <a:gd name="connsiteX3" fmla="*/ 4688 w 7564"/>
                <a:gd name="connsiteY3" fmla="*/ 7564 h 7564"/>
                <a:gd name="connsiteX4" fmla="*/ 2876 w 7564"/>
                <a:gd name="connsiteY4" fmla="*/ 7564 h 7564"/>
                <a:gd name="connsiteX5" fmla="*/ 0 w 7564"/>
                <a:gd name="connsiteY5" fmla="*/ 7564 h 7564"/>
                <a:gd name="connsiteX6" fmla="*/ 0 w 7564"/>
                <a:gd name="connsiteY6" fmla="*/ 0 h 7564"/>
                <a:gd name="connsiteX7" fmla="*/ 2876 w 7564"/>
                <a:gd name="connsiteY7" fmla="*/ 0 h 7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64" h="7564">
                  <a:moveTo>
                    <a:pt x="4688" y="0"/>
                  </a:moveTo>
                  <a:cubicBezTo>
                    <a:pt x="6277" y="0"/>
                    <a:pt x="7564" y="0"/>
                    <a:pt x="7564" y="0"/>
                  </a:cubicBezTo>
                  <a:lnTo>
                    <a:pt x="7564" y="7564"/>
                  </a:lnTo>
                  <a:cubicBezTo>
                    <a:pt x="7564" y="7564"/>
                    <a:pt x="6277" y="7564"/>
                    <a:pt x="4688" y="7564"/>
                  </a:cubicBezTo>
                  <a:lnTo>
                    <a:pt x="2876" y="7564"/>
                  </a:lnTo>
                  <a:cubicBezTo>
                    <a:pt x="1288" y="7564"/>
                    <a:pt x="0" y="7564"/>
                    <a:pt x="0" y="7564"/>
                  </a:cubicBezTo>
                  <a:lnTo>
                    <a:pt x="0" y="0"/>
                  </a:lnTo>
                  <a:cubicBezTo>
                    <a:pt x="0" y="0"/>
                    <a:pt x="1288" y="0"/>
                    <a:pt x="2876" y="0"/>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94" name="Group 93">
            <a:extLst>
              <a:ext uri="{FF2B5EF4-FFF2-40B4-BE49-F238E27FC236}">
                <a16:creationId xmlns:a16="http://schemas.microsoft.com/office/drawing/2014/main" id="{70626C2E-6D19-4FC0-98B1-2858915DA26B}"/>
              </a:ext>
            </a:extLst>
          </p:cNvPr>
          <p:cNvGrpSpPr/>
          <p:nvPr/>
        </p:nvGrpSpPr>
        <p:grpSpPr>
          <a:xfrm>
            <a:off x="656300" y="4904798"/>
            <a:ext cx="533274" cy="405524"/>
            <a:chOff x="8250461" y="2724150"/>
            <a:chExt cx="1187625" cy="807239"/>
          </a:xfrm>
          <a:noFill/>
        </p:grpSpPr>
        <p:sp>
          <p:nvSpPr>
            <p:cNvPr id="95" name="Freeform: Shape 94">
              <a:extLst>
                <a:ext uri="{FF2B5EF4-FFF2-40B4-BE49-F238E27FC236}">
                  <a16:creationId xmlns:a16="http://schemas.microsoft.com/office/drawing/2014/main" id="{B788A436-B674-4907-9988-6FD57D5C4F97}"/>
                </a:ext>
              </a:extLst>
            </p:cNvPr>
            <p:cNvSpPr/>
            <p:nvPr/>
          </p:nvSpPr>
          <p:spPr>
            <a:xfrm>
              <a:off x="8250461" y="2919618"/>
              <a:ext cx="554091" cy="611771"/>
            </a:xfrm>
            <a:custGeom>
              <a:avLst/>
              <a:gdLst>
                <a:gd name="connsiteX0" fmla="*/ 207057 w 215036"/>
                <a:gd name="connsiteY0" fmla="*/ 60599 h 237420"/>
                <a:gd name="connsiteX1" fmla="*/ 208948 w 215036"/>
                <a:gd name="connsiteY1" fmla="*/ 57853 h 237420"/>
                <a:gd name="connsiteX2" fmla="*/ 215036 w 215036"/>
                <a:gd name="connsiteY2" fmla="*/ 49096 h 237420"/>
                <a:gd name="connsiteX3" fmla="*/ 210192 w 215036"/>
                <a:gd name="connsiteY3" fmla="*/ 43577 h 237420"/>
                <a:gd name="connsiteX4" fmla="*/ 205347 w 215036"/>
                <a:gd name="connsiteY4" fmla="*/ 38059 h 237420"/>
                <a:gd name="connsiteX5" fmla="*/ 200528 w 215036"/>
                <a:gd name="connsiteY5" fmla="*/ 32540 h 237420"/>
                <a:gd name="connsiteX6" fmla="*/ 167728 w 215036"/>
                <a:gd name="connsiteY6" fmla="*/ 49355 h 237420"/>
                <a:gd name="connsiteX7" fmla="*/ 144152 w 215036"/>
                <a:gd name="connsiteY7" fmla="*/ 37644 h 237420"/>
                <a:gd name="connsiteX8" fmla="*/ 137571 w 215036"/>
                <a:gd name="connsiteY8" fmla="*/ 1373 h 237420"/>
                <a:gd name="connsiteX9" fmla="*/ 130369 w 215036"/>
                <a:gd name="connsiteY9" fmla="*/ 959 h 237420"/>
                <a:gd name="connsiteX10" fmla="*/ 122933 w 215036"/>
                <a:gd name="connsiteY10" fmla="*/ 518 h 237420"/>
                <a:gd name="connsiteX11" fmla="*/ 115601 w 215036"/>
                <a:gd name="connsiteY11" fmla="*/ 0 h 237420"/>
                <a:gd name="connsiteX12" fmla="*/ 104461 w 215036"/>
                <a:gd name="connsiteY12" fmla="*/ 34976 h 237420"/>
                <a:gd name="connsiteX13" fmla="*/ 79408 w 215036"/>
                <a:gd name="connsiteY13" fmla="*/ 43448 h 237420"/>
                <a:gd name="connsiteX14" fmla="*/ 49122 w 215036"/>
                <a:gd name="connsiteY14" fmla="*/ 22514 h 237420"/>
                <a:gd name="connsiteX15" fmla="*/ 43603 w 215036"/>
                <a:gd name="connsiteY15" fmla="*/ 27359 h 237420"/>
                <a:gd name="connsiteX16" fmla="*/ 38085 w 215036"/>
                <a:gd name="connsiteY16" fmla="*/ 32178 h 237420"/>
                <a:gd name="connsiteX17" fmla="*/ 32566 w 215036"/>
                <a:gd name="connsiteY17" fmla="*/ 37023 h 237420"/>
                <a:gd name="connsiteX18" fmla="*/ 49329 w 215036"/>
                <a:gd name="connsiteY18" fmla="*/ 69693 h 237420"/>
                <a:gd name="connsiteX19" fmla="*/ 37618 w 215036"/>
                <a:gd name="connsiteY19" fmla="*/ 93424 h 237420"/>
                <a:gd name="connsiteX20" fmla="*/ 1347 w 215036"/>
                <a:gd name="connsiteY20" fmla="*/ 99979 h 237420"/>
                <a:gd name="connsiteX21" fmla="*/ 881 w 215036"/>
                <a:gd name="connsiteY21" fmla="*/ 107285 h 237420"/>
                <a:gd name="connsiteX22" fmla="*/ 492 w 215036"/>
                <a:gd name="connsiteY22" fmla="*/ 114513 h 237420"/>
                <a:gd name="connsiteX23" fmla="*/ 0 w 215036"/>
                <a:gd name="connsiteY23" fmla="*/ 121845 h 237420"/>
                <a:gd name="connsiteX24" fmla="*/ 35028 w 215036"/>
                <a:gd name="connsiteY24" fmla="*/ 133115 h 237420"/>
                <a:gd name="connsiteX25" fmla="*/ 43525 w 215036"/>
                <a:gd name="connsiteY25" fmla="*/ 158039 h 237420"/>
                <a:gd name="connsiteX26" fmla="*/ 22540 w 215036"/>
                <a:gd name="connsiteY26" fmla="*/ 188325 h 237420"/>
                <a:gd name="connsiteX27" fmla="*/ 27359 w 215036"/>
                <a:gd name="connsiteY27" fmla="*/ 193844 h 237420"/>
                <a:gd name="connsiteX28" fmla="*/ 32204 w 215036"/>
                <a:gd name="connsiteY28" fmla="*/ 199362 h 237420"/>
                <a:gd name="connsiteX29" fmla="*/ 37100 w 215036"/>
                <a:gd name="connsiteY29" fmla="*/ 204984 h 237420"/>
                <a:gd name="connsiteX30" fmla="*/ 69952 w 215036"/>
                <a:gd name="connsiteY30" fmla="*/ 188144 h 237420"/>
                <a:gd name="connsiteX31" fmla="*/ 93450 w 215036"/>
                <a:gd name="connsiteY31" fmla="*/ 199699 h 237420"/>
                <a:gd name="connsiteX32" fmla="*/ 100031 w 215036"/>
                <a:gd name="connsiteY32" fmla="*/ 235970 h 237420"/>
                <a:gd name="connsiteX33" fmla="*/ 107363 w 215036"/>
                <a:gd name="connsiteY33" fmla="*/ 236462 h 237420"/>
                <a:gd name="connsiteX34" fmla="*/ 114695 w 215036"/>
                <a:gd name="connsiteY34" fmla="*/ 236955 h 237420"/>
                <a:gd name="connsiteX35" fmla="*/ 122001 w 215036"/>
                <a:gd name="connsiteY35" fmla="*/ 237421 h 237420"/>
                <a:gd name="connsiteX36" fmla="*/ 133348 w 215036"/>
                <a:gd name="connsiteY36" fmla="*/ 202186 h 237420"/>
                <a:gd name="connsiteX37" fmla="*/ 158039 w 215036"/>
                <a:gd name="connsiteY37" fmla="*/ 193792 h 237420"/>
                <a:gd name="connsiteX38" fmla="*/ 188507 w 215036"/>
                <a:gd name="connsiteY38" fmla="*/ 214907 h 237420"/>
                <a:gd name="connsiteX39" fmla="*/ 194025 w 215036"/>
                <a:gd name="connsiteY39" fmla="*/ 210062 h 237420"/>
                <a:gd name="connsiteX40" fmla="*/ 199543 w 215036"/>
                <a:gd name="connsiteY40" fmla="*/ 205243 h 237420"/>
                <a:gd name="connsiteX41" fmla="*/ 205062 w 215036"/>
                <a:gd name="connsiteY41" fmla="*/ 200398 h 237420"/>
                <a:gd name="connsiteX42" fmla="*/ 197730 w 215036"/>
                <a:gd name="connsiteY42" fmla="*/ 186175 h 23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15036" h="237420">
                  <a:moveTo>
                    <a:pt x="207057" y="60599"/>
                  </a:moveTo>
                  <a:lnTo>
                    <a:pt x="208948" y="57853"/>
                  </a:lnTo>
                  <a:lnTo>
                    <a:pt x="215036" y="49096"/>
                  </a:lnTo>
                  <a:lnTo>
                    <a:pt x="210192" y="43577"/>
                  </a:lnTo>
                  <a:lnTo>
                    <a:pt x="205347" y="38059"/>
                  </a:lnTo>
                  <a:lnTo>
                    <a:pt x="200528" y="32540"/>
                  </a:lnTo>
                  <a:lnTo>
                    <a:pt x="167728" y="49355"/>
                  </a:lnTo>
                  <a:cubicBezTo>
                    <a:pt x="160529" y="44245"/>
                    <a:pt x="152574" y="40294"/>
                    <a:pt x="144152" y="37644"/>
                  </a:cubicBezTo>
                  <a:lnTo>
                    <a:pt x="137571" y="1373"/>
                  </a:lnTo>
                  <a:lnTo>
                    <a:pt x="130369" y="959"/>
                  </a:lnTo>
                  <a:lnTo>
                    <a:pt x="122933" y="518"/>
                  </a:lnTo>
                  <a:lnTo>
                    <a:pt x="115601" y="0"/>
                  </a:lnTo>
                  <a:lnTo>
                    <a:pt x="104461" y="34976"/>
                  </a:lnTo>
                  <a:cubicBezTo>
                    <a:pt x="95713" y="36452"/>
                    <a:pt x="87256" y="39311"/>
                    <a:pt x="79408" y="43448"/>
                  </a:cubicBezTo>
                  <a:lnTo>
                    <a:pt x="49122" y="22514"/>
                  </a:lnTo>
                  <a:lnTo>
                    <a:pt x="43603" y="27359"/>
                  </a:lnTo>
                  <a:lnTo>
                    <a:pt x="38085" y="32178"/>
                  </a:lnTo>
                  <a:lnTo>
                    <a:pt x="32566" y="37023"/>
                  </a:lnTo>
                  <a:lnTo>
                    <a:pt x="49329" y="69693"/>
                  </a:lnTo>
                  <a:cubicBezTo>
                    <a:pt x="44197" y="76935"/>
                    <a:pt x="40244" y="84945"/>
                    <a:pt x="37618" y="93424"/>
                  </a:cubicBezTo>
                  <a:lnTo>
                    <a:pt x="1347" y="99979"/>
                  </a:lnTo>
                  <a:lnTo>
                    <a:pt x="881" y="107285"/>
                  </a:lnTo>
                  <a:lnTo>
                    <a:pt x="492" y="114513"/>
                  </a:lnTo>
                  <a:lnTo>
                    <a:pt x="0" y="121845"/>
                  </a:lnTo>
                  <a:lnTo>
                    <a:pt x="35028" y="133115"/>
                  </a:lnTo>
                  <a:cubicBezTo>
                    <a:pt x="36549" y="141815"/>
                    <a:pt x="39416" y="150222"/>
                    <a:pt x="43525" y="158039"/>
                  </a:cubicBezTo>
                  <a:lnTo>
                    <a:pt x="22540" y="188325"/>
                  </a:lnTo>
                  <a:lnTo>
                    <a:pt x="27359" y="193844"/>
                  </a:lnTo>
                  <a:lnTo>
                    <a:pt x="32204" y="199362"/>
                  </a:lnTo>
                  <a:lnTo>
                    <a:pt x="37100" y="204984"/>
                  </a:lnTo>
                  <a:lnTo>
                    <a:pt x="69952" y="188144"/>
                  </a:lnTo>
                  <a:cubicBezTo>
                    <a:pt x="77130" y="193204"/>
                    <a:pt x="85060" y="197103"/>
                    <a:pt x="93450" y="199699"/>
                  </a:cubicBezTo>
                  <a:lnTo>
                    <a:pt x="100031" y="235970"/>
                  </a:lnTo>
                  <a:lnTo>
                    <a:pt x="107363" y="236462"/>
                  </a:lnTo>
                  <a:lnTo>
                    <a:pt x="114695" y="236955"/>
                  </a:lnTo>
                  <a:lnTo>
                    <a:pt x="122001" y="237421"/>
                  </a:lnTo>
                  <a:lnTo>
                    <a:pt x="133348" y="202186"/>
                  </a:lnTo>
                  <a:cubicBezTo>
                    <a:pt x="141965" y="200689"/>
                    <a:pt x="150295" y="197857"/>
                    <a:pt x="158039" y="193792"/>
                  </a:cubicBezTo>
                  <a:lnTo>
                    <a:pt x="188507" y="214907"/>
                  </a:lnTo>
                  <a:lnTo>
                    <a:pt x="194025" y="210062"/>
                  </a:lnTo>
                  <a:lnTo>
                    <a:pt x="199543" y="205243"/>
                  </a:lnTo>
                  <a:lnTo>
                    <a:pt x="205062" y="200398"/>
                  </a:lnTo>
                  <a:lnTo>
                    <a:pt x="197730" y="186175"/>
                  </a:ln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7" name="Freeform: Shape 96">
              <a:extLst>
                <a:ext uri="{FF2B5EF4-FFF2-40B4-BE49-F238E27FC236}">
                  <a16:creationId xmlns:a16="http://schemas.microsoft.com/office/drawing/2014/main" id="{94EBEA91-16EC-4FE8-805F-746899629B5D}"/>
                </a:ext>
              </a:extLst>
            </p:cNvPr>
            <p:cNvSpPr/>
            <p:nvPr/>
          </p:nvSpPr>
          <p:spPr>
            <a:xfrm>
              <a:off x="8434649" y="3103706"/>
              <a:ext cx="164489" cy="243966"/>
            </a:xfrm>
            <a:custGeom>
              <a:avLst/>
              <a:gdLst>
                <a:gd name="connsiteX0" fmla="*/ 61246 w 63836"/>
                <a:gd name="connsiteY0" fmla="*/ 92581 h 94680"/>
                <a:gd name="connsiteX1" fmla="*/ 2099 w 63836"/>
                <a:gd name="connsiteY1" fmla="*/ 61232 h 94680"/>
                <a:gd name="connsiteX2" fmla="*/ 33447 w 63836"/>
                <a:gd name="connsiteY2" fmla="*/ 2087 h 94680"/>
                <a:gd name="connsiteX3" fmla="*/ 63837 w 63836"/>
                <a:gd name="connsiteY3" fmla="*/ 2965 h 94680"/>
              </a:gdLst>
              <a:ahLst/>
              <a:cxnLst>
                <a:cxn ang="0">
                  <a:pos x="connsiteX0" y="connsiteY0"/>
                </a:cxn>
                <a:cxn ang="0">
                  <a:pos x="connsiteX1" y="connsiteY1"/>
                </a:cxn>
                <a:cxn ang="0">
                  <a:pos x="connsiteX2" y="connsiteY2"/>
                </a:cxn>
                <a:cxn ang="0">
                  <a:pos x="connsiteX3" y="connsiteY3"/>
                </a:cxn>
              </a:cxnLst>
              <a:rect l="l" t="t" r="r" b="b"/>
              <a:pathLst>
                <a:path w="63836" h="94680">
                  <a:moveTo>
                    <a:pt x="61246" y="92581"/>
                  </a:moveTo>
                  <a:cubicBezTo>
                    <a:pt x="36257" y="100258"/>
                    <a:pt x="9776" y="86223"/>
                    <a:pt x="2099" y="61232"/>
                  </a:cubicBezTo>
                  <a:cubicBezTo>
                    <a:pt x="-5577" y="36244"/>
                    <a:pt x="8458" y="9764"/>
                    <a:pt x="33447" y="2087"/>
                  </a:cubicBezTo>
                  <a:cubicBezTo>
                    <a:pt x="43398" y="-970"/>
                    <a:pt x="54079" y="-661"/>
                    <a:pt x="63837" y="2965"/>
                  </a:cubicBezTo>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98" name="Freeform: Shape 97">
              <a:extLst>
                <a:ext uri="{FF2B5EF4-FFF2-40B4-BE49-F238E27FC236}">
                  <a16:creationId xmlns:a16="http://schemas.microsoft.com/office/drawing/2014/main" id="{4907308E-2BCE-4423-947B-FBF7E5E460A2}"/>
                </a:ext>
              </a:extLst>
            </p:cNvPr>
            <p:cNvSpPr/>
            <p:nvPr/>
          </p:nvSpPr>
          <p:spPr>
            <a:xfrm>
              <a:off x="8831790" y="2724150"/>
              <a:ext cx="391200" cy="391200"/>
            </a:xfrm>
            <a:custGeom>
              <a:avLst/>
              <a:gdLst>
                <a:gd name="connsiteX0" fmla="*/ 14301 w 151820"/>
                <a:gd name="connsiteY0" fmla="*/ 120420 h 151820"/>
                <a:gd name="connsiteX1" fmla="*/ 17384 w 151820"/>
                <a:gd name="connsiteY1" fmla="*/ 123944 h 151820"/>
                <a:gd name="connsiteX2" fmla="*/ 20467 w 151820"/>
                <a:gd name="connsiteY2" fmla="*/ 127467 h 151820"/>
                <a:gd name="connsiteX3" fmla="*/ 23576 w 151820"/>
                <a:gd name="connsiteY3" fmla="*/ 130991 h 151820"/>
                <a:gd name="connsiteX4" fmla="*/ 44665 w 151820"/>
                <a:gd name="connsiteY4" fmla="*/ 120161 h 151820"/>
                <a:gd name="connsiteX5" fmla="*/ 59666 w 151820"/>
                <a:gd name="connsiteY5" fmla="*/ 127545 h 151820"/>
                <a:gd name="connsiteX6" fmla="*/ 63889 w 151820"/>
                <a:gd name="connsiteY6" fmla="*/ 150862 h 151820"/>
                <a:gd name="connsiteX7" fmla="*/ 68553 w 151820"/>
                <a:gd name="connsiteY7" fmla="*/ 151173 h 151820"/>
                <a:gd name="connsiteX8" fmla="*/ 73164 w 151820"/>
                <a:gd name="connsiteY8" fmla="*/ 151510 h 151820"/>
                <a:gd name="connsiteX9" fmla="*/ 77828 w 151820"/>
                <a:gd name="connsiteY9" fmla="*/ 151821 h 151820"/>
                <a:gd name="connsiteX10" fmla="*/ 85082 w 151820"/>
                <a:gd name="connsiteY10" fmla="*/ 129307 h 151820"/>
                <a:gd name="connsiteX11" fmla="*/ 100834 w 151820"/>
                <a:gd name="connsiteY11" fmla="*/ 123944 h 151820"/>
                <a:gd name="connsiteX12" fmla="*/ 120291 w 151820"/>
                <a:gd name="connsiteY12" fmla="*/ 137442 h 151820"/>
                <a:gd name="connsiteX13" fmla="*/ 123814 w 151820"/>
                <a:gd name="connsiteY13" fmla="*/ 134333 h 151820"/>
                <a:gd name="connsiteX14" fmla="*/ 127364 w 151820"/>
                <a:gd name="connsiteY14" fmla="*/ 131250 h 151820"/>
                <a:gd name="connsiteX15" fmla="*/ 130861 w 151820"/>
                <a:gd name="connsiteY15" fmla="*/ 128193 h 151820"/>
                <a:gd name="connsiteX16" fmla="*/ 120058 w 151820"/>
                <a:gd name="connsiteY16" fmla="*/ 107130 h 151820"/>
                <a:gd name="connsiteX17" fmla="*/ 127571 w 151820"/>
                <a:gd name="connsiteY17" fmla="*/ 92077 h 151820"/>
                <a:gd name="connsiteX18" fmla="*/ 150888 w 151820"/>
                <a:gd name="connsiteY18" fmla="*/ 87854 h 151820"/>
                <a:gd name="connsiteX19" fmla="*/ 151199 w 151820"/>
                <a:gd name="connsiteY19" fmla="*/ 83165 h 151820"/>
                <a:gd name="connsiteX20" fmla="*/ 151510 w 151820"/>
                <a:gd name="connsiteY20" fmla="*/ 78501 h 151820"/>
                <a:gd name="connsiteX21" fmla="*/ 151821 w 151820"/>
                <a:gd name="connsiteY21" fmla="*/ 73838 h 151820"/>
                <a:gd name="connsiteX22" fmla="*/ 129333 w 151820"/>
                <a:gd name="connsiteY22" fmla="*/ 66584 h 151820"/>
                <a:gd name="connsiteX23" fmla="*/ 123996 w 151820"/>
                <a:gd name="connsiteY23" fmla="*/ 50728 h 151820"/>
                <a:gd name="connsiteX24" fmla="*/ 137442 w 151820"/>
                <a:gd name="connsiteY24" fmla="*/ 31349 h 151820"/>
                <a:gd name="connsiteX25" fmla="*/ 134333 w 151820"/>
                <a:gd name="connsiteY25" fmla="*/ 27825 h 151820"/>
                <a:gd name="connsiteX26" fmla="*/ 131250 w 151820"/>
                <a:gd name="connsiteY26" fmla="*/ 24302 h 151820"/>
                <a:gd name="connsiteX27" fmla="*/ 128167 w 151820"/>
                <a:gd name="connsiteY27" fmla="*/ 20778 h 151820"/>
                <a:gd name="connsiteX28" fmla="*/ 107233 w 151820"/>
                <a:gd name="connsiteY28" fmla="*/ 31530 h 151820"/>
                <a:gd name="connsiteX29" fmla="*/ 92155 w 151820"/>
                <a:gd name="connsiteY29" fmla="*/ 24043 h 151820"/>
                <a:gd name="connsiteX30" fmla="*/ 87958 w 151820"/>
                <a:gd name="connsiteY30" fmla="*/ 907 h 151820"/>
                <a:gd name="connsiteX31" fmla="*/ 83294 w 151820"/>
                <a:gd name="connsiteY31" fmla="*/ 622 h 151820"/>
                <a:gd name="connsiteX32" fmla="*/ 78346 w 151820"/>
                <a:gd name="connsiteY32" fmla="*/ 285 h 151820"/>
                <a:gd name="connsiteX33" fmla="*/ 73682 w 151820"/>
                <a:gd name="connsiteY33" fmla="*/ 0 h 151820"/>
                <a:gd name="connsiteX34" fmla="*/ 66480 w 151820"/>
                <a:gd name="connsiteY34" fmla="*/ 22333 h 151820"/>
                <a:gd name="connsiteX35" fmla="*/ 50495 w 151820"/>
                <a:gd name="connsiteY35" fmla="*/ 27747 h 151820"/>
                <a:gd name="connsiteX36" fmla="*/ 31193 w 151820"/>
                <a:gd name="connsiteY36" fmla="*/ 14379 h 151820"/>
                <a:gd name="connsiteX37" fmla="*/ 27670 w 151820"/>
                <a:gd name="connsiteY37" fmla="*/ 17462 h 151820"/>
                <a:gd name="connsiteX38" fmla="*/ 24146 w 151820"/>
                <a:gd name="connsiteY38" fmla="*/ 20545 h 151820"/>
                <a:gd name="connsiteX39" fmla="*/ 20623 w 151820"/>
                <a:gd name="connsiteY39" fmla="*/ 23654 h 151820"/>
                <a:gd name="connsiteX40" fmla="*/ 31323 w 151820"/>
                <a:gd name="connsiteY40" fmla="*/ 44510 h 151820"/>
                <a:gd name="connsiteX41" fmla="*/ 23939 w 151820"/>
                <a:gd name="connsiteY41" fmla="*/ 59666 h 151820"/>
                <a:gd name="connsiteX42" fmla="*/ 855 w 151820"/>
                <a:gd name="connsiteY42" fmla="*/ 63837 h 151820"/>
                <a:gd name="connsiteX43" fmla="*/ 622 w 151820"/>
                <a:gd name="connsiteY43" fmla="*/ 68604 h 151820"/>
                <a:gd name="connsiteX44" fmla="*/ 311 w 151820"/>
                <a:gd name="connsiteY44" fmla="*/ 73268 h 151820"/>
                <a:gd name="connsiteX45" fmla="*/ 0 w 151820"/>
                <a:gd name="connsiteY45" fmla="*/ 77957 h 151820"/>
                <a:gd name="connsiteX46" fmla="*/ 22359 w 151820"/>
                <a:gd name="connsiteY46" fmla="*/ 85160 h 151820"/>
                <a:gd name="connsiteX47" fmla="*/ 27799 w 151820"/>
                <a:gd name="connsiteY47" fmla="*/ 101067 h 151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51820" h="151820">
                  <a:moveTo>
                    <a:pt x="14301" y="120420"/>
                  </a:moveTo>
                  <a:lnTo>
                    <a:pt x="17384" y="123944"/>
                  </a:lnTo>
                  <a:lnTo>
                    <a:pt x="20467" y="127467"/>
                  </a:lnTo>
                  <a:lnTo>
                    <a:pt x="23576" y="130991"/>
                  </a:lnTo>
                  <a:lnTo>
                    <a:pt x="44665" y="120161"/>
                  </a:lnTo>
                  <a:cubicBezTo>
                    <a:pt x="49249" y="123393"/>
                    <a:pt x="54311" y="125884"/>
                    <a:pt x="59666" y="127545"/>
                  </a:cubicBezTo>
                  <a:lnTo>
                    <a:pt x="63889" y="150862"/>
                  </a:lnTo>
                  <a:lnTo>
                    <a:pt x="68553" y="151173"/>
                  </a:lnTo>
                  <a:lnTo>
                    <a:pt x="73164" y="151510"/>
                  </a:lnTo>
                  <a:lnTo>
                    <a:pt x="77828" y="151821"/>
                  </a:lnTo>
                  <a:lnTo>
                    <a:pt x="85082" y="129307"/>
                  </a:lnTo>
                  <a:cubicBezTo>
                    <a:pt x="90582" y="128360"/>
                    <a:pt x="95898" y="126550"/>
                    <a:pt x="100834" y="123944"/>
                  </a:cubicBezTo>
                  <a:lnTo>
                    <a:pt x="120291" y="137442"/>
                  </a:lnTo>
                  <a:lnTo>
                    <a:pt x="123814" y="134333"/>
                  </a:lnTo>
                  <a:lnTo>
                    <a:pt x="127364" y="131250"/>
                  </a:lnTo>
                  <a:lnTo>
                    <a:pt x="130861" y="128193"/>
                  </a:lnTo>
                  <a:lnTo>
                    <a:pt x="120058" y="107130"/>
                  </a:lnTo>
                  <a:cubicBezTo>
                    <a:pt x="123330" y="102534"/>
                    <a:pt x="125866" y="97455"/>
                    <a:pt x="127571" y="92077"/>
                  </a:cubicBezTo>
                  <a:lnTo>
                    <a:pt x="150888" y="87854"/>
                  </a:lnTo>
                  <a:lnTo>
                    <a:pt x="151199" y="83165"/>
                  </a:lnTo>
                  <a:lnTo>
                    <a:pt x="151510" y="78501"/>
                  </a:lnTo>
                  <a:lnTo>
                    <a:pt x="151821" y="73838"/>
                  </a:lnTo>
                  <a:lnTo>
                    <a:pt x="129333" y="66584"/>
                  </a:lnTo>
                  <a:cubicBezTo>
                    <a:pt x="128395" y="61051"/>
                    <a:pt x="126594" y="55701"/>
                    <a:pt x="123996" y="50728"/>
                  </a:cubicBezTo>
                  <a:lnTo>
                    <a:pt x="137442" y="31349"/>
                  </a:lnTo>
                  <a:lnTo>
                    <a:pt x="134333" y="27825"/>
                  </a:lnTo>
                  <a:lnTo>
                    <a:pt x="131250" y="24302"/>
                  </a:lnTo>
                  <a:lnTo>
                    <a:pt x="128167" y="20778"/>
                  </a:lnTo>
                  <a:lnTo>
                    <a:pt x="107233" y="31530"/>
                  </a:lnTo>
                  <a:cubicBezTo>
                    <a:pt x="102632" y="28256"/>
                    <a:pt x="97544" y="25729"/>
                    <a:pt x="92155" y="24043"/>
                  </a:cubicBezTo>
                  <a:lnTo>
                    <a:pt x="87958" y="907"/>
                  </a:lnTo>
                  <a:lnTo>
                    <a:pt x="83294" y="622"/>
                  </a:lnTo>
                  <a:lnTo>
                    <a:pt x="78346" y="285"/>
                  </a:lnTo>
                  <a:lnTo>
                    <a:pt x="73682" y="0"/>
                  </a:lnTo>
                  <a:lnTo>
                    <a:pt x="66480" y="22333"/>
                  </a:lnTo>
                  <a:cubicBezTo>
                    <a:pt x="60899" y="23281"/>
                    <a:pt x="55503" y="25108"/>
                    <a:pt x="50495" y="27747"/>
                  </a:cubicBezTo>
                  <a:lnTo>
                    <a:pt x="31193" y="14379"/>
                  </a:lnTo>
                  <a:lnTo>
                    <a:pt x="27670" y="17462"/>
                  </a:lnTo>
                  <a:lnTo>
                    <a:pt x="24146" y="20545"/>
                  </a:lnTo>
                  <a:lnTo>
                    <a:pt x="20623" y="23654"/>
                  </a:lnTo>
                  <a:lnTo>
                    <a:pt x="31323" y="44510"/>
                  </a:lnTo>
                  <a:cubicBezTo>
                    <a:pt x="28082" y="49144"/>
                    <a:pt x="25592" y="54258"/>
                    <a:pt x="23939" y="59666"/>
                  </a:cubicBezTo>
                  <a:lnTo>
                    <a:pt x="855" y="63837"/>
                  </a:lnTo>
                  <a:lnTo>
                    <a:pt x="622" y="68604"/>
                  </a:lnTo>
                  <a:lnTo>
                    <a:pt x="311" y="73268"/>
                  </a:lnTo>
                  <a:lnTo>
                    <a:pt x="0" y="77957"/>
                  </a:lnTo>
                  <a:lnTo>
                    <a:pt x="22359" y="85160"/>
                  </a:lnTo>
                  <a:cubicBezTo>
                    <a:pt x="23328" y="90714"/>
                    <a:pt x="25164" y="96082"/>
                    <a:pt x="27799" y="101067"/>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19" name="Freeform: Shape 118">
              <a:extLst>
                <a:ext uri="{FF2B5EF4-FFF2-40B4-BE49-F238E27FC236}">
                  <a16:creationId xmlns:a16="http://schemas.microsoft.com/office/drawing/2014/main" id="{1725878C-A483-4D46-99E8-67C60C212764}"/>
                </a:ext>
              </a:extLst>
            </p:cNvPr>
            <p:cNvSpPr/>
            <p:nvPr/>
          </p:nvSpPr>
          <p:spPr>
            <a:xfrm>
              <a:off x="8949154" y="2841712"/>
              <a:ext cx="155813" cy="155814"/>
            </a:xfrm>
            <a:custGeom>
              <a:avLst/>
              <a:gdLst>
                <a:gd name="connsiteX0" fmla="*/ 60469 w 60469"/>
                <a:gd name="connsiteY0" fmla="*/ 30235 h 60469"/>
                <a:gd name="connsiteX1" fmla="*/ 30235 w 60469"/>
                <a:gd name="connsiteY1" fmla="*/ 60469 h 60469"/>
                <a:gd name="connsiteX2" fmla="*/ 0 w 60469"/>
                <a:gd name="connsiteY2" fmla="*/ 30235 h 60469"/>
                <a:gd name="connsiteX3" fmla="*/ 30235 w 60469"/>
                <a:gd name="connsiteY3" fmla="*/ 0 h 60469"/>
                <a:gd name="connsiteX4" fmla="*/ 60469 w 60469"/>
                <a:gd name="connsiteY4" fmla="*/ 30235 h 60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69" h="60469">
                  <a:moveTo>
                    <a:pt x="60469" y="30235"/>
                  </a:moveTo>
                  <a:cubicBezTo>
                    <a:pt x="60469" y="46933"/>
                    <a:pt x="46933" y="60469"/>
                    <a:pt x="30235" y="60469"/>
                  </a:cubicBezTo>
                  <a:cubicBezTo>
                    <a:pt x="13537" y="60469"/>
                    <a:pt x="0" y="46933"/>
                    <a:pt x="0" y="30235"/>
                  </a:cubicBezTo>
                  <a:cubicBezTo>
                    <a:pt x="0" y="13537"/>
                    <a:pt x="13537" y="0"/>
                    <a:pt x="30235" y="0"/>
                  </a:cubicBezTo>
                  <a:cubicBezTo>
                    <a:pt x="46933" y="0"/>
                    <a:pt x="60469" y="13537"/>
                    <a:pt x="60469" y="30235"/>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0" name="Freeform: Shape 119">
              <a:extLst>
                <a:ext uri="{FF2B5EF4-FFF2-40B4-BE49-F238E27FC236}">
                  <a16:creationId xmlns:a16="http://schemas.microsoft.com/office/drawing/2014/main" id="{8D9E7A9A-0F99-4346-A29B-3770AC7A92B6}"/>
                </a:ext>
              </a:extLst>
            </p:cNvPr>
            <p:cNvSpPr/>
            <p:nvPr/>
          </p:nvSpPr>
          <p:spPr>
            <a:xfrm>
              <a:off x="8623840" y="3124825"/>
              <a:ext cx="814246" cy="212859"/>
            </a:xfrm>
            <a:custGeom>
              <a:avLst/>
              <a:gdLst>
                <a:gd name="connsiteX0" fmla="*/ 39147 w 315999"/>
                <a:gd name="connsiteY0" fmla="*/ 54 h 82608"/>
                <a:gd name="connsiteX1" fmla="*/ 76273 w 315999"/>
                <a:gd name="connsiteY1" fmla="*/ 23164 h 82608"/>
                <a:gd name="connsiteX2" fmla="*/ 239804 w 315999"/>
                <a:gd name="connsiteY2" fmla="*/ 23164 h 82608"/>
                <a:gd name="connsiteX3" fmla="*/ 295087 w 315999"/>
                <a:gd name="connsiteY3" fmla="*/ 4217 h 82608"/>
                <a:gd name="connsiteX4" fmla="*/ 316000 w 315999"/>
                <a:gd name="connsiteY4" fmla="*/ 27905 h 82608"/>
                <a:gd name="connsiteX5" fmla="*/ 282319 w 315999"/>
                <a:gd name="connsiteY5" fmla="*/ 27905 h 82608"/>
                <a:gd name="connsiteX6" fmla="*/ 282319 w 315999"/>
                <a:gd name="connsiteY6" fmla="*/ 54694 h 82608"/>
                <a:gd name="connsiteX7" fmla="*/ 316000 w 315999"/>
                <a:gd name="connsiteY7" fmla="*/ 54694 h 82608"/>
                <a:gd name="connsiteX8" fmla="*/ 263176 w 315999"/>
                <a:gd name="connsiteY8" fmla="*/ 80115 h 82608"/>
                <a:gd name="connsiteX9" fmla="*/ 239779 w 315999"/>
                <a:gd name="connsiteY9" fmla="*/ 59487 h 82608"/>
                <a:gd name="connsiteX10" fmla="*/ 76144 w 315999"/>
                <a:gd name="connsiteY10" fmla="*/ 59487 h 82608"/>
                <a:gd name="connsiteX11" fmla="*/ 20881 w 315999"/>
                <a:gd name="connsiteY11" fmla="*/ 78379 h 82608"/>
                <a:gd name="connsiteX12" fmla="*/ 0 w 315999"/>
                <a:gd name="connsiteY12" fmla="*/ 54694 h 82608"/>
                <a:gd name="connsiteX13" fmla="*/ 33680 w 315999"/>
                <a:gd name="connsiteY13" fmla="*/ 54694 h 82608"/>
                <a:gd name="connsiteX14" fmla="*/ 33680 w 315999"/>
                <a:gd name="connsiteY14" fmla="*/ 27983 h 82608"/>
                <a:gd name="connsiteX15" fmla="*/ 0 w 315999"/>
                <a:gd name="connsiteY15" fmla="*/ 27983 h 82608"/>
                <a:gd name="connsiteX16" fmla="*/ 39147 w 315999"/>
                <a:gd name="connsiteY16" fmla="*/ 54 h 8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5999" h="82608">
                  <a:moveTo>
                    <a:pt x="39147" y="54"/>
                  </a:moveTo>
                  <a:cubicBezTo>
                    <a:pt x="54922" y="29"/>
                    <a:pt x="69331" y="8998"/>
                    <a:pt x="76273" y="23164"/>
                  </a:cubicBezTo>
                  <a:lnTo>
                    <a:pt x="239804" y="23164"/>
                  </a:lnTo>
                  <a:cubicBezTo>
                    <a:pt x="249839" y="2666"/>
                    <a:pt x="274591" y="-5816"/>
                    <a:pt x="295087" y="4217"/>
                  </a:cubicBezTo>
                  <a:cubicBezTo>
                    <a:pt x="304922" y="9031"/>
                    <a:pt x="312443" y="17552"/>
                    <a:pt x="316000" y="27905"/>
                  </a:cubicBezTo>
                  <a:lnTo>
                    <a:pt x="282319" y="27905"/>
                  </a:lnTo>
                  <a:lnTo>
                    <a:pt x="282319" y="54694"/>
                  </a:lnTo>
                  <a:lnTo>
                    <a:pt x="316000" y="54694"/>
                  </a:lnTo>
                  <a:cubicBezTo>
                    <a:pt x="308432" y="76301"/>
                    <a:pt x="284783" y="87683"/>
                    <a:pt x="263176" y="80115"/>
                  </a:cubicBezTo>
                  <a:cubicBezTo>
                    <a:pt x="252989" y="76547"/>
                    <a:pt x="244595" y="69148"/>
                    <a:pt x="239779" y="59487"/>
                  </a:cubicBezTo>
                  <a:lnTo>
                    <a:pt x="76144" y="59487"/>
                  </a:lnTo>
                  <a:cubicBezTo>
                    <a:pt x="66100" y="79965"/>
                    <a:pt x="41358" y="88424"/>
                    <a:pt x="20881" y="78379"/>
                  </a:cubicBezTo>
                  <a:cubicBezTo>
                    <a:pt x="11058" y="73563"/>
                    <a:pt x="3548" y="65044"/>
                    <a:pt x="0" y="54694"/>
                  </a:cubicBezTo>
                  <a:lnTo>
                    <a:pt x="33680" y="54694"/>
                  </a:lnTo>
                  <a:lnTo>
                    <a:pt x="33680" y="27983"/>
                  </a:lnTo>
                  <a:lnTo>
                    <a:pt x="0" y="27983"/>
                  </a:lnTo>
                  <a:cubicBezTo>
                    <a:pt x="5704" y="11239"/>
                    <a:pt x="21457" y="-1"/>
                    <a:pt x="39147" y="54"/>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1" name="Freeform: Shape 120">
              <a:extLst>
                <a:ext uri="{FF2B5EF4-FFF2-40B4-BE49-F238E27FC236}">
                  <a16:creationId xmlns:a16="http://schemas.microsoft.com/office/drawing/2014/main" id="{6D07C5F7-4196-47C1-BA68-0F1879AF40ED}"/>
                </a:ext>
              </a:extLst>
            </p:cNvPr>
            <p:cNvSpPr/>
            <p:nvPr/>
          </p:nvSpPr>
          <p:spPr>
            <a:xfrm>
              <a:off x="8516826" y="3192993"/>
              <a:ext cx="67023" cy="67023"/>
            </a:xfrm>
            <a:custGeom>
              <a:avLst/>
              <a:gdLst>
                <a:gd name="connsiteX0" fmla="*/ 26012 w 26011"/>
                <a:gd name="connsiteY0" fmla="*/ 13006 h 26011"/>
                <a:gd name="connsiteX1" fmla="*/ 13006 w 26011"/>
                <a:gd name="connsiteY1" fmla="*/ 26012 h 26011"/>
                <a:gd name="connsiteX2" fmla="*/ 0 w 26011"/>
                <a:gd name="connsiteY2" fmla="*/ 13006 h 26011"/>
                <a:gd name="connsiteX3" fmla="*/ 13006 w 26011"/>
                <a:gd name="connsiteY3" fmla="*/ 0 h 26011"/>
                <a:gd name="connsiteX4" fmla="*/ 26012 w 26011"/>
                <a:gd name="connsiteY4" fmla="*/ 13006 h 26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11" h="26011">
                  <a:moveTo>
                    <a:pt x="26012" y="13006"/>
                  </a:moveTo>
                  <a:cubicBezTo>
                    <a:pt x="26012" y="20189"/>
                    <a:pt x="20189" y="26012"/>
                    <a:pt x="13006" y="26012"/>
                  </a:cubicBezTo>
                  <a:cubicBezTo>
                    <a:pt x="5823" y="26012"/>
                    <a:pt x="0" y="20189"/>
                    <a:pt x="0" y="13006"/>
                  </a:cubicBezTo>
                  <a:cubicBezTo>
                    <a:pt x="0" y="5823"/>
                    <a:pt x="5823" y="0"/>
                    <a:pt x="13006" y="0"/>
                  </a:cubicBezTo>
                  <a:cubicBezTo>
                    <a:pt x="20189" y="0"/>
                    <a:pt x="26012" y="5823"/>
                    <a:pt x="26012" y="13006"/>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122" name="Freeform: Shape 121">
              <a:extLst>
                <a:ext uri="{FF2B5EF4-FFF2-40B4-BE49-F238E27FC236}">
                  <a16:creationId xmlns:a16="http://schemas.microsoft.com/office/drawing/2014/main" id="{AE9ED0CD-3218-4ABB-A644-91D64A7F5D67}"/>
                </a:ext>
              </a:extLst>
            </p:cNvPr>
            <p:cNvSpPr/>
            <p:nvPr/>
          </p:nvSpPr>
          <p:spPr>
            <a:xfrm>
              <a:off x="9003158" y="2895718"/>
              <a:ext cx="47799" cy="47799"/>
            </a:xfrm>
            <a:custGeom>
              <a:avLst/>
              <a:gdLst>
                <a:gd name="connsiteX0" fmla="*/ 18550 w 18550"/>
                <a:gd name="connsiteY0" fmla="*/ 9275 h 18550"/>
                <a:gd name="connsiteX1" fmla="*/ 9275 w 18550"/>
                <a:gd name="connsiteY1" fmla="*/ 18550 h 18550"/>
                <a:gd name="connsiteX2" fmla="*/ 0 w 18550"/>
                <a:gd name="connsiteY2" fmla="*/ 9275 h 18550"/>
                <a:gd name="connsiteX3" fmla="*/ 9275 w 18550"/>
                <a:gd name="connsiteY3" fmla="*/ 0 h 18550"/>
                <a:gd name="connsiteX4" fmla="*/ 18550 w 18550"/>
                <a:gd name="connsiteY4" fmla="*/ 9275 h 18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50" h="18550">
                  <a:moveTo>
                    <a:pt x="18550" y="9275"/>
                  </a:moveTo>
                  <a:cubicBezTo>
                    <a:pt x="18550" y="14398"/>
                    <a:pt x="14398" y="18550"/>
                    <a:pt x="9275" y="18550"/>
                  </a:cubicBezTo>
                  <a:cubicBezTo>
                    <a:pt x="4153" y="18550"/>
                    <a:pt x="0" y="14398"/>
                    <a:pt x="0" y="9275"/>
                  </a:cubicBezTo>
                  <a:cubicBezTo>
                    <a:pt x="0" y="4153"/>
                    <a:pt x="4153" y="0"/>
                    <a:pt x="9275" y="0"/>
                  </a:cubicBezTo>
                  <a:cubicBezTo>
                    <a:pt x="14398" y="0"/>
                    <a:pt x="18550" y="4153"/>
                    <a:pt x="18550" y="9275"/>
                  </a:cubicBezTo>
                  <a:close/>
                </a:path>
              </a:pathLst>
            </a:custGeom>
            <a:grpFill/>
            <a:ln w="12700" cap="rnd">
              <a:solidFill>
                <a:schemeClr val="accent2"/>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pic>
        <p:nvPicPr>
          <p:cNvPr id="11" name="Picture 10">
            <a:extLst>
              <a:ext uri="{FF2B5EF4-FFF2-40B4-BE49-F238E27FC236}">
                <a16:creationId xmlns:a16="http://schemas.microsoft.com/office/drawing/2014/main" id="{FB42AE55-FDF2-41D2-8593-5E8A03F7D4A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3427" y="1969173"/>
            <a:ext cx="6553422" cy="4121086"/>
          </a:xfrm>
          <a:prstGeom prst="roundRect">
            <a:avLst>
              <a:gd name="adj" fmla="val 1959"/>
            </a:avLst>
          </a:prstGeom>
          <a:solidFill>
            <a:schemeClr val="bg1"/>
          </a:solidFill>
          <a:ln>
            <a:noFill/>
          </a:ln>
          <a:effectLst>
            <a:outerShdw blurRad="675789" dist="50800" dir="5400000" algn="ctr" rotWithShape="0">
              <a:schemeClr val="bg2">
                <a:lumMod val="10000"/>
                <a:alpha val="25000"/>
              </a:schemeClr>
            </a:outerShdw>
          </a:effectLst>
        </p:spPr>
      </p:pic>
      <p:cxnSp>
        <p:nvCxnSpPr>
          <p:cNvPr id="5" name="Straight Connector 4">
            <a:extLst>
              <a:ext uri="{FF2B5EF4-FFF2-40B4-BE49-F238E27FC236}">
                <a16:creationId xmlns:a16="http://schemas.microsoft.com/office/drawing/2014/main" id="{914F83D9-A121-32F5-C51F-8A2E9DCEC88B}"/>
              </a:ext>
            </a:extLst>
          </p:cNvPr>
          <p:cNvCxnSpPr>
            <a:cxnSpLocks/>
          </p:cNvCxnSpPr>
          <p:nvPr/>
        </p:nvCxnSpPr>
        <p:spPr>
          <a:xfrm flipH="1">
            <a:off x="632359" y="3748375"/>
            <a:ext cx="3759167"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E2D1FE9-3DCC-ACF1-853C-7931403996C8}"/>
              </a:ext>
            </a:extLst>
          </p:cNvPr>
          <p:cNvCxnSpPr>
            <a:cxnSpLocks/>
          </p:cNvCxnSpPr>
          <p:nvPr/>
        </p:nvCxnSpPr>
        <p:spPr>
          <a:xfrm flipH="1">
            <a:off x="632359" y="4691072"/>
            <a:ext cx="3759167"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205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Arrow Connector 48">
            <a:extLst>
              <a:ext uri="{FF2B5EF4-FFF2-40B4-BE49-F238E27FC236}">
                <a16:creationId xmlns:a16="http://schemas.microsoft.com/office/drawing/2014/main" id="{570B179B-C499-F283-DFB1-034E1A57FCBE}"/>
              </a:ext>
            </a:extLst>
          </p:cNvPr>
          <p:cNvCxnSpPr>
            <a:cxnSpLocks/>
          </p:cNvCxnSpPr>
          <p:nvPr/>
        </p:nvCxnSpPr>
        <p:spPr>
          <a:xfrm flipV="1">
            <a:off x="9218636" y="2797637"/>
            <a:ext cx="0" cy="519603"/>
          </a:xfrm>
          <a:prstGeom prst="straightConnector1">
            <a:avLst/>
          </a:prstGeom>
          <a:ln w="15875" cap="rnd">
            <a:solidFill>
              <a:schemeClr val="accent2"/>
            </a:solidFill>
            <a:round/>
            <a:tailEnd type="arrow" w="med"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EE98246-3A1C-9B96-A379-08148D463B74}"/>
              </a:ext>
            </a:extLst>
          </p:cNvPr>
          <p:cNvCxnSpPr>
            <a:cxnSpLocks/>
          </p:cNvCxnSpPr>
          <p:nvPr/>
        </p:nvCxnSpPr>
        <p:spPr>
          <a:xfrm>
            <a:off x="9464040" y="3615060"/>
            <a:ext cx="833314" cy="0"/>
          </a:xfrm>
          <a:prstGeom prst="straightConnector1">
            <a:avLst/>
          </a:prstGeom>
          <a:ln w="15875" cap="rnd">
            <a:solidFill>
              <a:schemeClr val="accent2"/>
            </a:solidFill>
            <a:round/>
            <a:tailEnd type="arrow" w="med"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9B05DB36-38BF-7E12-D0EF-509277BEDA39}"/>
              </a:ext>
            </a:extLst>
          </p:cNvPr>
          <p:cNvCxnSpPr>
            <a:cxnSpLocks/>
          </p:cNvCxnSpPr>
          <p:nvPr/>
        </p:nvCxnSpPr>
        <p:spPr>
          <a:xfrm flipV="1">
            <a:off x="7930163" y="3615059"/>
            <a:ext cx="1002909" cy="1"/>
          </a:xfrm>
          <a:prstGeom prst="straightConnector1">
            <a:avLst/>
          </a:prstGeom>
          <a:ln w="15875" cap="rnd">
            <a:gradFill>
              <a:gsLst>
                <a:gs pos="0">
                  <a:schemeClr val="accent1"/>
                </a:gs>
                <a:gs pos="100000">
                  <a:schemeClr val="accent2"/>
                </a:gs>
              </a:gsLst>
              <a:lin ang="0" scaled="0"/>
            </a:gradFill>
            <a:round/>
            <a:tailEnd type="arrow" w="med" len="sm"/>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50B05E5-44A9-8DCA-D157-BD0B37E8E68E}"/>
              </a:ext>
            </a:extLst>
          </p:cNvPr>
          <p:cNvCxnSpPr>
            <a:cxnSpLocks/>
          </p:cNvCxnSpPr>
          <p:nvPr/>
        </p:nvCxnSpPr>
        <p:spPr>
          <a:xfrm rot="5400000">
            <a:off x="1576387" y="3611047"/>
            <a:ext cx="3073401" cy="0"/>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A138F91-17FF-2950-AC54-FF02B039A1EB}"/>
              </a:ext>
            </a:extLst>
          </p:cNvPr>
          <p:cNvCxnSpPr>
            <a:cxnSpLocks/>
          </p:cNvCxnSpPr>
          <p:nvPr/>
        </p:nvCxnSpPr>
        <p:spPr>
          <a:xfrm rot="10800000">
            <a:off x="2927087" y="5147746"/>
            <a:ext cx="186001" cy="0"/>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2BBCDAA-59BF-1F54-82EE-2A24BE8A5028}"/>
              </a:ext>
            </a:extLst>
          </p:cNvPr>
          <p:cNvCxnSpPr>
            <a:cxnSpLocks/>
          </p:cNvCxnSpPr>
          <p:nvPr/>
        </p:nvCxnSpPr>
        <p:spPr>
          <a:xfrm rot="10800000">
            <a:off x="2927087" y="2074345"/>
            <a:ext cx="186001" cy="0"/>
          </a:xfrm>
          <a:prstGeom prst="line">
            <a:avLst/>
          </a:prstGeom>
          <a:ln w="15875"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421C6EC-BD0E-6BB1-8EA0-2049863CEA8D}"/>
              </a:ext>
            </a:extLst>
          </p:cNvPr>
          <p:cNvCxnSpPr>
            <a:cxnSpLocks/>
          </p:cNvCxnSpPr>
          <p:nvPr/>
        </p:nvCxnSpPr>
        <p:spPr>
          <a:xfrm>
            <a:off x="3113087" y="3611043"/>
            <a:ext cx="388443" cy="0"/>
          </a:xfrm>
          <a:prstGeom prst="line">
            <a:avLst/>
          </a:prstGeom>
          <a:ln w="15875" cap="rnd">
            <a:gradFill>
              <a:gsLst>
                <a:gs pos="0">
                  <a:schemeClr val="bg1">
                    <a:lumMod val="50000"/>
                  </a:schemeClr>
                </a:gs>
                <a:gs pos="65000">
                  <a:schemeClr val="accent1"/>
                </a:gs>
              </a:gsLst>
              <a:lin ang="0" scaled="0"/>
            </a:gradFill>
            <a:round/>
            <a:tailEnd type="arrow" w="med" len="sm"/>
          </a:ln>
        </p:spPr>
        <p:style>
          <a:lnRef idx="1">
            <a:schemeClr val="accent1"/>
          </a:lnRef>
          <a:fillRef idx="0">
            <a:schemeClr val="accent1"/>
          </a:fillRef>
          <a:effectRef idx="0">
            <a:schemeClr val="accent1"/>
          </a:effectRef>
          <a:fontRef idx="minor">
            <a:schemeClr val="tx1"/>
          </a:fontRef>
        </p:style>
      </p:cxnSp>
      <p:sp>
        <p:nvSpPr>
          <p:cNvPr id="10" name="Rectangle: Rounded Corners 9">
            <a:extLst>
              <a:ext uri="{FF2B5EF4-FFF2-40B4-BE49-F238E27FC236}">
                <a16:creationId xmlns:a16="http://schemas.microsoft.com/office/drawing/2014/main" id="{2005E4A1-E04D-C9D8-139C-9BE82541F2B2}"/>
              </a:ext>
            </a:extLst>
          </p:cNvPr>
          <p:cNvSpPr/>
          <p:nvPr/>
        </p:nvSpPr>
        <p:spPr>
          <a:xfrm>
            <a:off x="3639676" y="2083443"/>
            <a:ext cx="4491043" cy="3063232"/>
          </a:xfrm>
          <a:prstGeom prst="roundRect">
            <a:avLst>
              <a:gd name="adj" fmla="val 3688"/>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0" rIns="0" bIns="0"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000000"/>
              </a:solidFill>
              <a:effectLst/>
              <a:uLnTx/>
              <a:uFillTx/>
              <a:latin typeface="Amazon Ember Heavy"/>
              <a:ea typeface="+mn-ea"/>
              <a:cs typeface="+mn-cs"/>
            </a:endParaRPr>
          </a:p>
        </p:txBody>
      </p:sp>
      <p:sp>
        <p:nvSpPr>
          <p:cNvPr id="4" name="Title 3">
            <a:extLst>
              <a:ext uri="{FF2B5EF4-FFF2-40B4-BE49-F238E27FC236}">
                <a16:creationId xmlns:a16="http://schemas.microsoft.com/office/drawing/2014/main" id="{334778D7-63D3-452F-A405-AD3F01541EC7}"/>
              </a:ext>
            </a:extLst>
          </p:cNvPr>
          <p:cNvSpPr>
            <a:spLocks noGrp="1"/>
          </p:cNvSpPr>
          <p:nvPr>
            <p:ph type="title"/>
          </p:nvPr>
        </p:nvSpPr>
        <p:spPr>
          <a:xfrm>
            <a:off x="609600" y="597569"/>
            <a:ext cx="10972800" cy="590931"/>
          </a:xfrm>
        </p:spPr>
        <p:txBody>
          <a:bodyPr>
            <a:normAutofit fontScale="90000"/>
          </a:bodyPr>
          <a:lstStyle/>
          <a:p>
            <a:r>
              <a:rPr lang="en-US" sz="3600" dirty="0" err="1">
                <a:solidFill>
                  <a:schemeClr val="tx1"/>
                </a:solidFill>
                <a:latin typeface="+mn-lt"/>
              </a:rPr>
              <a:t>HyperPod</a:t>
            </a:r>
            <a:r>
              <a:rPr lang="en-US" sz="3600" dirty="0">
                <a:solidFill>
                  <a:schemeClr val="tx1"/>
                </a:solidFill>
                <a:latin typeface="+mn-lt"/>
              </a:rPr>
              <a:t> and m</a:t>
            </a:r>
            <a:r>
              <a:rPr lang="en-US" sz="3600" b="0" dirty="0">
                <a:solidFill>
                  <a:schemeClr val="tx1"/>
                </a:solidFill>
                <a:latin typeface="+mn-lt"/>
              </a:rPr>
              <a:t>anaged </a:t>
            </a:r>
            <a:r>
              <a:rPr lang="en-US" sz="3600" b="0" dirty="0" err="1">
                <a:solidFill>
                  <a:schemeClr val="tx1"/>
                </a:solidFill>
                <a:latin typeface="+mn-lt"/>
              </a:rPr>
              <a:t>MLflow</a:t>
            </a:r>
            <a:r>
              <a:rPr lang="en-US" sz="3600" b="0" dirty="0">
                <a:solidFill>
                  <a:schemeClr val="tx1"/>
                </a:solidFill>
                <a:latin typeface="+mn-lt"/>
              </a:rPr>
              <a:t> </a:t>
            </a:r>
            <a:r>
              <a:rPr lang="en-US" dirty="0">
                <a:solidFill>
                  <a:schemeClr val="tx1"/>
                </a:solidFill>
                <a:latin typeface="+mn-lt"/>
              </a:rPr>
              <a:t>integration helps efficiently manage model experimentation </a:t>
            </a:r>
          </a:p>
        </p:txBody>
      </p:sp>
      <p:pic>
        <p:nvPicPr>
          <p:cNvPr id="8" name="Picture 7">
            <a:extLst>
              <a:ext uri="{FF2B5EF4-FFF2-40B4-BE49-F238E27FC236}">
                <a16:creationId xmlns:a16="http://schemas.microsoft.com/office/drawing/2014/main" id="{68A9D1FA-F92A-2345-449E-899C9BB8F4B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a:xfrm>
            <a:off x="1760007" y="4746437"/>
            <a:ext cx="613912" cy="613910"/>
          </a:xfrm>
          <a:prstGeom prst="rect">
            <a:avLst/>
          </a:prstGeom>
        </p:spPr>
      </p:pic>
      <p:pic>
        <p:nvPicPr>
          <p:cNvPr id="12" name="Picture 11">
            <a:extLst>
              <a:ext uri="{FF2B5EF4-FFF2-40B4-BE49-F238E27FC236}">
                <a16:creationId xmlns:a16="http://schemas.microsoft.com/office/drawing/2014/main" id="{AFB6BAE9-415B-0EAD-C9A2-00A058673C30}"/>
              </a:ext>
            </a:extLst>
          </p:cNvPr>
          <p:cNvPicPr>
            <a:picLocks noChangeAspect="1"/>
          </p:cNvPicPr>
          <p:nvPr/>
        </p:nvPicPr>
        <p:blipFill>
          <a:blip r:embed="rId5">
            <a:duotone>
              <a:schemeClr val="accent1">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a:stretch/>
        </p:blipFill>
        <p:spPr>
          <a:xfrm>
            <a:off x="5621652" y="3275187"/>
            <a:ext cx="696848" cy="696848"/>
          </a:xfrm>
          <a:prstGeom prst="rect">
            <a:avLst/>
          </a:prstGeom>
        </p:spPr>
      </p:pic>
      <p:pic>
        <p:nvPicPr>
          <p:cNvPr id="13" name="Picture 12">
            <a:extLst>
              <a:ext uri="{FF2B5EF4-FFF2-40B4-BE49-F238E27FC236}">
                <a16:creationId xmlns:a16="http://schemas.microsoft.com/office/drawing/2014/main" id="{0F5A7AC7-3434-08F3-15D1-E65796CE6065}"/>
              </a:ext>
            </a:extLst>
          </p:cNvPr>
          <p:cNvPicPr>
            <a:picLocks noChangeAspect="1"/>
          </p:cNvPicPr>
          <p:nvPr/>
        </p:nvPicPr>
        <p:blipFill>
          <a:blip r:embed="rId7">
            <a:duotone>
              <a:schemeClr val="accent1">
                <a:shade val="45000"/>
                <a:satMod val="135000"/>
              </a:schemeClr>
              <a:prstClr val="white"/>
            </a:duotone>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rcRect/>
          <a:stretch/>
        </p:blipFill>
        <p:spPr>
          <a:xfrm>
            <a:off x="4202527" y="3229664"/>
            <a:ext cx="635488" cy="635488"/>
          </a:xfrm>
          <a:prstGeom prst="rect">
            <a:avLst/>
          </a:prstGeom>
        </p:spPr>
      </p:pic>
      <p:pic>
        <p:nvPicPr>
          <p:cNvPr id="22" name="Picture 21">
            <a:extLst>
              <a:ext uri="{FF2B5EF4-FFF2-40B4-BE49-F238E27FC236}">
                <a16:creationId xmlns:a16="http://schemas.microsoft.com/office/drawing/2014/main" id="{04C7402D-3E75-2935-69C7-1ECAA0481C10}"/>
              </a:ext>
            </a:extLst>
          </p:cNvPr>
          <p:cNvPicPr>
            <a:picLocks noChangeAspect="1"/>
          </p:cNvPicPr>
          <p:nvPr/>
        </p:nvPicPr>
        <p:blipFill>
          <a:blip r:embed="rId9">
            <a:duotone>
              <a:schemeClr val="accent2">
                <a:shade val="45000"/>
                <a:satMod val="135000"/>
              </a:schemeClr>
              <a:prstClr val="white"/>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rcRect/>
          <a:stretch/>
        </p:blipFill>
        <p:spPr>
          <a:xfrm>
            <a:off x="8913961" y="3296920"/>
            <a:ext cx="609350" cy="609348"/>
          </a:xfrm>
          <a:prstGeom prst="rect">
            <a:avLst/>
          </a:prstGeom>
        </p:spPr>
      </p:pic>
      <p:sp>
        <p:nvSpPr>
          <p:cNvPr id="26" name="TextBox 25">
            <a:extLst>
              <a:ext uri="{FF2B5EF4-FFF2-40B4-BE49-F238E27FC236}">
                <a16:creationId xmlns:a16="http://schemas.microsoft.com/office/drawing/2014/main" id="{06503AAB-45D8-24DD-BD74-00C9A366AF29}"/>
              </a:ext>
            </a:extLst>
          </p:cNvPr>
          <p:cNvSpPr txBox="1"/>
          <p:nvPr/>
        </p:nvSpPr>
        <p:spPr>
          <a:xfrm>
            <a:off x="1568847" y="2457561"/>
            <a:ext cx="9962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a:ln>
                  <a:noFill/>
                </a:ln>
                <a:solidFill>
                  <a:srgbClr val="000000"/>
                </a:solidFill>
                <a:effectLst/>
                <a:uLnTx/>
                <a:uFillTx/>
                <a:latin typeface="Amazon Ember"/>
                <a:ea typeface="+mn-ea"/>
                <a:cs typeface="+mn-cs"/>
              </a:rPr>
              <a:t>SageMaker</a:t>
            </a:r>
            <a:br>
              <a:rPr kumimoji="0" lang="en-US" sz="1000" b="0" i="0" u="none" strike="noStrike" kern="1200" cap="none" spc="0" normalizeH="0" baseline="0" noProof="0" dirty="0">
                <a:ln>
                  <a:noFill/>
                </a:ln>
                <a:solidFill>
                  <a:srgbClr val="000000"/>
                </a:solidFill>
                <a:effectLst/>
                <a:uLnTx/>
                <a:uFillTx/>
                <a:latin typeface="Amazon Ember"/>
                <a:ea typeface="+mn-ea"/>
                <a:cs typeface="+mn-cs"/>
              </a:rPr>
            </a:br>
            <a:r>
              <a:rPr kumimoji="0" lang="en-US" sz="1000" b="0" i="0" u="none" strike="noStrike" kern="1200" cap="none" spc="0" normalizeH="0" baseline="0" noProof="0" dirty="0" err="1">
                <a:ln>
                  <a:noFill/>
                </a:ln>
                <a:solidFill>
                  <a:srgbClr val="000000"/>
                </a:solidFill>
                <a:effectLst/>
                <a:uLnTx/>
                <a:uFillTx/>
                <a:latin typeface="Amazon Ember"/>
                <a:ea typeface="+mn-ea"/>
                <a:cs typeface="+mn-cs"/>
              </a:rPr>
              <a:t>HyperPod</a:t>
            </a:r>
            <a:endParaRPr kumimoji="0" lang="en-US" sz="1000" b="0" i="0" u="none" strike="noStrike" kern="1200" cap="none" spc="0" normalizeH="0" baseline="0" noProof="0" dirty="0">
              <a:ln>
                <a:noFill/>
              </a:ln>
              <a:solidFill>
                <a:srgbClr val="000000"/>
              </a:solidFill>
              <a:effectLst/>
              <a:uLnTx/>
              <a:uFillTx/>
              <a:latin typeface="Amazon Ember"/>
              <a:ea typeface="+mn-ea"/>
              <a:cs typeface="+mn-cs"/>
            </a:endParaRPr>
          </a:p>
        </p:txBody>
      </p:sp>
      <p:sp>
        <p:nvSpPr>
          <p:cNvPr id="27" name="TextBox 26">
            <a:extLst>
              <a:ext uri="{FF2B5EF4-FFF2-40B4-BE49-F238E27FC236}">
                <a16:creationId xmlns:a16="http://schemas.microsoft.com/office/drawing/2014/main" id="{5025AC10-4368-1AC7-494C-090D1E8506A5}"/>
              </a:ext>
            </a:extLst>
          </p:cNvPr>
          <p:cNvSpPr txBox="1"/>
          <p:nvPr/>
        </p:nvSpPr>
        <p:spPr>
          <a:xfrm>
            <a:off x="1109208" y="3963320"/>
            <a:ext cx="191551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mazon Ember"/>
                <a:ea typeface="+mn-ea"/>
                <a:cs typeface="+mn-cs"/>
              </a:rPr>
              <a:t>SageMaker Jobs:</a:t>
            </a:r>
            <a:br>
              <a:rPr kumimoji="0" lang="en-US" sz="1000" b="0" i="0" u="none" strike="noStrike" kern="1200" cap="none" spc="0" normalizeH="0" baseline="0" noProof="0">
                <a:ln>
                  <a:noFill/>
                </a:ln>
                <a:solidFill>
                  <a:srgbClr val="000000"/>
                </a:solidFill>
                <a:effectLst/>
                <a:uLnTx/>
                <a:uFillTx/>
                <a:latin typeface="Amazon Ember"/>
                <a:ea typeface="+mn-ea"/>
                <a:cs typeface="+mn-cs"/>
              </a:rPr>
            </a:br>
            <a:r>
              <a:rPr kumimoji="0" lang="en-US" sz="1000" b="0" i="0" u="none" strike="noStrike" kern="1200" cap="none" spc="0" normalizeH="0" baseline="0" noProof="0">
                <a:ln>
                  <a:noFill/>
                </a:ln>
                <a:solidFill>
                  <a:srgbClr val="000000"/>
                </a:solidFill>
                <a:effectLst/>
                <a:uLnTx/>
                <a:uFillTx/>
                <a:latin typeface="Amazon Ember"/>
                <a:ea typeface="+mn-ea"/>
                <a:cs typeface="+mn-cs"/>
              </a:rPr>
              <a:t>JumpStart, Training, Pipelines</a:t>
            </a:r>
          </a:p>
        </p:txBody>
      </p:sp>
      <p:sp>
        <p:nvSpPr>
          <p:cNvPr id="28" name="TextBox 27">
            <a:extLst>
              <a:ext uri="{FF2B5EF4-FFF2-40B4-BE49-F238E27FC236}">
                <a16:creationId xmlns:a16="http://schemas.microsoft.com/office/drawing/2014/main" id="{FEAEBC9D-A770-8B4B-2952-E729D6B1ACF3}"/>
              </a:ext>
            </a:extLst>
          </p:cNvPr>
          <p:cNvSpPr txBox="1"/>
          <p:nvPr/>
        </p:nvSpPr>
        <p:spPr>
          <a:xfrm>
            <a:off x="1497618" y="5472220"/>
            <a:ext cx="1138688"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mazon Ember"/>
                <a:ea typeface="+mn-ea"/>
                <a:cs typeface="+mn-cs"/>
              </a:rPr>
              <a:t>Preferred training infrastructure</a:t>
            </a:r>
          </a:p>
        </p:txBody>
      </p:sp>
      <p:sp>
        <p:nvSpPr>
          <p:cNvPr id="29" name="TextBox 28">
            <a:extLst>
              <a:ext uri="{FF2B5EF4-FFF2-40B4-BE49-F238E27FC236}">
                <a16:creationId xmlns:a16="http://schemas.microsoft.com/office/drawing/2014/main" id="{FCDA0E3A-6014-EB7D-5ECC-F63EC38C373E}"/>
              </a:ext>
            </a:extLst>
          </p:cNvPr>
          <p:cNvSpPr txBox="1"/>
          <p:nvPr/>
        </p:nvSpPr>
        <p:spPr>
          <a:xfrm>
            <a:off x="3949380" y="3963320"/>
            <a:ext cx="1315038"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1B3FF"/>
                </a:solidFill>
                <a:effectLst/>
                <a:uLnTx/>
                <a:uFillTx/>
                <a:latin typeface="Amazon Ember"/>
                <a:ea typeface="+mn-ea"/>
                <a:cs typeface="+mn-cs"/>
              </a:rPr>
              <a:t>Track ML</a:t>
            </a:r>
            <a:br>
              <a:rPr kumimoji="0" lang="en-US" sz="1000" b="0" i="0" u="none" strike="noStrike" kern="1200" cap="none" spc="0" normalizeH="0" baseline="0" noProof="0">
                <a:ln>
                  <a:noFill/>
                </a:ln>
                <a:solidFill>
                  <a:srgbClr val="41B3FF"/>
                </a:solidFill>
                <a:effectLst/>
                <a:uLnTx/>
                <a:uFillTx/>
                <a:latin typeface="Amazon Ember"/>
                <a:ea typeface="+mn-ea"/>
                <a:cs typeface="+mn-cs"/>
              </a:rPr>
            </a:br>
            <a:r>
              <a:rPr kumimoji="0" lang="en-US" sz="1000" b="0" i="0" u="none" strike="noStrike" kern="1200" cap="none" spc="0" normalizeH="0" baseline="0" noProof="0">
                <a:ln>
                  <a:noFill/>
                </a:ln>
                <a:solidFill>
                  <a:srgbClr val="41B3FF"/>
                </a:solidFill>
                <a:effectLst/>
                <a:uLnTx/>
                <a:uFillTx/>
                <a:latin typeface="Amazon Ember"/>
                <a:ea typeface="+mn-ea"/>
                <a:cs typeface="+mn-cs"/>
              </a:rPr>
              <a:t>experiments as runs </a:t>
            </a:r>
          </a:p>
        </p:txBody>
      </p:sp>
      <p:sp>
        <p:nvSpPr>
          <p:cNvPr id="30" name="TextBox 29">
            <a:extLst>
              <a:ext uri="{FF2B5EF4-FFF2-40B4-BE49-F238E27FC236}">
                <a16:creationId xmlns:a16="http://schemas.microsoft.com/office/drawing/2014/main" id="{1801ECE5-995C-4EAC-6928-E6B719FFED5D}"/>
              </a:ext>
            </a:extLst>
          </p:cNvPr>
          <p:cNvSpPr txBox="1"/>
          <p:nvPr/>
        </p:nvSpPr>
        <p:spPr>
          <a:xfrm>
            <a:off x="5230693" y="3963320"/>
            <a:ext cx="1478766"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1B3FF"/>
                </a:solidFill>
                <a:effectLst/>
                <a:uLnTx/>
                <a:uFillTx/>
                <a:latin typeface="Amazon Ember"/>
                <a:ea typeface="+mn-ea"/>
                <a:cs typeface="+mn-cs"/>
              </a:rPr>
              <a:t>Compare runs,</a:t>
            </a:r>
            <a:br>
              <a:rPr kumimoji="0" lang="en-US" sz="1000" b="0" i="0" u="none" strike="noStrike" kern="1200" cap="none" spc="0" normalizeH="0" baseline="0" noProof="0">
                <a:ln>
                  <a:noFill/>
                </a:ln>
                <a:solidFill>
                  <a:srgbClr val="41B3FF"/>
                </a:solidFill>
                <a:effectLst/>
                <a:uLnTx/>
                <a:uFillTx/>
                <a:latin typeface="Amazon Ember"/>
                <a:ea typeface="+mn-ea"/>
                <a:cs typeface="+mn-cs"/>
              </a:rPr>
            </a:br>
            <a:r>
              <a:rPr kumimoji="0" lang="en-US" sz="1000" b="0" i="0" u="none" strike="noStrike" kern="1200" cap="none" spc="0" normalizeH="0" baseline="0" noProof="0">
                <a:ln>
                  <a:noFill/>
                </a:ln>
                <a:solidFill>
                  <a:srgbClr val="41B3FF"/>
                </a:solidFill>
                <a:effectLst/>
                <a:uLnTx/>
                <a:uFillTx/>
                <a:latin typeface="Amazon Ember"/>
                <a:ea typeface="+mn-ea"/>
                <a:cs typeface="+mn-cs"/>
              </a:rPr>
              <a:t>evaluate models</a:t>
            </a:r>
          </a:p>
        </p:txBody>
      </p:sp>
      <p:sp>
        <p:nvSpPr>
          <p:cNvPr id="31" name="TextBox 30">
            <a:extLst>
              <a:ext uri="{FF2B5EF4-FFF2-40B4-BE49-F238E27FC236}">
                <a16:creationId xmlns:a16="http://schemas.microsoft.com/office/drawing/2014/main" id="{FFBAE475-6B8C-FB3C-BDA5-671E6520B108}"/>
              </a:ext>
            </a:extLst>
          </p:cNvPr>
          <p:cNvSpPr txBox="1"/>
          <p:nvPr/>
        </p:nvSpPr>
        <p:spPr>
          <a:xfrm>
            <a:off x="6762785" y="3963320"/>
            <a:ext cx="884749"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1B3FF"/>
                </a:solidFill>
                <a:effectLst/>
                <a:uLnTx/>
                <a:uFillTx/>
                <a:latin typeface="Amazon Ember"/>
                <a:ea typeface="+mn-ea"/>
                <a:cs typeface="+mn-cs"/>
              </a:rPr>
              <a:t>Register</a:t>
            </a:r>
            <a:br>
              <a:rPr kumimoji="0" lang="en-US" sz="1000" b="0" i="0" u="none" strike="noStrike" kern="1200" cap="none" spc="0" normalizeH="0" baseline="0" noProof="0">
                <a:ln>
                  <a:noFill/>
                </a:ln>
                <a:solidFill>
                  <a:srgbClr val="41B3FF"/>
                </a:solidFill>
                <a:effectLst/>
                <a:uLnTx/>
                <a:uFillTx/>
                <a:latin typeface="Amazon Ember"/>
                <a:ea typeface="+mn-ea"/>
                <a:cs typeface="+mn-cs"/>
              </a:rPr>
            </a:br>
            <a:r>
              <a:rPr kumimoji="0" lang="en-US" sz="1000" b="0" i="0" u="none" strike="noStrike" kern="1200" cap="none" spc="0" normalizeH="0" baseline="0" noProof="0">
                <a:ln>
                  <a:noFill/>
                </a:ln>
                <a:solidFill>
                  <a:srgbClr val="41B3FF"/>
                </a:solidFill>
                <a:effectLst/>
                <a:uLnTx/>
                <a:uFillTx/>
                <a:latin typeface="Amazon Ember"/>
                <a:ea typeface="+mn-ea"/>
                <a:cs typeface="+mn-cs"/>
              </a:rPr>
              <a:t>model</a:t>
            </a:r>
          </a:p>
        </p:txBody>
      </p:sp>
      <p:sp>
        <p:nvSpPr>
          <p:cNvPr id="32" name="TextBox 31">
            <a:extLst>
              <a:ext uri="{FF2B5EF4-FFF2-40B4-BE49-F238E27FC236}">
                <a16:creationId xmlns:a16="http://schemas.microsoft.com/office/drawing/2014/main" id="{13FE27A5-5DF7-13CA-E91B-FFE502EB320D}"/>
              </a:ext>
            </a:extLst>
          </p:cNvPr>
          <p:cNvSpPr txBox="1"/>
          <p:nvPr/>
        </p:nvSpPr>
        <p:spPr>
          <a:xfrm>
            <a:off x="8341045" y="3966155"/>
            <a:ext cx="1755183"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D5CFF"/>
                </a:solidFill>
                <a:effectLst/>
                <a:uLnTx/>
                <a:uFillTx/>
                <a:latin typeface="Amazon Ember"/>
                <a:ea typeface="+mn-ea"/>
                <a:cs typeface="+mn-cs"/>
              </a:rPr>
              <a:t>Auto-register models in SageMaker Model Registry</a:t>
            </a:r>
          </a:p>
        </p:txBody>
      </p:sp>
      <p:sp>
        <p:nvSpPr>
          <p:cNvPr id="33" name="TextBox 32">
            <a:extLst>
              <a:ext uri="{FF2B5EF4-FFF2-40B4-BE49-F238E27FC236}">
                <a16:creationId xmlns:a16="http://schemas.microsoft.com/office/drawing/2014/main" id="{03D1288B-AE85-286B-EB02-6DDAC70507AF}"/>
              </a:ext>
            </a:extLst>
          </p:cNvPr>
          <p:cNvSpPr txBox="1"/>
          <p:nvPr/>
        </p:nvSpPr>
        <p:spPr>
          <a:xfrm>
            <a:off x="10107831" y="3966155"/>
            <a:ext cx="1095564"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D5CFF"/>
                </a:solidFill>
                <a:effectLst/>
                <a:uLnTx/>
                <a:uFillTx/>
                <a:latin typeface="Amazon Ember"/>
                <a:ea typeface="+mn-ea"/>
                <a:cs typeface="+mn-cs"/>
              </a:rPr>
              <a:t>Deploy model</a:t>
            </a:r>
            <a:br>
              <a:rPr kumimoji="0" lang="en-US" sz="1000" b="0" i="0" u="none" strike="noStrike" kern="1200" cap="none" spc="0" normalizeH="0" baseline="0" noProof="0">
                <a:ln>
                  <a:noFill/>
                </a:ln>
                <a:solidFill>
                  <a:srgbClr val="AD5CFF"/>
                </a:solidFill>
                <a:effectLst/>
                <a:uLnTx/>
                <a:uFillTx/>
                <a:latin typeface="Amazon Ember"/>
                <a:ea typeface="+mn-ea"/>
                <a:cs typeface="+mn-cs"/>
              </a:rPr>
            </a:br>
            <a:r>
              <a:rPr kumimoji="0" lang="en-US" sz="1000" b="0" i="0" u="none" strike="noStrike" kern="1200" cap="none" spc="0" normalizeH="0" baseline="0" noProof="0">
                <a:ln>
                  <a:noFill/>
                </a:ln>
                <a:solidFill>
                  <a:srgbClr val="AD5CFF"/>
                </a:solidFill>
                <a:effectLst/>
                <a:uLnTx/>
                <a:uFillTx/>
                <a:latin typeface="Amazon Ember"/>
                <a:ea typeface="+mn-ea"/>
                <a:cs typeface="+mn-cs"/>
              </a:rPr>
              <a:t>on SageMaker</a:t>
            </a:r>
          </a:p>
        </p:txBody>
      </p:sp>
      <p:pic>
        <p:nvPicPr>
          <p:cNvPr id="34" name="Picture 33">
            <a:extLst>
              <a:ext uri="{FF2B5EF4-FFF2-40B4-BE49-F238E27FC236}">
                <a16:creationId xmlns:a16="http://schemas.microsoft.com/office/drawing/2014/main" id="{FA186F54-3A44-2B9B-35EE-AA62705796C3}"/>
              </a:ext>
            </a:extLst>
          </p:cNvPr>
          <p:cNvPicPr>
            <a:picLocks noChangeAspect="1"/>
          </p:cNvPicPr>
          <p:nvPr/>
        </p:nvPicPr>
        <p:blipFill>
          <a:blip r:embed="rId11">
            <a:duotone>
              <a:schemeClr val="accent2">
                <a:shade val="45000"/>
                <a:satMod val="135000"/>
              </a:schemeClr>
              <a:prstClr val="white"/>
            </a:duotone>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a:stretch/>
        </p:blipFill>
        <p:spPr>
          <a:xfrm>
            <a:off x="8940475" y="1807085"/>
            <a:ext cx="556322" cy="556322"/>
          </a:xfrm>
          <a:prstGeom prst="rect">
            <a:avLst/>
          </a:prstGeom>
        </p:spPr>
      </p:pic>
      <p:sp>
        <p:nvSpPr>
          <p:cNvPr id="36" name="TextBox 35">
            <a:extLst>
              <a:ext uri="{FF2B5EF4-FFF2-40B4-BE49-F238E27FC236}">
                <a16:creationId xmlns:a16="http://schemas.microsoft.com/office/drawing/2014/main" id="{62149FC1-6895-8F48-7600-868D26169707}"/>
              </a:ext>
            </a:extLst>
          </p:cNvPr>
          <p:cNvSpPr txBox="1"/>
          <p:nvPr/>
        </p:nvSpPr>
        <p:spPr>
          <a:xfrm>
            <a:off x="8482808" y="2457561"/>
            <a:ext cx="1471656"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D5CFF"/>
                </a:solidFill>
                <a:effectLst/>
                <a:uLnTx/>
                <a:uFillTx/>
                <a:latin typeface="Amazon Ember"/>
                <a:ea typeface="+mn-ea"/>
                <a:cs typeface="+mn-cs"/>
              </a:rPr>
              <a:t>Auto-create</a:t>
            </a:r>
            <a:br>
              <a:rPr kumimoji="0" lang="en-US" sz="1000" b="0" i="0" u="none" strike="noStrike" kern="1200" cap="none" spc="0" normalizeH="0" baseline="0" noProof="0">
                <a:ln>
                  <a:noFill/>
                </a:ln>
                <a:solidFill>
                  <a:srgbClr val="AD5CFF"/>
                </a:solidFill>
                <a:effectLst/>
                <a:uLnTx/>
                <a:uFillTx/>
                <a:latin typeface="Amazon Ember"/>
                <a:ea typeface="+mn-ea"/>
                <a:cs typeface="+mn-cs"/>
              </a:rPr>
            </a:br>
            <a:r>
              <a:rPr kumimoji="0" lang="en-US" sz="1000" b="0" i="0" u="none" strike="noStrike" kern="1200" cap="none" spc="0" normalizeH="0" baseline="0" noProof="0">
                <a:ln>
                  <a:noFill/>
                </a:ln>
                <a:solidFill>
                  <a:srgbClr val="AD5CFF"/>
                </a:solidFill>
                <a:effectLst/>
                <a:uLnTx/>
                <a:uFillTx/>
                <a:latin typeface="Amazon Ember"/>
                <a:ea typeface="+mn-ea"/>
                <a:cs typeface="+mn-cs"/>
              </a:rPr>
              <a:t>Model Card</a:t>
            </a:r>
          </a:p>
        </p:txBody>
      </p:sp>
      <p:grpSp>
        <p:nvGrpSpPr>
          <p:cNvPr id="42" name="Group 41">
            <a:extLst>
              <a:ext uri="{FF2B5EF4-FFF2-40B4-BE49-F238E27FC236}">
                <a16:creationId xmlns:a16="http://schemas.microsoft.com/office/drawing/2014/main" id="{0CFA9579-3F19-2A42-3A5E-47152785DF49}"/>
              </a:ext>
            </a:extLst>
          </p:cNvPr>
          <p:cNvGrpSpPr/>
          <p:nvPr/>
        </p:nvGrpSpPr>
        <p:grpSpPr>
          <a:xfrm>
            <a:off x="4032883" y="2339085"/>
            <a:ext cx="1303578" cy="476991"/>
            <a:chOff x="3095310" y="2173612"/>
            <a:chExt cx="1303578" cy="476991"/>
          </a:xfrm>
        </p:grpSpPr>
        <p:pic>
          <p:nvPicPr>
            <p:cNvPr id="41" name="Picture 40">
              <a:extLst>
                <a:ext uri="{FF2B5EF4-FFF2-40B4-BE49-F238E27FC236}">
                  <a16:creationId xmlns:a16="http://schemas.microsoft.com/office/drawing/2014/main" id="{846139FF-4D49-2ADF-06EF-68A508052F9D}"/>
                </a:ext>
              </a:extLst>
            </p:cNvPr>
            <p:cNvPicPr>
              <a:picLocks noChangeAspect="1"/>
            </p:cNvPicPr>
            <p:nvPr/>
          </p:nvPicPr>
          <p:blipFill>
            <a:blip r:embed="rId13"/>
            <a:srcRect l="23885"/>
            <a:stretch>
              <a:fillRect/>
            </a:stretch>
          </p:blipFill>
          <p:spPr>
            <a:xfrm>
              <a:off x="3397949" y="2173612"/>
              <a:ext cx="1000939" cy="476991"/>
            </a:xfrm>
            <a:custGeom>
              <a:avLst/>
              <a:gdLst>
                <a:gd name="connsiteX0" fmla="*/ 162600 w 1000939"/>
                <a:gd name="connsiteY0" fmla="*/ 0 h 476991"/>
                <a:gd name="connsiteX1" fmla="*/ 428217 w 1000939"/>
                <a:gd name="connsiteY1" fmla="*/ 0 h 476991"/>
                <a:gd name="connsiteX2" fmla="*/ 472377 w 1000939"/>
                <a:gd name="connsiteY2" fmla="*/ 12376 h 476991"/>
                <a:gd name="connsiteX3" fmla="*/ 751777 w 1000939"/>
                <a:gd name="connsiteY3" fmla="*/ 117151 h 476991"/>
                <a:gd name="connsiteX4" fmla="*/ 1000939 w 1000939"/>
                <a:gd name="connsiteY4" fmla="*/ 140956 h 476991"/>
                <a:gd name="connsiteX5" fmla="*/ 1000939 w 1000939"/>
                <a:gd name="connsiteY5" fmla="*/ 291704 h 476991"/>
                <a:gd name="connsiteX6" fmla="*/ 920052 w 1000939"/>
                <a:gd name="connsiteY6" fmla="*/ 356863 h 476991"/>
                <a:gd name="connsiteX7" fmla="*/ 837502 w 1000939"/>
                <a:gd name="connsiteY7" fmla="*/ 452113 h 476991"/>
                <a:gd name="connsiteX8" fmla="*/ 248540 w 1000939"/>
                <a:gd name="connsiteY8" fmla="*/ 441001 h 476991"/>
                <a:gd name="connsiteX9" fmla="*/ 184929 w 1000939"/>
                <a:gd name="connsiteY9" fmla="*/ 476991 h 476991"/>
                <a:gd name="connsiteX10" fmla="*/ 0 w 1000939"/>
                <a:gd name="connsiteY10" fmla="*/ 476991 h 476991"/>
                <a:gd name="connsiteX11" fmla="*/ 64390 w 1000939"/>
                <a:gd name="connsiteY11" fmla="*/ 282251 h 476991"/>
                <a:gd name="connsiteX12" fmla="*/ 97727 w 1000939"/>
                <a:gd name="connsiteY12" fmla="*/ 61588 h 47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939" h="476991">
                  <a:moveTo>
                    <a:pt x="162600" y="0"/>
                  </a:moveTo>
                  <a:lnTo>
                    <a:pt x="428217" y="0"/>
                  </a:lnTo>
                  <a:lnTo>
                    <a:pt x="472377" y="12376"/>
                  </a:lnTo>
                  <a:lnTo>
                    <a:pt x="751777" y="117151"/>
                  </a:lnTo>
                  <a:lnTo>
                    <a:pt x="1000939" y="140956"/>
                  </a:lnTo>
                  <a:lnTo>
                    <a:pt x="1000939" y="291704"/>
                  </a:lnTo>
                  <a:lnTo>
                    <a:pt x="920052" y="356863"/>
                  </a:lnTo>
                  <a:lnTo>
                    <a:pt x="837502" y="452113"/>
                  </a:lnTo>
                  <a:lnTo>
                    <a:pt x="248540" y="441001"/>
                  </a:lnTo>
                  <a:lnTo>
                    <a:pt x="184929" y="476991"/>
                  </a:lnTo>
                  <a:lnTo>
                    <a:pt x="0" y="476991"/>
                  </a:lnTo>
                  <a:lnTo>
                    <a:pt x="64390" y="282251"/>
                  </a:lnTo>
                  <a:lnTo>
                    <a:pt x="97727" y="61588"/>
                  </a:lnTo>
                  <a:close/>
                </a:path>
              </a:pathLst>
            </a:custGeom>
          </p:spPr>
        </p:pic>
        <p:pic>
          <p:nvPicPr>
            <p:cNvPr id="39" name="Picture 38">
              <a:extLst>
                <a:ext uri="{FF2B5EF4-FFF2-40B4-BE49-F238E27FC236}">
                  <a16:creationId xmlns:a16="http://schemas.microsoft.com/office/drawing/2014/main" id="{A9DF8E6D-0A06-5D9A-F9BD-046B5B82DC5D}"/>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Lst>
            </a:blip>
            <a:srcRect t="10693" r="68348" b="6769"/>
            <a:stretch>
              <a:fillRect/>
            </a:stretch>
          </p:blipFill>
          <p:spPr>
            <a:xfrm>
              <a:off x="3095310" y="2224617"/>
              <a:ext cx="416240" cy="393700"/>
            </a:xfrm>
            <a:custGeom>
              <a:avLst/>
              <a:gdLst>
                <a:gd name="connsiteX0" fmla="*/ 399307 w 416240"/>
                <a:gd name="connsiteY0" fmla="*/ 0 h 393700"/>
                <a:gd name="connsiteX1" fmla="*/ 407773 w 416240"/>
                <a:gd name="connsiteY1" fmla="*/ 220133 h 393700"/>
                <a:gd name="connsiteX2" fmla="*/ 416240 w 416240"/>
                <a:gd name="connsiteY2" fmla="*/ 332316 h 393700"/>
                <a:gd name="connsiteX3" fmla="*/ 342157 w 416240"/>
                <a:gd name="connsiteY3" fmla="*/ 393700 h 393700"/>
                <a:gd name="connsiteX4" fmla="*/ 318873 w 416240"/>
                <a:gd name="connsiteY4" fmla="*/ 393700 h 393700"/>
                <a:gd name="connsiteX5" fmla="*/ 0 w 416240"/>
                <a:gd name="connsiteY5" fmla="*/ 380089 h 393700"/>
                <a:gd name="connsiteX6" fmla="*/ 0 w 416240"/>
                <a:gd name="connsiteY6" fmla="*/ 62028 h 393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240" h="393700">
                  <a:moveTo>
                    <a:pt x="399307" y="0"/>
                  </a:moveTo>
                  <a:lnTo>
                    <a:pt x="407773" y="220133"/>
                  </a:lnTo>
                  <a:lnTo>
                    <a:pt x="416240" y="332316"/>
                  </a:lnTo>
                  <a:lnTo>
                    <a:pt x="342157" y="393700"/>
                  </a:lnTo>
                  <a:lnTo>
                    <a:pt x="318873" y="393700"/>
                  </a:lnTo>
                  <a:lnTo>
                    <a:pt x="0" y="380089"/>
                  </a:lnTo>
                  <a:lnTo>
                    <a:pt x="0" y="62028"/>
                  </a:lnTo>
                  <a:close/>
                </a:path>
              </a:pathLst>
            </a:custGeom>
          </p:spPr>
        </p:pic>
      </p:grpSp>
      <p:pic>
        <p:nvPicPr>
          <p:cNvPr id="44" name="Picture 43">
            <a:extLst>
              <a:ext uri="{FF2B5EF4-FFF2-40B4-BE49-F238E27FC236}">
                <a16:creationId xmlns:a16="http://schemas.microsoft.com/office/drawing/2014/main" id="{8630D260-E605-E757-DC2D-58C0A8F0E100}"/>
              </a:ext>
            </a:extLst>
          </p:cNvPr>
          <p:cNvPicPr>
            <a:picLocks noChangeAspect="1"/>
          </p:cNvPicPr>
          <p:nvPr/>
        </p:nvPicPr>
        <p:blipFill>
          <a:blip r:embed="rId11">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rcRect/>
          <a:stretch/>
        </p:blipFill>
        <p:spPr>
          <a:xfrm>
            <a:off x="1788801" y="1807085"/>
            <a:ext cx="556322" cy="556322"/>
          </a:xfrm>
          <a:prstGeom prst="rect">
            <a:avLst/>
          </a:prstGeom>
        </p:spPr>
      </p:pic>
      <p:pic>
        <p:nvPicPr>
          <p:cNvPr id="45" name="Picture 19">
            <a:extLst>
              <a:ext uri="{FF2B5EF4-FFF2-40B4-BE49-F238E27FC236}">
                <a16:creationId xmlns:a16="http://schemas.microsoft.com/office/drawing/2014/main" id="{91EA3CDA-7B9E-FA90-E3D5-04B0B7E10ABC}"/>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rcRect/>
          <a:stretch/>
        </p:blipFill>
        <p:spPr>
          <a:xfrm>
            <a:off x="1740697" y="3277901"/>
            <a:ext cx="652530" cy="652528"/>
          </a:xfrm>
          <a:prstGeom prst="rect">
            <a:avLst/>
          </a:prstGeom>
        </p:spPr>
      </p:pic>
      <p:pic>
        <p:nvPicPr>
          <p:cNvPr id="53" name="Picture 52">
            <a:extLst>
              <a:ext uri="{FF2B5EF4-FFF2-40B4-BE49-F238E27FC236}">
                <a16:creationId xmlns:a16="http://schemas.microsoft.com/office/drawing/2014/main" id="{506B4F2D-1A56-4BEA-5CCB-77B9310EE968}"/>
              </a:ext>
            </a:extLst>
          </p:cNvPr>
          <p:cNvPicPr>
            <a:picLocks noChangeAspect="1"/>
          </p:cNvPicPr>
          <p:nvPr/>
        </p:nvPicPr>
        <p:blipFill>
          <a:blip r:embed="rId9">
            <a:duotone>
              <a:schemeClr val="accent1">
                <a:shade val="45000"/>
                <a:satMod val="135000"/>
              </a:schemeClr>
              <a:prstClr val="white"/>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rcRect/>
          <a:stretch/>
        </p:blipFill>
        <p:spPr>
          <a:xfrm>
            <a:off x="6881234" y="3296920"/>
            <a:ext cx="609350" cy="609348"/>
          </a:xfrm>
          <a:prstGeom prst="rect">
            <a:avLst/>
          </a:prstGeom>
        </p:spPr>
      </p:pic>
      <p:pic>
        <p:nvPicPr>
          <p:cNvPr id="62" name="Picture 19">
            <a:extLst>
              <a:ext uri="{FF2B5EF4-FFF2-40B4-BE49-F238E27FC236}">
                <a16:creationId xmlns:a16="http://schemas.microsoft.com/office/drawing/2014/main" id="{E0899A4B-F4CF-20D8-7133-A21A94206238}"/>
              </a:ext>
            </a:extLst>
          </p:cNvPr>
          <p:cNvPicPr>
            <a:picLocks noChangeAspect="1"/>
          </p:cNvPicPr>
          <p:nvPr/>
        </p:nvPicPr>
        <p:blipFill>
          <a:blip r:embed="rId16">
            <a:duotone>
              <a:schemeClr val="accent2">
                <a:shade val="45000"/>
                <a:satMod val="135000"/>
              </a:schemeClr>
              <a:prstClr val="white"/>
            </a:duotone>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rcRect/>
          <a:stretch/>
        </p:blipFill>
        <p:spPr>
          <a:xfrm>
            <a:off x="10329348" y="3277901"/>
            <a:ext cx="652530" cy="652528"/>
          </a:xfrm>
          <a:prstGeom prst="rect">
            <a:avLst/>
          </a:prstGeom>
        </p:spPr>
      </p:pic>
    </p:spTree>
    <p:extLst>
      <p:ext uri="{BB962C8B-B14F-4D97-AF65-F5344CB8AC3E}">
        <p14:creationId xmlns:p14="http://schemas.microsoft.com/office/powerpoint/2010/main" val="2326042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BD618-8B9D-FB09-B8C3-546300ED6C2C}"/>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171A812-AFA6-AC38-90F7-7884FBA5677B}"/>
              </a:ext>
            </a:extLst>
          </p:cNvPr>
          <p:cNvSpPr txBox="1"/>
          <p:nvPr/>
        </p:nvSpPr>
        <p:spPr>
          <a:xfrm>
            <a:off x="614576" y="652278"/>
            <a:ext cx="4563480" cy="1772793"/>
          </a:xfrm>
          <a:prstGeom prst="rect">
            <a:avLst/>
          </a:prstGeom>
          <a:noFill/>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200" b="0" i="0" u="none" strike="noStrike" kern="1200" cap="none" spc="-50" normalizeH="0" baseline="0" noProof="0" dirty="0" err="1">
                <a:ln>
                  <a:noFill/>
                </a:ln>
                <a:solidFill>
                  <a:srgbClr val="000000"/>
                </a:solidFill>
                <a:effectLst/>
                <a:uLnTx/>
                <a:uFillTx/>
                <a:ea typeface="Amazon Ember Display" panose="020F0603020204020204" pitchFamily="34" charset="0"/>
                <a:cs typeface="Amazon Ember Display" panose="020F0603020204020204" pitchFamily="34" charset="0"/>
              </a:rPr>
              <a:t>HyperPod</a:t>
            </a:r>
            <a:r>
              <a:rPr kumimoji="0" lang="en-US" sz="3200" b="0" i="0" u="none" strike="noStrike" kern="1200" cap="none" spc="-50" normalizeH="0" baseline="0" noProof="0" dirty="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t> </a:t>
            </a:r>
            <a:r>
              <a:rPr lang="en-US" sz="3200" dirty="0">
                <a:solidFill>
                  <a:srgbClr val="161D26"/>
                </a:solidFill>
                <a:latin typeface="Amazon Ember"/>
                <a:ea typeface="Amazon Ember Display" panose="020F0603020204020204" pitchFamily="34" charset="0"/>
                <a:cs typeface="Amazon Ember Display" panose="020F0603020204020204" pitchFamily="34" charset="0"/>
              </a:rPr>
              <a:t>integrates with </a:t>
            </a:r>
            <a:r>
              <a:rPr kumimoji="0" lang="en-US" sz="3200" b="0" i="0" u="none" strike="noStrike" kern="1200" cap="none" spc="0" normalizeH="0" baseline="0" noProof="0" dirty="0">
                <a:ln>
                  <a:noFill/>
                </a:ln>
                <a:solidFill>
                  <a:srgbClr val="161D26"/>
                </a:solidFill>
                <a:effectLst/>
                <a:uLnTx/>
                <a:uFillTx/>
                <a:latin typeface="+mj-lt"/>
                <a:ea typeface="Amazon Ember Display" panose="020F0603020204020204" pitchFamily="34" charset="0"/>
                <a:cs typeface="Amazon Ember Display" panose="020F0603020204020204" pitchFamily="34" charset="0"/>
              </a:rPr>
              <a:t>SageMaker Studio </a:t>
            </a:r>
            <a:r>
              <a:rPr kumimoji="0" lang="en-US" sz="3200" b="0" i="0" u="none" strike="noStrike" kern="1200" cap="none" spc="0" normalizeH="0" baseline="0" noProof="0" dirty="0">
                <a:ln>
                  <a:noFill/>
                </a:ln>
                <a:solidFill>
                  <a:srgbClr val="161D26"/>
                </a:solidFill>
                <a:effectLst/>
                <a:uLnTx/>
                <a:uFillTx/>
                <a:latin typeface="Amazon Ember"/>
                <a:ea typeface="Amazon Ember Display" panose="020F0603020204020204" pitchFamily="34" charset="0"/>
                <a:cs typeface="Amazon Ember Display" panose="020F0603020204020204" pitchFamily="34" charset="0"/>
              </a:rPr>
              <a:t>to streamline the data science experience </a:t>
            </a:r>
            <a:endParaRPr kumimoji="0" lang="en-US" sz="3200" b="0" i="0" u="none" strike="noStrike" kern="1200" cap="none" spc="0" normalizeH="0" baseline="0" noProof="0" dirty="0">
              <a:ln>
                <a:noFill/>
              </a:ln>
              <a:solidFill>
                <a:srgbClr val="000000"/>
              </a:solidFill>
              <a:effectLst/>
              <a:uLnTx/>
              <a:uFillTx/>
              <a:latin typeface="Amazon Ember"/>
              <a:ea typeface="+mn-ea"/>
              <a:cs typeface="+mn-cs"/>
            </a:endParaRPr>
          </a:p>
        </p:txBody>
      </p:sp>
      <p:pic>
        <p:nvPicPr>
          <p:cNvPr id="17" name="Picture 16">
            <a:extLst>
              <a:ext uri="{FF2B5EF4-FFF2-40B4-BE49-F238E27FC236}">
                <a16:creationId xmlns:a16="http://schemas.microsoft.com/office/drawing/2014/main" id="{3FF251D1-406B-62D9-FB7D-7935D466AAD6}"/>
              </a:ext>
            </a:extLst>
          </p:cNvPr>
          <p:cNvPicPr>
            <a:picLocks noChangeAspect="1"/>
          </p:cNvPicPr>
          <p:nvPr/>
        </p:nvPicPr>
        <p:blipFill rotWithShape="1">
          <a:blip r:embed="rId3">
            <a:extLst>
              <a:ext uri="{28A0092B-C50C-407E-A947-70E740481C1C}">
                <a14:useLocalDpi xmlns:a14="http://schemas.microsoft.com/office/drawing/2010/main" val="0"/>
              </a:ext>
            </a:extLst>
          </a:blip>
          <a:srcRect t="4368" b="14358"/>
          <a:stretch/>
        </p:blipFill>
        <p:spPr>
          <a:xfrm>
            <a:off x="5277995" y="3773861"/>
            <a:ext cx="6334255" cy="2404625"/>
          </a:xfrm>
          <a:prstGeom prst="roundRect">
            <a:avLst>
              <a:gd name="adj" fmla="val 3397"/>
            </a:avLst>
          </a:prstGeom>
          <a:solidFill>
            <a:schemeClr val="bg1"/>
          </a:solidFill>
          <a:ln>
            <a:noFill/>
          </a:ln>
          <a:effectLst>
            <a:outerShdw blurRad="675789" dist="50800" dir="5400000" algn="ctr" rotWithShape="0">
              <a:srgbClr val="000000">
                <a:alpha val="25000"/>
              </a:srgbClr>
            </a:outerShdw>
          </a:effectLst>
        </p:spPr>
      </p:pic>
      <p:pic>
        <p:nvPicPr>
          <p:cNvPr id="18" name="Picture 17">
            <a:extLst>
              <a:ext uri="{FF2B5EF4-FFF2-40B4-BE49-F238E27FC236}">
                <a16:creationId xmlns:a16="http://schemas.microsoft.com/office/drawing/2014/main" id="{EA272BE8-E99F-2B9F-1A77-518EA7E65157}"/>
              </a:ext>
            </a:extLst>
          </p:cNvPr>
          <p:cNvPicPr>
            <a:picLocks noChangeAspect="1"/>
          </p:cNvPicPr>
          <p:nvPr/>
        </p:nvPicPr>
        <p:blipFill rotWithShape="1">
          <a:blip r:embed="rId4">
            <a:extLst>
              <a:ext uri="{28A0092B-C50C-407E-A947-70E740481C1C}">
                <a14:useLocalDpi xmlns:a14="http://schemas.microsoft.com/office/drawing/2010/main" val="0"/>
              </a:ext>
            </a:extLst>
          </a:blip>
          <a:srcRect l="1172" t="18314" r="2648" b="15954"/>
          <a:stretch/>
        </p:blipFill>
        <p:spPr>
          <a:xfrm>
            <a:off x="5276850" y="704911"/>
            <a:ext cx="6335400" cy="2961155"/>
          </a:xfrm>
          <a:prstGeom prst="roundRect">
            <a:avLst>
              <a:gd name="adj" fmla="val 3397"/>
            </a:avLst>
          </a:prstGeom>
          <a:solidFill>
            <a:schemeClr val="bg1"/>
          </a:solidFill>
          <a:ln>
            <a:noFill/>
          </a:ln>
          <a:effectLst>
            <a:outerShdw blurRad="675789" dist="50800" dir="5400000" algn="ctr" rotWithShape="0">
              <a:srgbClr val="000000">
                <a:alpha val="25000"/>
              </a:srgbClr>
            </a:outerShdw>
          </a:effectLst>
        </p:spPr>
      </p:pic>
      <p:sp>
        <p:nvSpPr>
          <p:cNvPr id="7" name="Text Placeholder 8">
            <a:extLst>
              <a:ext uri="{FF2B5EF4-FFF2-40B4-BE49-F238E27FC236}">
                <a16:creationId xmlns:a16="http://schemas.microsoft.com/office/drawing/2014/main" id="{E3E2995B-6CB3-28BE-96B2-E3F91CA24350}"/>
              </a:ext>
            </a:extLst>
          </p:cNvPr>
          <p:cNvSpPr txBox="1">
            <a:spLocks/>
          </p:cNvSpPr>
          <p:nvPr/>
        </p:nvSpPr>
        <p:spPr>
          <a:xfrm>
            <a:off x="614576" y="2655007"/>
            <a:ext cx="4297383" cy="3242554"/>
          </a:xfrm>
          <a:prstGeom prst="rect">
            <a:avLst/>
          </a:prstGeom>
          <a:noFill/>
        </p:spPr>
        <p:txBody>
          <a:bodyPr wrap="square" lIns="0" tIns="0" rIns="0" bIns="0" rtlCol="0">
            <a:sp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vl2pPr marL="457200" indent="0" defTabSz="914400">
              <a:lnSpc>
                <a:spcPct val="90000"/>
              </a:lnSpc>
              <a:spcBef>
                <a:spcPts val="500"/>
              </a:spcBef>
              <a:buFont typeface="Arial" panose="020B0604020202020204" pitchFamily="34" charset="0"/>
              <a:buNone/>
              <a:defRPr sz="2400" b="0" i="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2pPr>
            <a:lvl3pPr marL="914400" indent="0" defTabSz="914400">
              <a:lnSpc>
                <a:spcPct val="90000"/>
              </a:lnSpc>
              <a:spcBef>
                <a:spcPts val="500"/>
              </a:spcBef>
              <a:buFont typeface="Arial" panose="020B0604020202020204" pitchFamily="34" charset="0"/>
              <a:buNone/>
              <a:defRPr sz="2000" b="0" i="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3pPr>
            <a:lvl4pPr marL="1371600" indent="0" defTabSz="914400">
              <a:lnSpc>
                <a:spcPct val="90000"/>
              </a:lnSpc>
              <a:spcBef>
                <a:spcPts val="500"/>
              </a:spcBef>
              <a:buFont typeface="Arial" panose="020B0604020202020204" pitchFamily="34" charset="0"/>
              <a:buNone/>
              <a:defRPr sz="1800" b="0" i="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4pPr>
            <a:lvl5pPr marL="1828800" indent="0" defTabSz="914400">
              <a:lnSpc>
                <a:spcPct val="90000"/>
              </a:lnSpc>
              <a:spcBef>
                <a:spcPts val="500"/>
              </a:spcBef>
              <a:buFont typeface="Arial" panose="020B0604020202020204" pitchFamily="34" charset="0"/>
              <a:buNone/>
              <a:defRPr sz="1800" b="0" i="0">
                <a:solidFill>
                  <a:schemeClr val="bg1"/>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5pPr>
            <a:lvl6pPr marL="2514600" indent="-228600" defTabSz="914400">
              <a:lnSpc>
                <a:spcPct val="90000"/>
              </a:lnSpc>
              <a:spcBef>
                <a:spcPts val="500"/>
              </a:spcBef>
              <a:buFont typeface="Arial" panose="020B0604020202020204" pitchFamily="34" charset="0"/>
              <a:buChar char="•"/>
              <a:defRPr sz="1800"/>
            </a:lvl6pPr>
            <a:lvl7pPr marL="2971800" indent="-228600" defTabSz="914400">
              <a:lnSpc>
                <a:spcPct val="90000"/>
              </a:lnSpc>
              <a:spcBef>
                <a:spcPts val="500"/>
              </a:spcBef>
              <a:buFont typeface="Arial" panose="020B0604020202020204" pitchFamily="34" charset="0"/>
              <a:buChar char="•"/>
              <a:defRPr sz="1800"/>
            </a:lvl7pPr>
            <a:lvl8pPr marL="3429000" indent="-228600" defTabSz="914400">
              <a:lnSpc>
                <a:spcPct val="90000"/>
              </a:lnSpc>
              <a:spcBef>
                <a:spcPts val="500"/>
              </a:spcBef>
              <a:buFont typeface="Arial" panose="020B0604020202020204" pitchFamily="34" charset="0"/>
              <a:buChar char="•"/>
              <a:defRPr sz="1800"/>
            </a:lvl8pPr>
            <a:lvl9pPr marL="3886200" indent="-228600" defTabSz="914400">
              <a:lnSpc>
                <a:spcPct val="90000"/>
              </a:lnSpc>
              <a:spcBef>
                <a:spcPts val="500"/>
              </a:spcBef>
              <a:buFont typeface="Arial" panose="020B0604020202020204" pitchFamily="34" charset="0"/>
              <a:buChar char="•"/>
              <a:defRPr sz="1800"/>
            </a:lvl9pPr>
          </a:lstStyle>
          <a:p>
            <a:pPr marL="0" marR="0" lvl="0" indent="0" algn="l" defTabSz="914400" rtl="0" eaLnBrk="1" fontAlgn="auto" latinLnBrk="0" hangingPunct="1">
              <a:lnSpc>
                <a:spcPct val="107000"/>
              </a:lnSpc>
              <a:spcBef>
                <a:spcPts val="0"/>
              </a:spcBef>
              <a:spcAft>
                <a:spcPts val="10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Cluster monitoring and resource utilization</a:t>
            </a:r>
            <a:br>
              <a:rPr kumimoji="0" lang="en-US" sz="13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br>
            <a: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Monitor metrics such as GPU/memory utilization,</a:t>
            </a:r>
            <a:b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wait times, node availability, and more</a:t>
            </a:r>
            <a:b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endPar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10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Flexible interfaces for Data Scientists</a:t>
            </a:r>
            <a:br>
              <a:rPr kumimoji="0" lang="en-US" sz="13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br>
            <a: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Build in familiar IDEs and then easily containerize</a:t>
            </a:r>
            <a:b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and submit those to your preferred job scheduler</a:t>
            </a:r>
            <a:b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endPar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10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Task Governance UI access</a:t>
            </a:r>
            <a:br>
              <a:rPr kumimoji="0" lang="en-US" sz="13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br>
            <a: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Interface for defining allocation policies, dynamic scheduling </a:t>
            </a:r>
            <a:b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with workload priorities, and more</a:t>
            </a:r>
            <a:b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endPar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1000"/>
              </a:spcAft>
              <a:buClrTx/>
              <a:buSzTx/>
              <a:buFontTx/>
              <a:buNone/>
              <a:tabLst/>
              <a:defRPr/>
            </a:pPr>
            <a:r>
              <a:rPr kumimoji="0" lang="en-US" sz="1300" b="0" i="0" u="none" strike="noStrike" kern="1200" cap="none" spc="0" normalizeH="0" baseline="0" noProof="0" dirty="0" err="1">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FSx</a:t>
            </a:r>
            <a:r>
              <a:rPr kumimoji="0" lang="en-US" sz="13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 for </a:t>
            </a:r>
            <a:r>
              <a:rPr kumimoji="0" lang="en-US" sz="1300" b="0" i="0" u="none" strike="noStrike" kern="1200" cap="none" spc="0" normalizeH="0" baseline="0" noProof="0" dirty="0" err="1">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Lustre</a:t>
            </a:r>
            <a:r>
              <a:rPr kumimoji="0" lang="en-US" sz="13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 mounting to shared Spaces</a:t>
            </a:r>
            <a:br>
              <a:rPr kumimoji="0" lang="en-US" sz="13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br>
            <a: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Consistent, collaborative access to your cluster’s</a:t>
            </a:r>
            <a:b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1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high-speed file system from an IDE</a:t>
            </a: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p:txBody>
      </p:sp>
      <p:cxnSp>
        <p:nvCxnSpPr>
          <p:cNvPr id="8" name="Straight Connector 7">
            <a:extLst>
              <a:ext uri="{FF2B5EF4-FFF2-40B4-BE49-F238E27FC236}">
                <a16:creationId xmlns:a16="http://schemas.microsoft.com/office/drawing/2014/main" id="{0C90A85A-F1B6-BCAE-2E0E-3AA08A47130D}"/>
              </a:ext>
            </a:extLst>
          </p:cNvPr>
          <p:cNvCxnSpPr>
            <a:cxnSpLocks/>
          </p:cNvCxnSpPr>
          <p:nvPr/>
        </p:nvCxnSpPr>
        <p:spPr>
          <a:xfrm flipH="1">
            <a:off x="614576" y="3418881"/>
            <a:ext cx="3700029"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21115E8-8698-915B-2DEF-98A5325F815A}"/>
              </a:ext>
            </a:extLst>
          </p:cNvPr>
          <p:cNvCxnSpPr>
            <a:cxnSpLocks/>
          </p:cNvCxnSpPr>
          <p:nvPr/>
        </p:nvCxnSpPr>
        <p:spPr>
          <a:xfrm flipH="1">
            <a:off x="614576" y="4282481"/>
            <a:ext cx="3700029"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1EB8211-59AF-E9BD-F3D7-D7DFB6235F40}"/>
              </a:ext>
            </a:extLst>
          </p:cNvPr>
          <p:cNvCxnSpPr>
            <a:cxnSpLocks/>
          </p:cNvCxnSpPr>
          <p:nvPr/>
        </p:nvCxnSpPr>
        <p:spPr>
          <a:xfrm flipH="1">
            <a:off x="614576" y="5154781"/>
            <a:ext cx="3700029"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943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1954BB02-B06F-A89E-54DD-398EB87D2CE9}"/>
              </a:ext>
            </a:extLst>
          </p:cNvPr>
          <p:cNvSpPr/>
          <p:nvPr/>
        </p:nvSpPr>
        <p:spPr>
          <a:xfrm>
            <a:off x="1465268" y="1790300"/>
            <a:ext cx="5176164" cy="3524450"/>
          </a:xfrm>
          <a:custGeom>
            <a:avLst/>
            <a:gdLst>
              <a:gd name="connsiteX0" fmla="*/ 5178391 w 5178391"/>
              <a:gd name="connsiteY0" fmla="*/ 0 h 3513221"/>
              <a:gd name="connsiteX1" fmla="*/ 3407343 w 5178391"/>
              <a:gd name="connsiteY1" fmla="*/ 1222408 h 3513221"/>
              <a:gd name="connsiteX2" fmla="*/ 2993457 w 5178391"/>
              <a:gd name="connsiteY2" fmla="*/ 1597794 h 3513221"/>
              <a:gd name="connsiteX3" fmla="*/ 2550694 w 5178391"/>
              <a:gd name="connsiteY3" fmla="*/ 2387065 h 3513221"/>
              <a:gd name="connsiteX4" fmla="*/ 2367814 w 5178391"/>
              <a:gd name="connsiteY4" fmla="*/ 2608446 h 3513221"/>
              <a:gd name="connsiteX5" fmla="*/ 2021305 w 5178391"/>
              <a:gd name="connsiteY5" fmla="*/ 2877954 h 3513221"/>
              <a:gd name="connsiteX6" fmla="*/ 1299410 w 5178391"/>
              <a:gd name="connsiteY6" fmla="*/ 3089709 h 3513221"/>
              <a:gd name="connsiteX7" fmla="*/ 433137 w 5178391"/>
              <a:gd name="connsiteY7" fmla="*/ 3147461 h 3513221"/>
              <a:gd name="connsiteX8" fmla="*/ 9625 w 5178391"/>
              <a:gd name="connsiteY8" fmla="*/ 3128210 h 3513221"/>
              <a:gd name="connsiteX9" fmla="*/ 0 w 5178391"/>
              <a:gd name="connsiteY9" fmla="*/ 3493970 h 3513221"/>
              <a:gd name="connsiteX10" fmla="*/ 5149516 w 5178391"/>
              <a:gd name="connsiteY10" fmla="*/ 3513221 h 3513221"/>
              <a:gd name="connsiteX11" fmla="*/ 5178391 w 5178391"/>
              <a:gd name="connsiteY11" fmla="*/ 0 h 3513221"/>
              <a:gd name="connsiteX0" fmla="*/ 5178391 w 5178391"/>
              <a:gd name="connsiteY0" fmla="*/ 0 h 3513221"/>
              <a:gd name="connsiteX1" fmla="*/ 3407343 w 5178391"/>
              <a:gd name="connsiteY1" fmla="*/ 1222408 h 3513221"/>
              <a:gd name="connsiteX2" fmla="*/ 2993457 w 5178391"/>
              <a:gd name="connsiteY2" fmla="*/ 1597794 h 3513221"/>
              <a:gd name="connsiteX3" fmla="*/ 2550694 w 5178391"/>
              <a:gd name="connsiteY3" fmla="*/ 2387065 h 3513221"/>
              <a:gd name="connsiteX4" fmla="*/ 2367814 w 5178391"/>
              <a:gd name="connsiteY4" fmla="*/ 2608446 h 3513221"/>
              <a:gd name="connsiteX5" fmla="*/ 2021305 w 5178391"/>
              <a:gd name="connsiteY5" fmla="*/ 2877954 h 3513221"/>
              <a:gd name="connsiteX6" fmla="*/ 1299410 w 5178391"/>
              <a:gd name="connsiteY6" fmla="*/ 3089709 h 3513221"/>
              <a:gd name="connsiteX7" fmla="*/ 433137 w 5178391"/>
              <a:gd name="connsiteY7" fmla="*/ 3147461 h 3513221"/>
              <a:gd name="connsiteX8" fmla="*/ 9625 w 5178391"/>
              <a:gd name="connsiteY8" fmla="*/ 3128210 h 3513221"/>
              <a:gd name="connsiteX9" fmla="*/ 0 w 5178391"/>
              <a:gd name="connsiteY9" fmla="*/ 3493970 h 3513221"/>
              <a:gd name="connsiteX10" fmla="*/ 5149516 w 5178391"/>
              <a:gd name="connsiteY10" fmla="*/ 3513221 h 3513221"/>
              <a:gd name="connsiteX11" fmla="*/ 5178391 w 5178391"/>
              <a:gd name="connsiteY11" fmla="*/ 0 h 3513221"/>
              <a:gd name="connsiteX0" fmla="*/ 5178391 w 5178391"/>
              <a:gd name="connsiteY0" fmla="*/ 0 h 3513221"/>
              <a:gd name="connsiteX1" fmla="*/ 2993457 w 5178391"/>
              <a:gd name="connsiteY1" fmla="*/ 1597794 h 3513221"/>
              <a:gd name="connsiteX2" fmla="*/ 2550694 w 5178391"/>
              <a:gd name="connsiteY2" fmla="*/ 2387065 h 3513221"/>
              <a:gd name="connsiteX3" fmla="*/ 2367814 w 5178391"/>
              <a:gd name="connsiteY3" fmla="*/ 2608446 h 3513221"/>
              <a:gd name="connsiteX4" fmla="*/ 2021305 w 5178391"/>
              <a:gd name="connsiteY4" fmla="*/ 2877954 h 3513221"/>
              <a:gd name="connsiteX5" fmla="*/ 1299410 w 5178391"/>
              <a:gd name="connsiteY5" fmla="*/ 3089709 h 3513221"/>
              <a:gd name="connsiteX6" fmla="*/ 433137 w 5178391"/>
              <a:gd name="connsiteY6" fmla="*/ 3147461 h 3513221"/>
              <a:gd name="connsiteX7" fmla="*/ 9625 w 5178391"/>
              <a:gd name="connsiteY7" fmla="*/ 3128210 h 3513221"/>
              <a:gd name="connsiteX8" fmla="*/ 0 w 5178391"/>
              <a:gd name="connsiteY8" fmla="*/ 3493970 h 3513221"/>
              <a:gd name="connsiteX9" fmla="*/ 5149516 w 5178391"/>
              <a:gd name="connsiteY9" fmla="*/ 3513221 h 3513221"/>
              <a:gd name="connsiteX10" fmla="*/ 5178391 w 5178391"/>
              <a:gd name="connsiteY10" fmla="*/ 0 h 3513221"/>
              <a:gd name="connsiteX0" fmla="*/ 5178391 w 5178391"/>
              <a:gd name="connsiteY0" fmla="*/ 0 h 3513221"/>
              <a:gd name="connsiteX1" fmla="*/ 2993457 w 5178391"/>
              <a:gd name="connsiteY1" fmla="*/ 1597794 h 3513221"/>
              <a:gd name="connsiteX2" fmla="*/ 2550694 w 5178391"/>
              <a:gd name="connsiteY2" fmla="*/ 2387065 h 3513221"/>
              <a:gd name="connsiteX3" fmla="*/ 2367814 w 5178391"/>
              <a:gd name="connsiteY3" fmla="*/ 2608446 h 3513221"/>
              <a:gd name="connsiteX4" fmla="*/ 2021305 w 5178391"/>
              <a:gd name="connsiteY4" fmla="*/ 2877954 h 3513221"/>
              <a:gd name="connsiteX5" fmla="*/ 1299410 w 5178391"/>
              <a:gd name="connsiteY5" fmla="*/ 3089709 h 3513221"/>
              <a:gd name="connsiteX6" fmla="*/ 433137 w 5178391"/>
              <a:gd name="connsiteY6" fmla="*/ 3147461 h 3513221"/>
              <a:gd name="connsiteX7" fmla="*/ 9625 w 5178391"/>
              <a:gd name="connsiteY7" fmla="*/ 3128210 h 3513221"/>
              <a:gd name="connsiteX8" fmla="*/ 0 w 5178391"/>
              <a:gd name="connsiteY8" fmla="*/ 3493970 h 3513221"/>
              <a:gd name="connsiteX9" fmla="*/ 5149516 w 5178391"/>
              <a:gd name="connsiteY9" fmla="*/ 3513221 h 3513221"/>
              <a:gd name="connsiteX10" fmla="*/ 5178391 w 5178391"/>
              <a:gd name="connsiteY10" fmla="*/ 0 h 3513221"/>
              <a:gd name="connsiteX0" fmla="*/ 5178391 w 5178391"/>
              <a:gd name="connsiteY0" fmla="*/ 0 h 3513221"/>
              <a:gd name="connsiteX1" fmla="*/ 3044257 w 5178391"/>
              <a:gd name="connsiteY1" fmla="*/ 1589327 h 3513221"/>
              <a:gd name="connsiteX2" fmla="*/ 2550694 w 5178391"/>
              <a:gd name="connsiteY2" fmla="*/ 2387065 h 3513221"/>
              <a:gd name="connsiteX3" fmla="*/ 2367814 w 5178391"/>
              <a:gd name="connsiteY3" fmla="*/ 2608446 h 3513221"/>
              <a:gd name="connsiteX4" fmla="*/ 2021305 w 5178391"/>
              <a:gd name="connsiteY4" fmla="*/ 2877954 h 3513221"/>
              <a:gd name="connsiteX5" fmla="*/ 1299410 w 5178391"/>
              <a:gd name="connsiteY5" fmla="*/ 3089709 h 3513221"/>
              <a:gd name="connsiteX6" fmla="*/ 433137 w 5178391"/>
              <a:gd name="connsiteY6" fmla="*/ 3147461 h 3513221"/>
              <a:gd name="connsiteX7" fmla="*/ 9625 w 5178391"/>
              <a:gd name="connsiteY7" fmla="*/ 3128210 h 3513221"/>
              <a:gd name="connsiteX8" fmla="*/ 0 w 5178391"/>
              <a:gd name="connsiteY8" fmla="*/ 3493970 h 3513221"/>
              <a:gd name="connsiteX9" fmla="*/ 5149516 w 5178391"/>
              <a:gd name="connsiteY9" fmla="*/ 3513221 h 3513221"/>
              <a:gd name="connsiteX10" fmla="*/ 5178391 w 5178391"/>
              <a:gd name="connsiteY10" fmla="*/ 0 h 3513221"/>
              <a:gd name="connsiteX0" fmla="*/ 5178391 w 5178391"/>
              <a:gd name="connsiteY0" fmla="*/ 0 h 3513221"/>
              <a:gd name="connsiteX1" fmla="*/ 3044257 w 5178391"/>
              <a:gd name="connsiteY1" fmla="*/ 1589327 h 3513221"/>
              <a:gd name="connsiteX2" fmla="*/ 2550694 w 5178391"/>
              <a:gd name="connsiteY2" fmla="*/ 2387065 h 3513221"/>
              <a:gd name="connsiteX3" fmla="*/ 2367814 w 5178391"/>
              <a:gd name="connsiteY3" fmla="*/ 2608446 h 3513221"/>
              <a:gd name="connsiteX4" fmla="*/ 2021305 w 5178391"/>
              <a:gd name="connsiteY4" fmla="*/ 2877954 h 3513221"/>
              <a:gd name="connsiteX5" fmla="*/ 1299410 w 5178391"/>
              <a:gd name="connsiteY5" fmla="*/ 3089709 h 3513221"/>
              <a:gd name="connsiteX6" fmla="*/ 433137 w 5178391"/>
              <a:gd name="connsiteY6" fmla="*/ 3147461 h 3513221"/>
              <a:gd name="connsiteX7" fmla="*/ 9625 w 5178391"/>
              <a:gd name="connsiteY7" fmla="*/ 3128210 h 3513221"/>
              <a:gd name="connsiteX8" fmla="*/ 0 w 5178391"/>
              <a:gd name="connsiteY8" fmla="*/ 3493970 h 3513221"/>
              <a:gd name="connsiteX9" fmla="*/ 5149516 w 5178391"/>
              <a:gd name="connsiteY9" fmla="*/ 3513221 h 3513221"/>
              <a:gd name="connsiteX10" fmla="*/ 5178391 w 5178391"/>
              <a:gd name="connsiteY10" fmla="*/ 0 h 3513221"/>
              <a:gd name="connsiteX0" fmla="*/ 5178391 w 5178391"/>
              <a:gd name="connsiteY0" fmla="*/ 0 h 3513221"/>
              <a:gd name="connsiteX1" fmla="*/ 3044257 w 5178391"/>
              <a:gd name="connsiteY1" fmla="*/ 1589327 h 3513221"/>
              <a:gd name="connsiteX2" fmla="*/ 2550694 w 5178391"/>
              <a:gd name="connsiteY2" fmla="*/ 2387065 h 3513221"/>
              <a:gd name="connsiteX3" fmla="*/ 2367814 w 5178391"/>
              <a:gd name="connsiteY3" fmla="*/ 2608446 h 3513221"/>
              <a:gd name="connsiteX4" fmla="*/ 2021305 w 5178391"/>
              <a:gd name="connsiteY4" fmla="*/ 2877954 h 3513221"/>
              <a:gd name="connsiteX5" fmla="*/ 1299410 w 5178391"/>
              <a:gd name="connsiteY5" fmla="*/ 3089709 h 3513221"/>
              <a:gd name="connsiteX6" fmla="*/ 433137 w 5178391"/>
              <a:gd name="connsiteY6" fmla="*/ 3147461 h 3513221"/>
              <a:gd name="connsiteX7" fmla="*/ 9625 w 5178391"/>
              <a:gd name="connsiteY7" fmla="*/ 3128210 h 3513221"/>
              <a:gd name="connsiteX8" fmla="*/ 0 w 5178391"/>
              <a:gd name="connsiteY8" fmla="*/ 3493970 h 3513221"/>
              <a:gd name="connsiteX9" fmla="*/ 5149516 w 5178391"/>
              <a:gd name="connsiteY9" fmla="*/ 3513221 h 3513221"/>
              <a:gd name="connsiteX10" fmla="*/ 5178391 w 5178391"/>
              <a:gd name="connsiteY10" fmla="*/ 0 h 3513221"/>
              <a:gd name="connsiteX0" fmla="*/ 5178391 w 5178391"/>
              <a:gd name="connsiteY0" fmla="*/ 0 h 3513221"/>
              <a:gd name="connsiteX1" fmla="*/ 3044257 w 5178391"/>
              <a:gd name="connsiteY1" fmla="*/ 1589327 h 3513221"/>
              <a:gd name="connsiteX2" fmla="*/ 2550694 w 5178391"/>
              <a:gd name="connsiteY2" fmla="*/ 2387065 h 3513221"/>
              <a:gd name="connsiteX3" fmla="*/ 2367814 w 5178391"/>
              <a:gd name="connsiteY3" fmla="*/ 2608446 h 3513221"/>
              <a:gd name="connsiteX4" fmla="*/ 2021305 w 5178391"/>
              <a:gd name="connsiteY4" fmla="*/ 2877954 h 3513221"/>
              <a:gd name="connsiteX5" fmla="*/ 1299410 w 5178391"/>
              <a:gd name="connsiteY5" fmla="*/ 3089709 h 3513221"/>
              <a:gd name="connsiteX6" fmla="*/ 433137 w 5178391"/>
              <a:gd name="connsiteY6" fmla="*/ 3147461 h 3513221"/>
              <a:gd name="connsiteX7" fmla="*/ 9625 w 5178391"/>
              <a:gd name="connsiteY7" fmla="*/ 3128210 h 3513221"/>
              <a:gd name="connsiteX8" fmla="*/ 0 w 5178391"/>
              <a:gd name="connsiteY8" fmla="*/ 3493970 h 3513221"/>
              <a:gd name="connsiteX9" fmla="*/ 5149516 w 5178391"/>
              <a:gd name="connsiteY9" fmla="*/ 3513221 h 3513221"/>
              <a:gd name="connsiteX10" fmla="*/ 5178391 w 5178391"/>
              <a:gd name="connsiteY10" fmla="*/ 0 h 3513221"/>
              <a:gd name="connsiteX0" fmla="*/ 5178391 w 5178391"/>
              <a:gd name="connsiteY0" fmla="*/ 0 h 3513221"/>
              <a:gd name="connsiteX1" fmla="*/ 3323657 w 5178391"/>
              <a:gd name="connsiteY1" fmla="*/ 1335327 h 3513221"/>
              <a:gd name="connsiteX2" fmla="*/ 2550694 w 5178391"/>
              <a:gd name="connsiteY2" fmla="*/ 2387065 h 3513221"/>
              <a:gd name="connsiteX3" fmla="*/ 2367814 w 5178391"/>
              <a:gd name="connsiteY3" fmla="*/ 2608446 h 3513221"/>
              <a:gd name="connsiteX4" fmla="*/ 2021305 w 5178391"/>
              <a:gd name="connsiteY4" fmla="*/ 2877954 h 3513221"/>
              <a:gd name="connsiteX5" fmla="*/ 1299410 w 5178391"/>
              <a:gd name="connsiteY5" fmla="*/ 3089709 h 3513221"/>
              <a:gd name="connsiteX6" fmla="*/ 433137 w 5178391"/>
              <a:gd name="connsiteY6" fmla="*/ 3147461 h 3513221"/>
              <a:gd name="connsiteX7" fmla="*/ 9625 w 5178391"/>
              <a:gd name="connsiteY7" fmla="*/ 3128210 h 3513221"/>
              <a:gd name="connsiteX8" fmla="*/ 0 w 5178391"/>
              <a:gd name="connsiteY8" fmla="*/ 3493970 h 3513221"/>
              <a:gd name="connsiteX9" fmla="*/ 5149516 w 5178391"/>
              <a:gd name="connsiteY9" fmla="*/ 3513221 h 3513221"/>
              <a:gd name="connsiteX10" fmla="*/ 5178391 w 5178391"/>
              <a:gd name="connsiteY10" fmla="*/ 0 h 3513221"/>
              <a:gd name="connsiteX0" fmla="*/ 5178391 w 5178391"/>
              <a:gd name="connsiteY0" fmla="*/ 0 h 3513221"/>
              <a:gd name="connsiteX1" fmla="*/ 3323657 w 5178391"/>
              <a:gd name="connsiteY1" fmla="*/ 1335327 h 3513221"/>
              <a:gd name="connsiteX2" fmla="*/ 2550694 w 5178391"/>
              <a:gd name="connsiteY2" fmla="*/ 2387065 h 3513221"/>
              <a:gd name="connsiteX3" fmla="*/ 2367814 w 5178391"/>
              <a:gd name="connsiteY3" fmla="*/ 2608446 h 3513221"/>
              <a:gd name="connsiteX4" fmla="*/ 2021305 w 5178391"/>
              <a:gd name="connsiteY4" fmla="*/ 2877954 h 3513221"/>
              <a:gd name="connsiteX5" fmla="*/ 1299410 w 5178391"/>
              <a:gd name="connsiteY5" fmla="*/ 3089709 h 3513221"/>
              <a:gd name="connsiteX6" fmla="*/ 433137 w 5178391"/>
              <a:gd name="connsiteY6" fmla="*/ 3147461 h 3513221"/>
              <a:gd name="connsiteX7" fmla="*/ 9625 w 5178391"/>
              <a:gd name="connsiteY7" fmla="*/ 3128210 h 3513221"/>
              <a:gd name="connsiteX8" fmla="*/ 0 w 5178391"/>
              <a:gd name="connsiteY8" fmla="*/ 3493970 h 3513221"/>
              <a:gd name="connsiteX9" fmla="*/ 5149516 w 5178391"/>
              <a:gd name="connsiteY9" fmla="*/ 3513221 h 3513221"/>
              <a:gd name="connsiteX10" fmla="*/ 5178391 w 5178391"/>
              <a:gd name="connsiteY10" fmla="*/ 0 h 3513221"/>
              <a:gd name="connsiteX0" fmla="*/ 5178391 w 5178391"/>
              <a:gd name="connsiteY0" fmla="*/ 0 h 3513221"/>
              <a:gd name="connsiteX1" fmla="*/ 3323657 w 5178391"/>
              <a:gd name="connsiteY1" fmla="*/ 1335327 h 3513221"/>
              <a:gd name="connsiteX2" fmla="*/ 2367814 w 5178391"/>
              <a:gd name="connsiteY2" fmla="*/ 2608446 h 3513221"/>
              <a:gd name="connsiteX3" fmla="*/ 2021305 w 5178391"/>
              <a:gd name="connsiteY3" fmla="*/ 2877954 h 3513221"/>
              <a:gd name="connsiteX4" fmla="*/ 1299410 w 5178391"/>
              <a:gd name="connsiteY4" fmla="*/ 3089709 h 3513221"/>
              <a:gd name="connsiteX5" fmla="*/ 433137 w 5178391"/>
              <a:gd name="connsiteY5" fmla="*/ 3147461 h 3513221"/>
              <a:gd name="connsiteX6" fmla="*/ 9625 w 5178391"/>
              <a:gd name="connsiteY6" fmla="*/ 3128210 h 3513221"/>
              <a:gd name="connsiteX7" fmla="*/ 0 w 5178391"/>
              <a:gd name="connsiteY7" fmla="*/ 3493970 h 3513221"/>
              <a:gd name="connsiteX8" fmla="*/ 5149516 w 5178391"/>
              <a:gd name="connsiteY8" fmla="*/ 3513221 h 3513221"/>
              <a:gd name="connsiteX9" fmla="*/ 5178391 w 5178391"/>
              <a:gd name="connsiteY9" fmla="*/ 0 h 3513221"/>
              <a:gd name="connsiteX0" fmla="*/ 5178391 w 5178391"/>
              <a:gd name="connsiteY0" fmla="*/ 0 h 3513221"/>
              <a:gd name="connsiteX1" fmla="*/ 3323657 w 5178391"/>
              <a:gd name="connsiteY1" fmla="*/ 1335327 h 3513221"/>
              <a:gd name="connsiteX2" fmla="*/ 2021305 w 5178391"/>
              <a:gd name="connsiteY2" fmla="*/ 2877954 h 3513221"/>
              <a:gd name="connsiteX3" fmla="*/ 1299410 w 5178391"/>
              <a:gd name="connsiteY3" fmla="*/ 3089709 h 3513221"/>
              <a:gd name="connsiteX4" fmla="*/ 433137 w 5178391"/>
              <a:gd name="connsiteY4" fmla="*/ 3147461 h 3513221"/>
              <a:gd name="connsiteX5" fmla="*/ 9625 w 5178391"/>
              <a:gd name="connsiteY5" fmla="*/ 3128210 h 3513221"/>
              <a:gd name="connsiteX6" fmla="*/ 0 w 5178391"/>
              <a:gd name="connsiteY6" fmla="*/ 3493970 h 3513221"/>
              <a:gd name="connsiteX7" fmla="*/ 5149516 w 5178391"/>
              <a:gd name="connsiteY7" fmla="*/ 3513221 h 3513221"/>
              <a:gd name="connsiteX8" fmla="*/ 5178391 w 5178391"/>
              <a:gd name="connsiteY8" fmla="*/ 0 h 3513221"/>
              <a:gd name="connsiteX0" fmla="*/ 5178391 w 5178391"/>
              <a:gd name="connsiteY0" fmla="*/ 0 h 3513221"/>
              <a:gd name="connsiteX1" fmla="*/ 3323657 w 5178391"/>
              <a:gd name="connsiteY1" fmla="*/ 1335327 h 3513221"/>
              <a:gd name="connsiteX2" fmla="*/ 1299410 w 5178391"/>
              <a:gd name="connsiteY2" fmla="*/ 3089709 h 3513221"/>
              <a:gd name="connsiteX3" fmla="*/ 433137 w 5178391"/>
              <a:gd name="connsiteY3" fmla="*/ 3147461 h 3513221"/>
              <a:gd name="connsiteX4" fmla="*/ 9625 w 5178391"/>
              <a:gd name="connsiteY4" fmla="*/ 3128210 h 3513221"/>
              <a:gd name="connsiteX5" fmla="*/ 0 w 5178391"/>
              <a:gd name="connsiteY5" fmla="*/ 3493970 h 3513221"/>
              <a:gd name="connsiteX6" fmla="*/ 5149516 w 5178391"/>
              <a:gd name="connsiteY6" fmla="*/ 3513221 h 3513221"/>
              <a:gd name="connsiteX7" fmla="*/ 5178391 w 5178391"/>
              <a:gd name="connsiteY7" fmla="*/ 0 h 3513221"/>
              <a:gd name="connsiteX0" fmla="*/ 5178391 w 5178391"/>
              <a:gd name="connsiteY0" fmla="*/ 0 h 3513221"/>
              <a:gd name="connsiteX1" fmla="*/ 3323657 w 5178391"/>
              <a:gd name="connsiteY1" fmla="*/ 1335327 h 3513221"/>
              <a:gd name="connsiteX2" fmla="*/ 1299410 w 5178391"/>
              <a:gd name="connsiteY2" fmla="*/ 3089709 h 3513221"/>
              <a:gd name="connsiteX3" fmla="*/ 433137 w 5178391"/>
              <a:gd name="connsiteY3" fmla="*/ 3147461 h 3513221"/>
              <a:gd name="connsiteX4" fmla="*/ 9625 w 5178391"/>
              <a:gd name="connsiteY4" fmla="*/ 3128210 h 3513221"/>
              <a:gd name="connsiteX5" fmla="*/ 0 w 5178391"/>
              <a:gd name="connsiteY5" fmla="*/ 3493970 h 3513221"/>
              <a:gd name="connsiteX6" fmla="*/ 5149516 w 5178391"/>
              <a:gd name="connsiteY6" fmla="*/ 3513221 h 3513221"/>
              <a:gd name="connsiteX7" fmla="*/ 5178391 w 5178391"/>
              <a:gd name="connsiteY7" fmla="*/ 0 h 3513221"/>
              <a:gd name="connsiteX0" fmla="*/ 5178391 w 5178391"/>
              <a:gd name="connsiteY0" fmla="*/ 0 h 3513221"/>
              <a:gd name="connsiteX1" fmla="*/ 3323657 w 5178391"/>
              <a:gd name="connsiteY1" fmla="*/ 1335327 h 3513221"/>
              <a:gd name="connsiteX2" fmla="*/ 1299410 w 5178391"/>
              <a:gd name="connsiteY2" fmla="*/ 3089709 h 3513221"/>
              <a:gd name="connsiteX3" fmla="*/ 433137 w 5178391"/>
              <a:gd name="connsiteY3" fmla="*/ 3147461 h 3513221"/>
              <a:gd name="connsiteX4" fmla="*/ 9625 w 5178391"/>
              <a:gd name="connsiteY4" fmla="*/ 3128210 h 3513221"/>
              <a:gd name="connsiteX5" fmla="*/ 0 w 5178391"/>
              <a:gd name="connsiteY5" fmla="*/ 3493970 h 3513221"/>
              <a:gd name="connsiteX6" fmla="*/ 5149516 w 5178391"/>
              <a:gd name="connsiteY6" fmla="*/ 3513221 h 3513221"/>
              <a:gd name="connsiteX7" fmla="*/ 5178391 w 5178391"/>
              <a:gd name="connsiteY7" fmla="*/ 0 h 3513221"/>
              <a:gd name="connsiteX0" fmla="*/ 5178391 w 5178391"/>
              <a:gd name="connsiteY0" fmla="*/ 0 h 3513221"/>
              <a:gd name="connsiteX1" fmla="*/ 3323657 w 5178391"/>
              <a:gd name="connsiteY1" fmla="*/ 1335327 h 3513221"/>
              <a:gd name="connsiteX2" fmla="*/ 1299410 w 5178391"/>
              <a:gd name="connsiteY2" fmla="*/ 3089709 h 3513221"/>
              <a:gd name="connsiteX3" fmla="*/ 9625 w 5178391"/>
              <a:gd name="connsiteY3" fmla="*/ 3128210 h 3513221"/>
              <a:gd name="connsiteX4" fmla="*/ 0 w 5178391"/>
              <a:gd name="connsiteY4" fmla="*/ 3493970 h 3513221"/>
              <a:gd name="connsiteX5" fmla="*/ 5149516 w 5178391"/>
              <a:gd name="connsiteY5" fmla="*/ 3513221 h 3513221"/>
              <a:gd name="connsiteX6" fmla="*/ 5178391 w 5178391"/>
              <a:gd name="connsiteY6" fmla="*/ 0 h 3513221"/>
              <a:gd name="connsiteX0" fmla="*/ 5178391 w 5178391"/>
              <a:gd name="connsiteY0" fmla="*/ 0 h 3513221"/>
              <a:gd name="connsiteX1" fmla="*/ 3323657 w 5178391"/>
              <a:gd name="connsiteY1" fmla="*/ 1335327 h 3513221"/>
              <a:gd name="connsiteX2" fmla="*/ 1299410 w 5178391"/>
              <a:gd name="connsiteY2" fmla="*/ 3089709 h 3513221"/>
              <a:gd name="connsiteX3" fmla="*/ 18092 w 5178391"/>
              <a:gd name="connsiteY3" fmla="*/ 3187477 h 3513221"/>
              <a:gd name="connsiteX4" fmla="*/ 0 w 5178391"/>
              <a:gd name="connsiteY4" fmla="*/ 3493970 h 3513221"/>
              <a:gd name="connsiteX5" fmla="*/ 5149516 w 5178391"/>
              <a:gd name="connsiteY5" fmla="*/ 3513221 h 3513221"/>
              <a:gd name="connsiteX6" fmla="*/ 5178391 w 5178391"/>
              <a:gd name="connsiteY6" fmla="*/ 0 h 3513221"/>
              <a:gd name="connsiteX0" fmla="*/ 5160299 w 5160299"/>
              <a:gd name="connsiteY0" fmla="*/ 0 h 3513221"/>
              <a:gd name="connsiteX1" fmla="*/ 3305565 w 5160299"/>
              <a:gd name="connsiteY1" fmla="*/ 1335327 h 3513221"/>
              <a:gd name="connsiteX2" fmla="*/ 1281318 w 5160299"/>
              <a:gd name="connsiteY2" fmla="*/ 3089709 h 3513221"/>
              <a:gd name="connsiteX3" fmla="*/ 0 w 5160299"/>
              <a:gd name="connsiteY3" fmla="*/ 3187477 h 3513221"/>
              <a:gd name="connsiteX4" fmla="*/ 24241 w 5160299"/>
              <a:gd name="connsiteY4" fmla="*/ 3493970 h 3513221"/>
              <a:gd name="connsiteX5" fmla="*/ 5131424 w 5160299"/>
              <a:gd name="connsiteY5" fmla="*/ 3513221 h 3513221"/>
              <a:gd name="connsiteX6" fmla="*/ 5160299 w 5160299"/>
              <a:gd name="connsiteY6" fmla="*/ 0 h 3513221"/>
              <a:gd name="connsiteX0" fmla="*/ 5166538 w 5166538"/>
              <a:gd name="connsiteY0" fmla="*/ 0 h 3524450"/>
              <a:gd name="connsiteX1" fmla="*/ 3311804 w 5166538"/>
              <a:gd name="connsiteY1" fmla="*/ 1335327 h 3524450"/>
              <a:gd name="connsiteX2" fmla="*/ 1287557 w 5166538"/>
              <a:gd name="connsiteY2" fmla="*/ 3089709 h 3524450"/>
              <a:gd name="connsiteX3" fmla="*/ 6239 w 5166538"/>
              <a:gd name="connsiteY3" fmla="*/ 3187477 h 3524450"/>
              <a:gd name="connsiteX4" fmla="*/ 0 w 5166538"/>
              <a:gd name="connsiteY4" fmla="*/ 3524450 h 3524450"/>
              <a:gd name="connsiteX5" fmla="*/ 5137663 w 5166538"/>
              <a:gd name="connsiteY5" fmla="*/ 3513221 h 3524450"/>
              <a:gd name="connsiteX6" fmla="*/ 5166538 w 5166538"/>
              <a:gd name="connsiteY6" fmla="*/ 0 h 3524450"/>
              <a:gd name="connsiteX0" fmla="*/ 5166538 w 5176164"/>
              <a:gd name="connsiteY0" fmla="*/ 0 h 3524450"/>
              <a:gd name="connsiteX1" fmla="*/ 3311804 w 5176164"/>
              <a:gd name="connsiteY1" fmla="*/ 1335327 h 3524450"/>
              <a:gd name="connsiteX2" fmla="*/ 1287557 w 5176164"/>
              <a:gd name="connsiteY2" fmla="*/ 3089709 h 3524450"/>
              <a:gd name="connsiteX3" fmla="*/ 6239 w 5176164"/>
              <a:gd name="connsiteY3" fmla="*/ 3187477 h 3524450"/>
              <a:gd name="connsiteX4" fmla="*/ 0 w 5176164"/>
              <a:gd name="connsiteY4" fmla="*/ 3524450 h 3524450"/>
              <a:gd name="connsiteX5" fmla="*/ 5176164 w 5176164"/>
              <a:gd name="connsiteY5" fmla="*/ 3522846 h 3524450"/>
              <a:gd name="connsiteX6" fmla="*/ 5166538 w 5176164"/>
              <a:gd name="connsiteY6" fmla="*/ 0 h 3524450"/>
              <a:gd name="connsiteX0" fmla="*/ 5166538 w 5176164"/>
              <a:gd name="connsiteY0" fmla="*/ 0 h 3524450"/>
              <a:gd name="connsiteX1" fmla="*/ 3311804 w 5176164"/>
              <a:gd name="connsiteY1" fmla="*/ 1335327 h 3524450"/>
              <a:gd name="connsiteX2" fmla="*/ 1287557 w 5176164"/>
              <a:gd name="connsiteY2" fmla="*/ 3089709 h 3524450"/>
              <a:gd name="connsiteX3" fmla="*/ 6239 w 5176164"/>
              <a:gd name="connsiteY3" fmla="*/ 3187477 h 3524450"/>
              <a:gd name="connsiteX4" fmla="*/ 0 w 5176164"/>
              <a:gd name="connsiteY4" fmla="*/ 3524450 h 3524450"/>
              <a:gd name="connsiteX5" fmla="*/ 5176164 w 5176164"/>
              <a:gd name="connsiteY5" fmla="*/ 3522846 h 3524450"/>
              <a:gd name="connsiteX6" fmla="*/ 5166538 w 5176164"/>
              <a:gd name="connsiteY6" fmla="*/ 0 h 3524450"/>
              <a:gd name="connsiteX0" fmla="*/ 5166538 w 5176164"/>
              <a:gd name="connsiteY0" fmla="*/ 0 h 3524450"/>
              <a:gd name="connsiteX1" fmla="*/ 3311804 w 5176164"/>
              <a:gd name="connsiteY1" fmla="*/ 1335327 h 3524450"/>
              <a:gd name="connsiteX2" fmla="*/ 1287557 w 5176164"/>
              <a:gd name="connsiteY2" fmla="*/ 3089709 h 3524450"/>
              <a:gd name="connsiteX3" fmla="*/ 6239 w 5176164"/>
              <a:gd name="connsiteY3" fmla="*/ 3187477 h 3524450"/>
              <a:gd name="connsiteX4" fmla="*/ 0 w 5176164"/>
              <a:gd name="connsiteY4" fmla="*/ 3524450 h 3524450"/>
              <a:gd name="connsiteX5" fmla="*/ 5176164 w 5176164"/>
              <a:gd name="connsiteY5" fmla="*/ 3522846 h 3524450"/>
              <a:gd name="connsiteX6" fmla="*/ 5166538 w 5176164"/>
              <a:gd name="connsiteY6" fmla="*/ 0 h 3524450"/>
              <a:gd name="connsiteX0" fmla="*/ 5166538 w 5176164"/>
              <a:gd name="connsiteY0" fmla="*/ 0 h 3524450"/>
              <a:gd name="connsiteX1" fmla="*/ 3311804 w 5176164"/>
              <a:gd name="connsiteY1" fmla="*/ 1335327 h 3524450"/>
              <a:gd name="connsiteX2" fmla="*/ 1287557 w 5176164"/>
              <a:gd name="connsiteY2" fmla="*/ 3089709 h 3524450"/>
              <a:gd name="connsiteX3" fmla="*/ 6239 w 5176164"/>
              <a:gd name="connsiteY3" fmla="*/ 3187477 h 3524450"/>
              <a:gd name="connsiteX4" fmla="*/ 0 w 5176164"/>
              <a:gd name="connsiteY4" fmla="*/ 3524450 h 3524450"/>
              <a:gd name="connsiteX5" fmla="*/ 5176164 w 5176164"/>
              <a:gd name="connsiteY5" fmla="*/ 3522846 h 3524450"/>
              <a:gd name="connsiteX6" fmla="*/ 5166538 w 5176164"/>
              <a:gd name="connsiteY6" fmla="*/ 0 h 352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76164" h="3524450">
                <a:moveTo>
                  <a:pt x="5166538" y="0"/>
                </a:moveTo>
                <a:cubicBezTo>
                  <a:pt x="4429760" y="473331"/>
                  <a:pt x="4026035" y="811908"/>
                  <a:pt x="3311804" y="1335327"/>
                </a:cubicBezTo>
                <a:cubicBezTo>
                  <a:pt x="2597573" y="1858746"/>
                  <a:pt x="2740860" y="2893521"/>
                  <a:pt x="1287557" y="3089709"/>
                </a:cubicBezTo>
                <a:lnTo>
                  <a:pt x="6239" y="3187477"/>
                </a:lnTo>
                <a:lnTo>
                  <a:pt x="0" y="3524450"/>
                </a:lnTo>
                <a:lnTo>
                  <a:pt x="5176164" y="3522846"/>
                </a:lnTo>
                <a:cubicBezTo>
                  <a:pt x="5172955" y="2348564"/>
                  <a:pt x="5169747" y="1174282"/>
                  <a:pt x="5166538" y="0"/>
                </a:cubicBezTo>
                <a:close/>
              </a:path>
            </a:pathLst>
          </a:custGeom>
          <a:gradFill>
            <a:gsLst>
              <a:gs pos="21000">
                <a:schemeClr val="accent2"/>
              </a:gs>
              <a:gs pos="98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000000"/>
              </a:solidFill>
              <a:effectLst/>
              <a:uLnTx/>
              <a:uFillTx/>
              <a:latin typeface="Amazon Ember"/>
              <a:ea typeface="+mn-ea"/>
              <a:cs typeface="+mn-cs"/>
            </a:endParaRPr>
          </a:p>
        </p:txBody>
      </p:sp>
      <p:sp>
        <p:nvSpPr>
          <p:cNvPr id="13" name="Rectangle: Rounded Corners 39">
            <a:extLst>
              <a:ext uri="{FF2B5EF4-FFF2-40B4-BE49-F238E27FC236}">
                <a16:creationId xmlns:a16="http://schemas.microsoft.com/office/drawing/2014/main" id="{C12671ED-AF2A-07D4-D4F7-D08D1DFE1B46}"/>
              </a:ext>
            </a:extLst>
          </p:cNvPr>
          <p:cNvSpPr/>
          <p:nvPr/>
        </p:nvSpPr>
        <p:spPr>
          <a:xfrm>
            <a:off x="609600" y="1366685"/>
            <a:ext cx="7524750" cy="4640415"/>
          </a:xfrm>
          <a:prstGeom prst="roundRect">
            <a:avLst>
              <a:gd name="adj" fmla="val 2284"/>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 name="Title 1">
            <a:extLst>
              <a:ext uri="{FF2B5EF4-FFF2-40B4-BE49-F238E27FC236}">
                <a16:creationId xmlns:a16="http://schemas.microsoft.com/office/drawing/2014/main" id="{4DAC18EE-021B-4F74-940D-84A16F97955C}"/>
              </a:ext>
            </a:extLst>
          </p:cNvPr>
          <p:cNvSpPr>
            <a:spLocks noGrp="1"/>
          </p:cNvSpPr>
          <p:nvPr>
            <p:ph type="title"/>
          </p:nvPr>
        </p:nvSpPr>
        <p:spPr>
          <a:xfrm>
            <a:off x="609600" y="609601"/>
            <a:ext cx="10972800" cy="590931"/>
          </a:xfrm>
        </p:spPr>
        <p:txBody>
          <a:bodyPr>
            <a:normAutofit/>
          </a:bodyPr>
          <a:lstStyle/>
          <a:p>
            <a:r>
              <a:rPr lang="en-US"/>
              <a:t>Rise of </a:t>
            </a:r>
            <a:r>
              <a:rPr lang="en-US">
                <a:latin typeface="+mn-lt"/>
              </a:rPr>
              <a:t>inferencing compute demand </a:t>
            </a:r>
          </a:p>
        </p:txBody>
      </p:sp>
      <p:sp>
        <p:nvSpPr>
          <p:cNvPr id="35" name="TextBox 34">
            <a:extLst>
              <a:ext uri="{FF2B5EF4-FFF2-40B4-BE49-F238E27FC236}">
                <a16:creationId xmlns:a16="http://schemas.microsoft.com/office/drawing/2014/main" id="{35DFE203-AADA-4F49-876B-DF957F542176}"/>
              </a:ext>
            </a:extLst>
          </p:cNvPr>
          <p:cNvSpPr txBox="1"/>
          <p:nvPr/>
        </p:nvSpPr>
        <p:spPr>
          <a:xfrm>
            <a:off x="8478354" y="1653354"/>
            <a:ext cx="2965014" cy="406707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60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Frontier LLMs utilize chain-of-thought (</a:t>
            </a:r>
            <a:r>
              <a:rPr kumimoji="0" lang="en-US" sz="1500" b="0" i="0" u="none" strike="noStrike" kern="1200" cap="none" spc="0" normalizeH="0" baseline="0" noProof="0" dirty="0" err="1">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CoT</a:t>
            </a:r>
            <a:r>
              <a:rPr kumimoji="0" lang="en-US" sz="15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 reasoning across multiple nodes to facilitate complex problem-solving</a:t>
            </a:r>
          </a:p>
          <a:p>
            <a:pPr marL="0" marR="0" lvl="0" indent="0" algn="l" defTabSz="914400" rtl="0" eaLnBrk="1" fontAlgn="auto" latinLnBrk="0" hangingPunct="1">
              <a:lnSpc>
                <a:spcPct val="114000"/>
              </a:lnSpc>
              <a:spcBef>
                <a:spcPts val="0"/>
              </a:spcBef>
              <a:spcAft>
                <a:spcPts val="3600"/>
              </a:spcAft>
              <a:buClrTx/>
              <a:buSzTx/>
              <a:buFontTx/>
              <a:buNone/>
              <a:tabLst/>
              <a:defRPr/>
            </a:pPr>
            <a:r>
              <a:rPr kumimoji="0" lang="en-US" sz="1500" b="0" i="0" u="none" strike="noStrike" kern="1200" cap="none" spc="0" normalizeH="0" baseline="0" noProof="0" dirty="0" err="1">
                <a:ln>
                  <a:noFill/>
                </a:ln>
                <a:solidFill>
                  <a:srgbClr val="000000"/>
                </a:solidFill>
                <a:effectLst/>
                <a:uLnTx/>
                <a:uFillTx/>
                <a:latin typeface="Amazon Ember" panose="020B0603020204020204" pitchFamily="34" charset="0"/>
                <a:ea typeface="Amazon Ember Display Light" panose="020F0403020204020204" pitchFamily="34" charset="0"/>
                <a:cs typeface="Amazon Ember Display Light" panose="020F0403020204020204" pitchFamily="34" charset="0"/>
              </a:rPr>
              <a:t>CoT</a:t>
            </a:r>
            <a:r>
              <a:rPr kumimoji="0" lang="en-US" sz="1500" b="0" i="0" u="none" strike="noStrike" kern="1200" cap="none" spc="0" normalizeH="0" baseline="0" noProof="0" dirty="0">
                <a:ln>
                  <a:noFill/>
                </a:ln>
                <a:solidFill>
                  <a:srgbClr val="000000"/>
                </a:solidFill>
                <a:effectLst/>
                <a:uLnTx/>
                <a:uFillTx/>
                <a:latin typeface="Amazon Ember" panose="020B0603020204020204" pitchFamily="34" charset="0"/>
                <a:ea typeface="Amazon Ember Display Light" panose="020F0403020204020204" pitchFamily="34" charset="0"/>
                <a:cs typeface="Amazon Ember Display Light" panose="020F0403020204020204" pitchFamily="34" charset="0"/>
              </a:rPr>
              <a:t> significantly increases inferencing compute due</a:t>
            </a:r>
            <a:br>
              <a:rPr kumimoji="0" lang="en-US" sz="1500" b="0" i="0" u="none" strike="noStrike" kern="1200" cap="none" spc="0" normalizeH="0" baseline="0" noProof="0" dirty="0">
                <a:ln>
                  <a:noFill/>
                </a:ln>
                <a:solidFill>
                  <a:srgbClr val="000000"/>
                </a:solidFill>
                <a:effectLst/>
                <a:uLnTx/>
                <a:uFillTx/>
                <a:latin typeface="Amazon Ember" panose="020B0603020204020204" pitchFamily="34" charset="0"/>
                <a:ea typeface="Amazon Ember Display Light" panose="020F0403020204020204" pitchFamily="34" charset="0"/>
                <a:cs typeface="Amazon Ember Display Light" panose="020F0403020204020204" pitchFamily="34" charset="0"/>
              </a:rPr>
            </a:br>
            <a:r>
              <a:rPr kumimoji="0" lang="en-US" sz="1500" b="0" i="0" u="none" strike="noStrike" kern="1200" cap="none" spc="0" normalizeH="0" baseline="0" noProof="0" dirty="0">
                <a:ln>
                  <a:noFill/>
                </a:ln>
                <a:solidFill>
                  <a:srgbClr val="000000"/>
                </a:solidFill>
                <a:effectLst/>
                <a:uLnTx/>
                <a:uFillTx/>
                <a:latin typeface="Amazon Ember" panose="020B0603020204020204" pitchFamily="34" charset="0"/>
                <a:ea typeface="Amazon Ember Display Light" panose="020F0403020204020204" pitchFamily="34" charset="0"/>
                <a:cs typeface="Amazon Ember Display Light" panose="020F0403020204020204" pitchFamily="34" charset="0"/>
              </a:rPr>
              <a:t>to pre-fill text and inflated context windows</a:t>
            </a:r>
          </a:p>
          <a:p>
            <a:pPr marL="0" marR="0" lvl="0" indent="0" algn="l" defTabSz="914400" rtl="0" eaLnBrk="1" fontAlgn="auto" latinLnBrk="0" hangingPunct="1">
              <a:lnSpc>
                <a:spcPct val="114000"/>
              </a:lnSpc>
              <a:spcBef>
                <a:spcPts val="0"/>
              </a:spcBef>
              <a:spcAft>
                <a:spcPts val="3600"/>
              </a:spcAft>
              <a:buClrTx/>
              <a:buSzTx/>
              <a:buFontTx/>
              <a:buNone/>
              <a:tabLst/>
              <a:defRPr/>
            </a:pPr>
            <a:r>
              <a:rPr kumimoji="0" lang="en-US" sz="1500" b="0" i="0" u="none" strike="noStrike" kern="1200" cap="none" spc="0" normalizeH="0" baseline="0" noProof="0" dirty="0">
                <a:ln>
                  <a:noFill/>
                </a:ln>
                <a:solidFill>
                  <a:srgbClr val="000000"/>
                </a:solidFill>
                <a:effectLst/>
                <a:uLnTx/>
                <a:uFillTx/>
                <a:latin typeface="Amazon Ember" panose="020B0603020204020204" pitchFamily="34" charset="0"/>
                <a:ea typeface="Amazon Ember Display Light" panose="020F0403020204020204" pitchFamily="34" charset="0"/>
                <a:cs typeface="Amazon Ember Display Light" panose="020F0403020204020204" pitchFamily="34" charset="0"/>
              </a:rPr>
              <a:t>Agentic systems utilizing both RAG and reasoning models in tandem further amplify test-time compute requirements</a:t>
            </a:r>
          </a:p>
        </p:txBody>
      </p:sp>
      <p:grpSp>
        <p:nvGrpSpPr>
          <p:cNvPr id="12" name="Group 11">
            <a:extLst>
              <a:ext uri="{FF2B5EF4-FFF2-40B4-BE49-F238E27FC236}">
                <a16:creationId xmlns:a16="http://schemas.microsoft.com/office/drawing/2014/main" id="{7639441A-4CDA-EE9D-8CA8-C1316FE07338}"/>
              </a:ext>
            </a:extLst>
          </p:cNvPr>
          <p:cNvGrpSpPr/>
          <p:nvPr/>
        </p:nvGrpSpPr>
        <p:grpSpPr>
          <a:xfrm>
            <a:off x="1066893" y="1717676"/>
            <a:ext cx="6467872" cy="4086393"/>
            <a:chOff x="1259499" y="1928075"/>
            <a:chExt cx="6467872" cy="3533654"/>
          </a:xfrm>
        </p:grpSpPr>
        <p:sp>
          <p:nvSpPr>
            <p:cNvPr id="9" name="TextBox 8">
              <a:extLst>
                <a:ext uri="{FF2B5EF4-FFF2-40B4-BE49-F238E27FC236}">
                  <a16:creationId xmlns:a16="http://schemas.microsoft.com/office/drawing/2014/main" id="{DD944531-1CE6-47C2-83FC-C093ECBFA261}"/>
                </a:ext>
              </a:extLst>
            </p:cNvPr>
            <p:cNvSpPr txBox="1"/>
            <p:nvPr/>
          </p:nvSpPr>
          <p:spPr>
            <a:xfrm rot="16200000">
              <a:off x="-204382" y="3399502"/>
              <a:ext cx="3089346" cy="16158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Inferencing compute demands</a:t>
              </a:r>
            </a:p>
          </p:txBody>
        </p:sp>
        <p:sp>
          <p:nvSpPr>
            <p:cNvPr id="26" name="TextBox 25">
              <a:extLst>
                <a:ext uri="{FF2B5EF4-FFF2-40B4-BE49-F238E27FC236}">
                  <a16:creationId xmlns:a16="http://schemas.microsoft.com/office/drawing/2014/main" id="{3833A445-77D4-48D7-9874-72D234DC5677}"/>
                </a:ext>
              </a:extLst>
            </p:cNvPr>
            <p:cNvSpPr txBox="1"/>
            <p:nvPr/>
          </p:nvSpPr>
          <p:spPr>
            <a:xfrm>
              <a:off x="1516759" y="5182276"/>
              <a:ext cx="1232033" cy="2794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Zero-shot prompting</a:t>
              </a:r>
            </a:p>
          </p:txBody>
        </p:sp>
        <p:sp>
          <p:nvSpPr>
            <p:cNvPr id="27" name="TextBox 26">
              <a:extLst>
                <a:ext uri="{FF2B5EF4-FFF2-40B4-BE49-F238E27FC236}">
                  <a16:creationId xmlns:a16="http://schemas.microsoft.com/office/drawing/2014/main" id="{14E5D324-E0AF-4F87-BD78-45115A55817F}"/>
                </a:ext>
              </a:extLst>
            </p:cNvPr>
            <p:cNvSpPr txBox="1"/>
            <p:nvPr/>
          </p:nvSpPr>
          <p:spPr>
            <a:xfrm>
              <a:off x="2835420" y="5182276"/>
              <a:ext cx="1232033" cy="13972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RAG</a:t>
              </a:r>
            </a:p>
          </p:txBody>
        </p:sp>
        <p:sp>
          <p:nvSpPr>
            <p:cNvPr id="28" name="TextBox 27">
              <a:extLst>
                <a:ext uri="{FF2B5EF4-FFF2-40B4-BE49-F238E27FC236}">
                  <a16:creationId xmlns:a16="http://schemas.microsoft.com/office/drawing/2014/main" id="{9680C1E2-CFF3-415E-B126-E6B0D753CEAE}"/>
                </a:ext>
              </a:extLst>
            </p:cNvPr>
            <p:cNvSpPr txBox="1"/>
            <p:nvPr/>
          </p:nvSpPr>
          <p:spPr>
            <a:xfrm>
              <a:off x="4154081" y="5182276"/>
              <a:ext cx="1232033" cy="13972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Reasoning Models</a:t>
              </a:r>
            </a:p>
          </p:txBody>
        </p:sp>
        <p:sp>
          <p:nvSpPr>
            <p:cNvPr id="30" name="TextBox 29">
              <a:extLst>
                <a:ext uri="{FF2B5EF4-FFF2-40B4-BE49-F238E27FC236}">
                  <a16:creationId xmlns:a16="http://schemas.microsoft.com/office/drawing/2014/main" id="{FE90C1C8-987E-4B0A-95FA-848D85345E78}"/>
                </a:ext>
              </a:extLst>
            </p:cNvPr>
            <p:cNvSpPr txBox="1"/>
            <p:nvPr/>
          </p:nvSpPr>
          <p:spPr>
            <a:xfrm>
              <a:off x="5472742" y="5182276"/>
              <a:ext cx="2254629" cy="2794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Agentic systems with RAG + Reasoning</a:t>
              </a:r>
            </a:p>
          </p:txBody>
        </p:sp>
        <p:grpSp>
          <p:nvGrpSpPr>
            <p:cNvPr id="11" name="Group 10">
              <a:extLst>
                <a:ext uri="{FF2B5EF4-FFF2-40B4-BE49-F238E27FC236}">
                  <a16:creationId xmlns:a16="http://schemas.microsoft.com/office/drawing/2014/main" id="{5AA9F8E7-550E-407B-4656-A7912BAE8536}"/>
                </a:ext>
              </a:extLst>
            </p:cNvPr>
            <p:cNvGrpSpPr/>
            <p:nvPr/>
          </p:nvGrpSpPr>
          <p:grpSpPr>
            <a:xfrm>
              <a:off x="1655701" y="1928075"/>
              <a:ext cx="6069352" cy="3104831"/>
              <a:chOff x="1655701" y="1928075"/>
              <a:chExt cx="6069352" cy="3104831"/>
            </a:xfrm>
          </p:grpSpPr>
          <p:cxnSp>
            <p:nvCxnSpPr>
              <p:cNvPr id="8" name="Straight Arrow Connector 7">
                <a:extLst>
                  <a:ext uri="{FF2B5EF4-FFF2-40B4-BE49-F238E27FC236}">
                    <a16:creationId xmlns:a16="http://schemas.microsoft.com/office/drawing/2014/main" id="{6131E3D2-E59F-470E-A547-A1C6FB9E21CF}"/>
                  </a:ext>
                </a:extLst>
              </p:cNvPr>
              <p:cNvCxnSpPr>
                <a:cxnSpLocks/>
              </p:cNvCxnSpPr>
              <p:nvPr/>
            </p:nvCxnSpPr>
            <p:spPr>
              <a:xfrm>
                <a:off x="1655701" y="5032906"/>
                <a:ext cx="6069352" cy="0"/>
              </a:xfrm>
              <a:prstGeom prst="straightConnector1">
                <a:avLst/>
              </a:prstGeom>
              <a:ln w="15875" cap="rnd">
                <a:solidFill>
                  <a:schemeClr val="tx1"/>
                </a:solidFill>
                <a:round/>
                <a:tailEnd type="arrow" w="med" len="sm"/>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012E197-BF10-4969-8722-9DB1A047AAE5}"/>
                  </a:ext>
                </a:extLst>
              </p:cNvPr>
              <p:cNvCxnSpPr>
                <a:cxnSpLocks/>
              </p:cNvCxnSpPr>
              <p:nvPr/>
            </p:nvCxnSpPr>
            <p:spPr>
              <a:xfrm flipV="1">
                <a:off x="1655701" y="1928075"/>
                <a:ext cx="0" cy="3104831"/>
              </a:xfrm>
              <a:prstGeom prst="straightConnector1">
                <a:avLst/>
              </a:prstGeom>
              <a:ln w="15875" cap="rnd">
                <a:solidFill>
                  <a:schemeClr val="tx1"/>
                </a:solidFill>
                <a:round/>
                <a:tailEnd type="arrow" w="med" len="sm"/>
              </a:ln>
            </p:spPr>
            <p:style>
              <a:lnRef idx="1">
                <a:schemeClr val="accent1"/>
              </a:lnRef>
              <a:fillRef idx="0">
                <a:schemeClr val="accent1"/>
              </a:fillRef>
              <a:effectRef idx="0">
                <a:schemeClr val="accent1"/>
              </a:effectRef>
              <a:fontRef idx="minor">
                <a:schemeClr val="tx1"/>
              </a:fontRef>
            </p:style>
          </p:cxnSp>
          <p:sp>
            <p:nvSpPr>
              <p:cNvPr id="40" name="Freeform: Shape 39">
                <a:extLst>
                  <a:ext uri="{FF2B5EF4-FFF2-40B4-BE49-F238E27FC236}">
                    <a16:creationId xmlns:a16="http://schemas.microsoft.com/office/drawing/2014/main" id="{C70F979F-C719-4474-9821-938B058FD1AC}"/>
                  </a:ext>
                </a:extLst>
              </p:cNvPr>
              <p:cNvSpPr/>
              <p:nvPr/>
            </p:nvSpPr>
            <p:spPr>
              <a:xfrm>
                <a:off x="1663501" y="1950155"/>
                <a:ext cx="5232400" cy="2782711"/>
              </a:xfrm>
              <a:custGeom>
                <a:avLst/>
                <a:gdLst>
                  <a:gd name="connsiteX0" fmla="*/ 0 w 5232400"/>
                  <a:gd name="connsiteY0" fmla="*/ 3141134 h 3141134"/>
                  <a:gd name="connsiteX1" fmla="*/ 2074334 w 5232400"/>
                  <a:gd name="connsiteY1" fmla="*/ 2810934 h 3141134"/>
                  <a:gd name="connsiteX2" fmla="*/ 3217334 w 5232400"/>
                  <a:gd name="connsiteY2" fmla="*/ 1422400 h 3141134"/>
                  <a:gd name="connsiteX3" fmla="*/ 5232400 w 5232400"/>
                  <a:gd name="connsiteY3" fmla="*/ 0 h 3141134"/>
                </a:gdLst>
                <a:ahLst/>
                <a:cxnLst>
                  <a:cxn ang="0">
                    <a:pos x="connsiteX0" y="connsiteY0"/>
                  </a:cxn>
                  <a:cxn ang="0">
                    <a:pos x="connsiteX1" y="connsiteY1"/>
                  </a:cxn>
                  <a:cxn ang="0">
                    <a:pos x="connsiteX2" y="connsiteY2"/>
                  </a:cxn>
                  <a:cxn ang="0">
                    <a:pos x="connsiteX3" y="connsiteY3"/>
                  </a:cxn>
                </a:cxnLst>
                <a:rect l="l" t="t" r="r" b="b"/>
                <a:pathLst>
                  <a:path w="5232400" h="3141134">
                    <a:moveTo>
                      <a:pt x="0" y="3141134"/>
                    </a:moveTo>
                    <a:cubicBezTo>
                      <a:pt x="769056" y="3119262"/>
                      <a:pt x="1538112" y="3097390"/>
                      <a:pt x="2074334" y="2810934"/>
                    </a:cubicBezTo>
                    <a:cubicBezTo>
                      <a:pt x="2610556" y="2524478"/>
                      <a:pt x="2690990" y="1890889"/>
                      <a:pt x="3217334" y="1422400"/>
                    </a:cubicBezTo>
                    <a:cubicBezTo>
                      <a:pt x="3743678" y="953911"/>
                      <a:pt x="4943122" y="187678"/>
                      <a:pt x="5232400" y="0"/>
                    </a:cubicBezTo>
                  </a:path>
                </a:pathLst>
              </a:custGeom>
              <a:noFill/>
              <a:ln w="38100">
                <a:gradFill>
                  <a:gsLst>
                    <a:gs pos="0">
                      <a:schemeClr val="accent3"/>
                    </a:gs>
                    <a:gs pos="34000">
                      <a:schemeClr val="accent1"/>
                    </a:gs>
                    <a:gs pos="100000">
                      <a:schemeClr val="accent2"/>
                    </a:gs>
                  </a:gsLst>
                  <a:lin ang="5400000" scaled="1"/>
                </a:gra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cxnSp>
        <p:nvCxnSpPr>
          <p:cNvPr id="5" name="Straight Connector 4">
            <a:extLst>
              <a:ext uri="{FF2B5EF4-FFF2-40B4-BE49-F238E27FC236}">
                <a16:creationId xmlns:a16="http://schemas.microsoft.com/office/drawing/2014/main" id="{C71AABA0-6CC2-67E7-6EB6-017FDFBA489A}"/>
              </a:ext>
            </a:extLst>
          </p:cNvPr>
          <p:cNvCxnSpPr>
            <a:cxnSpLocks/>
          </p:cNvCxnSpPr>
          <p:nvPr/>
        </p:nvCxnSpPr>
        <p:spPr>
          <a:xfrm flipH="1">
            <a:off x="8478354" y="2913849"/>
            <a:ext cx="2926080"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A1BD718-14C8-AB8C-F88A-25B2AC2BB320}"/>
              </a:ext>
            </a:extLst>
          </p:cNvPr>
          <p:cNvCxnSpPr>
            <a:cxnSpLocks/>
          </p:cNvCxnSpPr>
          <p:nvPr/>
        </p:nvCxnSpPr>
        <p:spPr>
          <a:xfrm flipH="1">
            <a:off x="8478354" y="4417797"/>
            <a:ext cx="2926080"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02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25678-CBF3-6BD5-CC5F-A14FA40AF19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E7C16E5-133D-0195-B5C9-7F67F131810D}"/>
              </a:ext>
            </a:extLst>
          </p:cNvPr>
          <p:cNvSpPr>
            <a:spLocks noGrp="1"/>
          </p:cNvSpPr>
          <p:nvPr>
            <p:ph type="body" sz="quarter" idx="10"/>
          </p:nvPr>
        </p:nvSpPr>
        <p:spPr/>
        <p:txBody>
          <a:bodyPr/>
          <a:lstStyle/>
          <a:p>
            <a:endParaRPr lang="en-US"/>
          </a:p>
        </p:txBody>
      </p:sp>
      <p:sp>
        <p:nvSpPr>
          <p:cNvPr id="4" name="Slide Number Placeholder 3">
            <a:extLst>
              <a:ext uri="{FF2B5EF4-FFF2-40B4-BE49-F238E27FC236}">
                <a16:creationId xmlns:a16="http://schemas.microsoft.com/office/drawing/2014/main" id="{3EAF8F7E-7010-57CC-1F43-36053343F924}"/>
              </a:ext>
            </a:extLst>
          </p:cNvPr>
          <p:cNvSpPr>
            <a:spLocks noGrp="1"/>
          </p:cNvSpPr>
          <p:nvPr>
            <p:ph type="sldNum" sz="quarter" idx="13"/>
          </p:nvPr>
        </p:nvSpPr>
        <p:spPr/>
        <p:txBody>
          <a:bodyPr/>
          <a:lstStyle/>
          <a:p>
            <a:fld id="{EB4B8DE2-A4E8-46E4-8BBF-D75455EFF32C}" type="slidenum">
              <a:rPr lang="en-US" smtClean="0"/>
              <a:pPr/>
              <a:t>22</a:t>
            </a:fld>
            <a:endParaRPr lang="en-US"/>
          </a:p>
        </p:txBody>
      </p:sp>
      <p:pic>
        <p:nvPicPr>
          <p:cNvPr id="5" name="Picture 4">
            <a:extLst>
              <a:ext uri="{FF2B5EF4-FFF2-40B4-BE49-F238E27FC236}">
                <a16:creationId xmlns:a16="http://schemas.microsoft.com/office/drawing/2014/main" id="{A9C6B908-990A-D573-8F93-80BD0D9B398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81722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7F9C1E5A-7C91-487B-9BCE-2D4112406383}"/>
              </a:ext>
            </a:extLst>
          </p:cNvPr>
          <p:cNvSpPr txBox="1"/>
          <p:nvPr/>
        </p:nvSpPr>
        <p:spPr>
          <a:xfrm>
            <a:off x="611500" y="4592376"/>
            <a:ext cx="2891405" cy="419474"/>
          </a:xfrm>
          <a:prstGeom prst="rect">
            <a:avLst/>
          </a:prstGeom>
          <a:noFill/>
        </p:spPr>
        <p:txBody>
          <a:bodyPr wrap="square" lIns="0" tIns="0" rIns="0" bIns="0" rtlCol="0">
            <a:sp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Advanced</a:t>
            </a:r>
            <a:r>
              <a:rPr kumimoji="0" lang="en-US" sz="1300" b="1"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 task prioritization </a:t>
            </a: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and preemption policies</a:t>
            </a:r>
          </a:p>
        </p:txBody>
      </p:sp>
      <p:sp>
        <p:nvSpPr>
          <p:cNvPr id="13" name="TextBox 12">
            <a:extLst>
              <a:ext uri="{FF2B5EF4-FFF2-40B4-BE49-F238E27FC236}">
                <a16:creationId xmlns:a16="http://schemas.microsoft.com/office/drawing/2014/main" id="{6844A94F-934C-485C-AFA4-8B71E9B2C2B7}"/>
              </a:ext>
            </a:extLst>
          </p:cNvPr>
          <p:cNvSpPr txBox="1"/>
          <p:nvPr/>
        </p:nvSpPr>
        <p:spPr>
          <a:xfrm>
            <a:off x="611500" y="5107557"/>
            <a:ext cx="2843978" cy="419474"/>
          </a:xfrm>
          <a:prstGeom prst="rect">
            <a:avLst/>
          </a:prstGeom>
          <a:noFill/>
        </p:spPr>
        <p:txBody>
          <a:bodyPr wrap="square" lIns="0" tIns="0" rIns="0" bIns="0" rtlCol="0">
            <a:sp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Adaptive</a:t>
            </a: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 </a:t>
            </a:r>
            <a:r>
              <a:rPr kumimoji="0" lang="en-US" sz="1300" b="1"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allocation</a:t>
            </a: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 across large and diverse teams</a:t>
            </a:r>
          </a:p>
        </p:txBody>
      </p:sp>
      <p:sp>
        <p:nvSpPr>
          <p:cNvPr id="14" name="TextBox 13">
            <a:extLst>
              <a:ext uri="{FF2B5EF4-FFF2-40B4-BE49-F238E27FC236}">
                <a16:creationId xmlns:a16="http://schemas.microsoft.com/office/drawing/2014/main" id="{46CF2B31-0EA5-487F-BBE7-9D1C56D9DC01}"/>
              </a:ext>
            </a:extLst>
          </p:cNvPr>
          <p:cNvSpPr txBox="1"/>
          <p:nvPr/>
        </p:nvSpPr>
        <p:spPr>
          <a:xfrm>
            <a:off x="611500" y="5622738"/>
            <a:ext cx="2898990" cy="419474"/>
          </a:xfrm>
          <a:prstGeom prst="rect">
            <a:avLst/>
          </a:prstGeom>
          <a:noFill/>
        </p:spPr>
        <p:txBody>
          <a:bodyPr wrap="square" lIns="0" tIns="0" rIns="0" bIns="0" rtlCol="0">
            <a:sp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Amazon Ember Heavy"/>
                <a:ea typeface="Amazon Ember Display Light" panose="020F0403020204020204" pitchFamily="34" charset="0"/>
                <a:cs typeface="Amazon Ember Display Light" panose="020F0403020204020204" pitchFamily="34" charset="0"/>
              </a:rPr>
              <a:t>Deep insights </a:t>
            </a:r>
            <a:r>
              <a:rPr kumimoji="0" lang="en-US" sz="1300" b="0" i="0" u="none" strike="noStrike" kern="1200" cap="none" spc="0" normalizeH="0" baseline="0" noProof="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into resource utilization, task health, and allocations</a:t>
            </a:r>
          </a:p>
        </p:txBody>
      </p:sp>
      <p:pic>
        <p:nvPicPr>
          <p:cNvPr id="57" name="Picture 56">
            <a:extLst>
              <a:ext uri="{FF2B5EF4-FFF2-40B4-BE49-F238E27FC236}">
                <a16:creationId xmlns:a16="http://schemas.microsoft.com/office/drawing/2014/main" id="{18471A0D-934E-4D6A-9E2E-5DAC0C0B031B}"/>
              </a:ext>
            </a:extLst>
          </p:cNvPr>
          <p:cNvPicPr>
            <a:picLocks noChangeAspect="1"/>
          </p:cNvPicPr>
          <p:nvPr/>
        </p:nvPicPr>
        <p:blipFill rotWithShape="1">
          <a:blip r:embed="rId3">
            <a:extLst>
              <a:ext uri="{28A0092B-C50C-407E-A947-70E740481C1C}">
                <a14:useLocalDpi xmlns:a14="http://schemas.microsoft.com/office/drawing/2010/main" val="0"/>
              </a:ext>
            </a:extLst>
          </a:blip>
          <a:srcRect l="1282" t="34468" r="2285" b="11403"/>
          <a:stretch/>
        </p:blipFill>
        <p:spPr>
          <a:xfrm>
            <a:off x="4919665" y="3607790"/>
            <a:ext cx="6692585" cy="2569173"/>
          </a:xfrm>
          <a:prstGeom prst="roundRect">
            <a:avLst>
              <a:gd name="adj" fmla="val 4193"/>
            </a:avLst>
          </a:prstGeom>
          <a:solidFill>
            <a:schemeClr val="bg1"/>
          </a:solidFill>
          <a:ln>
            <a:noFill/>
          </a:ln>
          <a:effectLst>
            <a:outerShdw blurRad="675789" dist="50800" dir="5400000" algn="ctr" rotWithShape="0">
              <a:schemeClr val="bg2">
                <a:lumMod val="10000"/>
                <a:alpha val="35000"/>
              </a:schemeClr>
            </a:outerShdw>
          </a:effectLst>
        </p:spPr>
      </p:pic>
      <p:sp>
        <p:nvSpPr>
          <p:cNvPr id="3" name="Rectangle 2">
            <a:extLst>
              <a:ext uri="{FF2B5EF4-FFF2-40B4-BE49-F238E27FC236}">
                <a16:creationId xmlns:a16="http://schemas.microsoft.com/office/drawing/2014/main" id="{2083491E-A563-4E80-817F-C163C4E69AEF}"/>
              </a:ext>
            </a:extLst>
          </p:cNvPr>
          <p:cNvSpPr/>
          <p:nvPr/>
        </p:nvSpPr>
        <p:spPr>
          <a:xfrm>
            <a:off x="611500" y="3375096"/>
            <a:ext cx="3383279" cy="828560"/>
          </a:xfrm>
          <a:prstGeom prst="rect">
            <a:avLst/>
          </a:prstGeom>
          <a:noFill/>
        </p:spPr>
        <p:txBody>
          <a:bodyPr wrap="square" lIns="0" tIns="0" rIns="0" bIns="0" rtlCol="0">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Maximize compute resources utilization and reduce FM development costs by up to 40%</a:t>
            </a:r>
          </a:p>
        </p:txBody>
      </p:sp>
      <p:sp>
        <p:nvSpPr>
          <p:cNvPr id="8" name="TextBox 7">
            <a:extLst>
              <a:ext uri="{FF2B5EF4-FFF2-40B4-BE49-F238E27FC236}">
                <a16:creationId xmlns:a16="http://schemas.microsoft.com/office/drawing/2014/main" id="{33C2CD23-1382-A2B0-EBFB-1C628CAEFE4C}"/>
              </a:ext>
            </a:extLst>
          </p:cNvPr>
          <p:cNvSpPr txBox="1"/>
          <p:nvPr/>
        </p:nvSpPr>
        <p:spPr>
          <a:xfrm>
            <a:off x="611500" y="643178"/>
            <a:ext cx="3559527" cy="2492990"/>
          </a:xfrm>
          <a:prstGeom prst="rect">
            <a:avLst/>
          </a:prstGeom>
          <a:noFill/>
        </p:spPr>
        <p:txBody>
          <a:bodyPr wrap="square" lIns="0" tIns="0" rIns="0" bIns="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600" b="0" i="0" u="none" strike="noStrike" kern="1200" cap="none" spc="0" normalizeH="0" baseline="0" noProof="0" dirty="0" err="1">
                <a:ln>
                  <a:noFill/>
                </a:ln>
                <a:solidFill>
                  <a:srgbClr val="161D26"/>
                </a:solidFill>
                <a:effectLst/>
                <a:uLnTx/>
                <a:uFillTx/>
                <a:latin typeface="Amazon Ember"/>
                <a:ea typeface="Amazon Ember Display" panose="020F0603020204020204" pitchFamily="34" charset="0"/>
                <a:cs typeface="Amazon Ember Display" panose="020F0603020204020204" pitchFamily="34" charset="0"/>
              </a:rPr>
              <a:t>HyperPod</a:t>
            </a:r>
            <a:r>
              <a:rPr kumimoji="0" lang="en-US" sz="3600" b="0" i="0" u="none" strike="noStrike" kern="1200" cap="none" spc="-50" normalizeH="0" baseline="0" noProof="0" dirty="0">
                <a:ln>
                  <a:noFill/>
                </a:ln>
                <a:solidFill>
                  <a:srgbClr val="161D26"/>
                </a:solidFill>
                <a:effectLst/>
                <a:uLnTx/>
                <a:uFillTx/>
                <a:latin typeface="Amazon Ember"/>
                <a:ea typeface="Amazon Ember Display" panose="020F0603020204020204" pitchFamily="34" charset="0"/>
                <a:cs typeface="Amazon Ember Display" panose="020F0603020204020204" pitchFamily="34" charset="0"/>
              </a:rPr>
              <a:t> </a:t>
            </a:r>
            <a:r>
              <a:rPr kumimoji="0" lang="en-US" sz="3600" b="1" i="0" u="none" strike="noStrike" kern="1200" cap="none" spc="-50" normalizeH="0" baseline="0" noProof="0" dirty="0">
                <a:ln>
                  <a:noFill/>
                </a:ln>
                <a:solidFill>
                  <a:srgbClr val="161D26"/>
                </a:solidFill>
                <a:effectLst/>
                <a:uLnTx/>
                <a:uFillTx/>
                <a:latin typeface="+mj-lt"/>
                <a:ea typeface="Amazon Ember Display" panose="020F0603020204020204" pitchFamily="34" charset="0"/>
                <a:cs typeface="Amazon Ember Display" panose="020F0603020204020204" pitchFamily="34" charset="0"/>
              </a:rPr>
              <a:t>task </a:t>
            </a:r>
            <a:r>
              <a:rPr kumimoji="0" lang="en-US" sz="3600" b="1" i="0" u="none" strike="noStrike" kern="1200" cap="none" spc="-70" normalizeH="0" baseline="0" noProof="0" dirty="0">
                <a:ln>
                  <a:noFill/>
                </a:ln>
                <a:solidFill>
                  <a:srgbClr val="161D26"/>
                </a:solidFill>
                <a:effectLst/>
                <a:uLnTx/>
                <a:uFillTx/>
                <a:latin typeface="+mj-lt"/>
                <a:ea typeface="Amazon Ember Display" panose="020F0603020204020204" pitchFamily="34" charset="0"/>
                <a:cs typeface="Amazon Ember Display" panose="020F0603020204020204" pitchFamily="34" charset="0"/>
              </a:rPr>
              <a:t>governance </a:t>
            </a:r>
            <a:r>
              <a:rPr kumimoji="0" lang="en-US" sz="3600" b="0" i="0" u="none" strike="noStrike" kern="1200" cap="none" spc="-70" normalizeH="0" baseline="0" noProof="0" dirty="0">
                <a:ln>
                  <a:noFill/>
                </a:ln>
                <a:solidFill>
                  <a:srgbClr val="161D26"/>
                </a:solidFill>
                <a:effectLst/>
                <a:uLnTx/>
                <a:uFillTx/>
                <a:latin typeface="Amazon Ember"/>
                <a:ea typeface="Amazon Ember Display" panose="020F0603020204020204" pitchFamily="34" charset="0"/>
                <a:cs typeface="Amazon Ember Display" panose="020F0603020204020204" pitchFamily="34" charset="0"/>
              </a:rPr>
              <a:t>helps </a:t>
            </a:r>
            <a:r>
              <a:rPr lang="en-US" sz="3600" spc="-70" dirty="0">
                <a:solidFill>
                  <a:srgbClr val="161D26"/>
                </a:solidFill>
                <a:latin typeface="Amazon Ember"/>
                <a:ea typeface="Amazon Ember Display" panose="020F0603020204020204" pitchFamily="34" charset="0"/>
                <a:cs typeface="Amazon Ember Display" panose="020F0603020204020204" pitchFamily="34" charset="0"/>
              </a:rPr>
              <a:t>efficiently</a:t>
            </a:r>
            <a:r>
              <a:rPr kumimoji="0" lang="en-US" sz="3600" b="0" i="0" u="none" strike="noStrike" kern="0" cap="none" spc="0" normalizeH="0" baseline="0" noProof="0" dirty="0">
                <a:ln>
                  <a:noFill/>
                </a:ln>
                <a:solidFill>
                  <a:srgbClr val="000000"/>
                </a:solidFill>
                <a:effectLst/>
                <a:uLnTx/>
                <a:uFillTx/>
                <a:latin typeface="Amazon Ember Heavy"/>
                <a:ea typeface="Amazon Ember Display" panose="020F0603020204020204" pitchFamily="34" charset="0"/>
                <a:cs typeface="Amazon Ember Display" panose="020F0603020204020204" pitchFamily="34" charset="0"/>
              </a:rPr>
              <a:t> </a:t>
            </a:r>
            <a:r>
              <a:rPr kumimoji="0" lang="en-US" sz="3600" b="0" i="0" u="none" strike="noStrike" kern="1200" cap="none" spc="-50" normalizeH="0" baseline="0" noProof="0" dirty="0">
                <a:ln>
                  <a:noFill/>
                </a:ln>
                <a:solidFill>
                  <a:srgbClr val="161D26"/>
                </a:solidFill>
                <a:effectLst/>
                <a:uLnTx/>
                <a:uFillTx/>
                <a:latin typeface="Amazon Ember"/>
                <a:ea typeface="Amazon Ember Display" panose="020F0603020204020204" pitchFamily="34" charset="0"/>
                <a:cs typeface="Amazon Ember Display" panose="020F0603020204020204" pitchFamily="34" charset="0"/>
              </a:rPr>
              <a:t>utilize compute resources </a:t>
            </a:r>
            <a:endParaRPr kumimoji="0" lang="en-US" sz="1800" b="0" i="0" u="none" strike="noStrike" kern="1200" cap="none" spc="-50" normalizeH="0" baseline="0" noProof="0" dirty="0">
              <a:ln>
                <a:noFill/>
              </a:ln>
              <a:solidFill>
                <a:srgbClr val="000000"/>
              </a:solidFill>
              <a:effectLst/>
              <a:uLnTx/>
              <a:uFillTx/>
              <a:latin typeface="Amazon Ember"/>
              <a:ea typeface="+mn-ea"/>
              <a:cs typeface="+mn-cs"/>
            </a:endParaRPr>
          </a:p>
        </p:txBody>
      </p:sp>
      <p:pic>
        <p:nvPicPr>
          <p:cNvPr id="5" name="Picture 4">
            <a:extLst>
              <a:ext uri="{FF2B5EF4-FFF2-40B4-BE49-F238E27FC236}">
                <a16:creationId xmlns:a16="http://schemas.microsoft.com/office/drawing/2014/main" id="{DF5FC78C-BB38-4E9B-AD5B-A9E44A992563}"/>
              </a:ext>
            </a:extLst>
          </p:cNvPr>
          <p:cNvPicPr>
            <a:picLocks noChangeAspect="1"/>
          </p:cNvPicPr>
          <p:nvPr/>
        </p:nvPicPr>
        <p:blipFill rotWithShape="1">
          <a:blip r:embed="rId4">
            <a:extLst>
              <a:ext uri="{28A0092B-C50C-407E-A947-70E740481C1C}">
                <a14:useLocalDpi xmlns:a14="http://schemas.microsoft.com/office/drawing/2010/main" val="0"/>
              </a:ext>
            </a:extLst>
          </a:blip>
          <a:srcRect l="2563" t="26956" r="2817" b="18938"/>
          <a:stretch/>
        </p:blipFill>
        <p:spPr>
          <a:xfrm>
            <a:off x="4919665" y="690563"/>
            <a:ext cx="6692585" cy="1385689"/>
          </a:xfrm>
          <a:prstGeom prst="roundRect">
            <a:avLst>
              <a:gd name="adj" fmla="val 6029"/>
            </a:avLst>
          </a:prstGeom>
          <a:solidFill>
            <a:schemeClr val="bg1"/>
          </a:solidFill>
          <a:ln>
            <a:solidFill>
              <a:schemeClr val="bg1">
                <a:lumMod val="85000"/>
              </a:schemeClr>
            </a:solidFill>
          </a:ln>
          <a:effectLst>
            <a:outerShdw blurRad="675789" dist="50800" dir="5400000" algn="ctr" rotWithShape="0">
              <a:schemeClr val="bg2">
                <a:lumMod val="10000"/>
                <a:alpha val="10000"/>
              </a:schemeClr>
            </a:outerShdw>
          </a:effectLst>
        </p:spPr>
      </p:pic>
      <p:pic>
        <p:nvPicPr>
          <p:cNvPr id="16" name="Picture 15">
            <a:extLst>
              <a:ext uri="{FF2B5EF4-FFF2-40B4-BE49-F238E27FC236}">
                <a16:creationId xmlns:a16="http://schemas.microsoft.com/office/drawing/2014/main" id="{0FE4623E-72C6-4B78-805E-50E1A5379CCD}"/>
              </a:ext>
            </a:extLst>
          </p:cNvPr>
          <p:cNvPicPr>
            <a:picLocks noChangeAspect="1"/>
          </p:cNvPicPr>
          <p:nvPr/>
        </p:nvPicPr>
        <p:blipFill rotWithShape="1">
          <a:blip r:embed="rId5">
            <a:extLst>
              <a:ext uri="{28A0092B-C50C-407E-A947-70E740481C1C}">
                <a14:useLocalDpi xmlns:a14="http://schemas.microsoft.com/office/drawing/2010/main" val="0"/>
              </a:ext>
            </a:extLst>
          </a:blip>
          <a:srcRect l="385" t="2112" r="812" b="2593"/>
          <a:stretch/>
        </p:blipFill>
        <p:spPr>
          <a:xfrm>
            <a:off x="4919665" y="2271275"/>
            <a:ext cx="6692585" cy="1141492"/>
          </a:xfrm>
          <a:prstGeom prst="roundRect">
            <a:avLst>
              <a:gd name="adj" fmla="val 6029"/>
            </a:avLst>
          </a:prstGeom>
          <a:solidFill>
            <a:schemeClr val="bg1"/>
          </a:solidFill>
          <a:ln>
            <a:solidFill>
              <a:schemeClr val="bg1">
                <a:lumMod val="85000"/>
              </a:schemeClr>
            </a:solidFill>
          </a:ln>
          <a:effectLst>
            <a:outerShdw blurRad="675789" dist="50800" dir="5400000" algn="ctr" rotWithShape="0">
              <a:schemeClr val="bg2">
                <a:lumMod val="10000"/>
                <a:alpha val="10000"/>
              </a:schemeClr>
            </a:outerShdw>
          </a:effectLst>
        </p:spPr>
      </p:pic>
      <p:cxnSp>
        <p:nvCxnSpPr>
          <p:cNvPr id="9" name="Straight Connector 8">
            <a:extLst>
              <a:ext uri="{FF2B5EF4-FFF2-40B4-BE49-F238E27FC236}">
                <a16:creationId xmlns:a16="http://schemas.microsoft.com/office/drawing/2014/main" id="{550E7049-BA7B-F8A0-2B08-4D985494064C}"/>
              </a:ext>
            </a:extLst>
          </p:cNvPr>
          <p:cNvCxnSpPr>
            <a:cxnSpLocks/>
          </p:cNvCxnSpPr>
          <p:nvPr/>
        </p:nvCxnSpPr>
        <p:spPr>
          <a:xfrm flipH="1">
            <a:off x="622734" y="3214834"/>
            <a:ext cx="3383280"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7DF7651-8DEF-E94D-82A2-94B872E5E622}"/>
              </a:ext>
            </a:extLst>
          </p:cNvPr>
          <p:cNvCxnSpPr>
            <a:cxnSpLocks/>
          </p:cNvCxnSpPr>
          <p:nvPr/>
        </p:nvCxnSpPr>
        <p:spPr>
          <a:xfrm flipH="1">
            <a:off x="622734" y="4379490"/>
            <a:ext cx="3383280"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1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EAA91-B5CD-8310-9A23-4AE1019D3D6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2E56BDC-2B0E-B919-F135-12AADBE5BC23}"/>
              </a:ext>
            </a:extLst>
          </p:cNvPr>
          <p:cNvSpPr txBox="1"/>
          <p:nvPr/>
        </p:nvSpPr>
        <p:spPr>
          <a:xfrm>
            <a:off x="4894843" y="2327004"/>
            <a:ext cx="2716776" cy="351378"/>
          </a:xfrm>
          <a:prstGeom prst="rect">
            <a:avLst/>
          </a:prstGeom>
          <a:noFill/>
        </p:spPr>
        <p:txBody>
          <a:bodyPr wrap="square" lIns="0" tIns="0" rIns="0" bIns="0" rtlCol="0" anchor="b">
            <a:noAutofit/>
          </a:bodyPr>
          <a:lstStyle/>
          <a:p>
            <a:pPr marL="0" marR="0" lvl="0" indent="0" algn="l" defTabSz="914400" rtl="0" eaLnBrk="1" fontAlgn="auto" latinLnBrk="0" hangingPunct="1">
              <a:lnSpc>
                <a:spcPts val="288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mn-ea"/>
                <a:cs typeface="+mn-cs"/>
              </a:rPr>
              <a:t>Business value</a:t>
            </a:r>
          </a:p>
        </p:txBody>
      </p:sp>
      <p:sp>
        <p:nvSpPr>
          <p:cNvPr id="14" name="TextBox 13">
            <a:extLst>
              <a:ext uri="{FF2B5EF4-FFF2-40B4-BE49-F238E27FC236}">
                <a16:creationId xmlns:a16="http://schemas.microsoft.com/office/drawing/2014/main" id="{28D872D1-EA78-580E-3B64-03F75763F5BF}"/>
              </a:ext>
            </a:extLst>
          </p:cNvPr>
          <p:cNvSpPr txBox="1"/>
          <p:nvPr/>
        </p:nvSpPr>
        <p:spPr>
          <a:xfrm>
            <a:off x="7938405" y="2327004"/>
            <a:ext cx="2254250" cy="351378"/>
          </a:xfrm>
          <a:prstGeom prst="rect">
            <a:avLst/>
          </a:prstGeom>
          <a:noFill/>
        </p:spPr>
        <p:txBody>
          <a:bodyPr wrap="square" lIns="0" tIns="0" rIns="0" bIns="0" rtlCol="0" anchor="b">
            <a:noAutofit/>
          </a:bodyPr>
          <a:lstStyle/>
          <a:p>
            <a:pPr marL="0" marR="0" lvl="0" indent="0" algn="l" defTabSz="914400" rtl="0" eaLnBrk="1" fontAlgn="auto" latinLnBrk="0" hangingPunct="1">
              <a:lnSpc>
                <a:spcPts val="288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Amazon Ember Heavy"/>
                <a:ea typeface="+mn-ea"/>
                <a:cs typeface="+mn-cs"/>
              </a:rPr>
              <a:t>How it works</a:t>
            </a:r>
          </a:p>
        </p:txBody>
      </p:sp>
      <p:sp>
        <p:nvSpPr>
          <p:cNvPr id="19" name="TextBox 18">
            <a:extLst>
              <a:ext uri="{FF2B5EF4-FFF2-40B4-BE49-F238E27FC236}">
                <a16:creationId xmlns:a16="http://schemas.microsoft.com/office/drawing/2014/main" id="{8CC027EE-1C94-9541-B50F-12360A08676D}"/>
              </a:ext>
            </a:extLst>
          </p:cNvPr>
          <p:cNvSpPr txBox="1"/>
          <p:nvPr/>
        </p:nvSpPr>
        <p:spPr>
          <a:xfrm>
            <a:off x="7938405" y="2944853"/>
            <a:ext cx="3623520" cy="2870658"/>
          </a:xfrm>
          <a:prstGeom prst="rect">
            <a:avLst/>
          </a:prstGeom>
          <a:noFill/>
        </p:spPr>
        <p:txBody>
          <a:bodyPr wrap="square" lIns="0" tIns="0" rIns="0" bIns="0" rtlCol="0">
            <a:no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7000"/>
              </a:lnSpc>
              <a:spcBef>
                <a:spcPts val="0"/>
              </a:spcBef>
              <a:spcAft>
                <a:spcPts val="450"/>
              </a:spcAft>
              <a:buClrTx/>
              <a:buSzTx/>
              <a:buFontTx/>
              <a:buNone/>
              <a:tabLst/>
              <a:defRPr/>
            </a:pPr>
            <a:r>
              <a:rPr kumimoji="0" lang="en-US" sz="1300" b="1"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Specify…</a:t>
            </a:r>
          </a:p>
          <a:p>
            <a:pPr marL="0" marR="0" lvl="0" indent="0" algn="l" defTabSz="914400" rtl="0" eaLnBrk="1" fontAlgn="auto" latinLnBrk="0" hangingPunct="1">
              <a:lnSpc>
                <a:spcPct val="107000"/>
              </a:lnSpc>
              <a:spcBef>
                <a:spcPts val="0"/>
              </a:spcBef>
              <a:spcAft>
                <a:spcPts val="45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Instance type (p5, p5e, p5en, trn1, trn2, p4d)</a:t>
            </a:r>
          </a:p>
          <a:p>
            <a:pPr marL="0" marR="0" lvl="0" indent="0" algn="l" defTabSz="914400" rtl="0" eaLnBrk="1" fontAlgn="auto" latinLnBrk="0" hangingPunct="1">
              <a:lnSpc>
                <a:spcPct val="107000"/>
              </a:lnSpc>
              <a:spcBef>
                <a:spcPts val="0"/>
              </a:spcBef>
              <a:spcAft>
                <a:spcPts val="45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Number of instances (1-64)</a:t>
            </a:r>
          </a:p>
          <a:p>
            <a:pPr marL="0" marR="0" lvl="0" indent="0" algn="l" defTabSz="914400" rtl="0" eaLnBrk="1" fontAlgn="auto" latinLnBrk="0" hangingPunct="1">
              <a:lnSpc>
                <a:spcPct val="107000"/>
              </a:lnSpc>
              <a:spcBef>
                <a:spcPts val="0"/>
              </a:spcBef>
              <a:spcAft>
                <a:spcPts val="45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Duration of plan  (1-182 days)</a:t>
            </a:r>
          </a:p>
          <a:p>
            <a:pPr marL="0" marR="0" lvl="0" indent="0" algn="l" defTabSz="914400" rtl="0" eaLnBrk="1" fontAlgn="auto" latinLnBrk="0" hangingPunct="1">
              <a:lnSpc>
                <a:spcPct val="107000"/>
              </a:lnSpc>
              <a:spcBef>
                <a:spcPts val="0"/>
              </a:spcBef>
              <a:spcAft>
                <a:spcPts val="45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Start date (within 8 weeks)</a:t>
            </a:r>
          </a:p>
          <a:p>
            <a:pPr marL="0" marR="0" lvl="0" indent="0" algn="l" defTabSz="914400" rtl="0" eaLnBrk="1" fontAlgn="auto" latinLnBrk="0" hangingPunct="1">
              <a:lnSpc>
                <a:spcPct val="107000"/>
              </a:lnSpc>
              <a:spcBef>
                <a:spcPts val="0"/>
              </a:spcBef>
              <a:spcAft>
                <a:spcPts val="45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45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45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Review available segments</a:t>
            </a:r>
          </a:p>
          <a:p>
            <a:pPr marL="0" marR="0" lvl="0" indent="0" algn="l" defTabSz="914400" rtl="0" eaLnBrk="1" fontAlgn="auto" latinLnBrk="0" hangingPunct="1">
              <a:lnSpc>
                <a:spcPct val="107000"/>
              </a:lnSpc>
              <a:spcBef>
                <a:spcPts val="0"/>
              </a:spcBef>
              <a:spcAft>
                <a:spcPts val="45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Confirm selections</a:t>
            </a:r>
          </a:p>
          <a:p>
            <a:pPr marL="0" marR="0" lvl="0" indent="0" algn="l" defTabSz="914400" rtl="0" eaLnBrk="1" fontAlgn="auto" latinLnBrk="0" hangingPunct="1">
              <a:lnSpc>
                <a:spcPct val="107000"/>
              </a:lnSpc>
              <a:spcBef>
                <a:spcPts val="0"/>
              </a:spcBef>
              <a:spcAft>
                <a:spcPts val="45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45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45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Use the plan when creating </a:t>
            </a:r>
            <a:r>
              <a:rPr kumimoji="0" lang="en-US" sz="1300" b="0" i="0" u="none" strike="noStrike" kern="1200" cap="none" spc="0" normalizeH="0" baseline="0" noProof="0" dirty="0" err="1">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HyperPod</a:t>
            </a: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 clusters</a:t>
            </a:r>
          </a:p>
          <a:p>
            <a:pPr marL="0" marR="0" lvl="0" indent="0" algn="l" defTabSz="914400" rtl="0" eaLnBrk="1" fontAlgn="auto" latinLnBrk="0" hangingPunct="1">
              <a:lnSpc>
                <a:spcPct val="107000"/>
              </a:lnSpc>
              <a:spcBef>
                <a:spcPts val="0"/>
              </a:spcBef>
              <a:spcAft>
                <a:spcPts val="45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45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p:txBody>
      </p:sp>
      <p:pic>
        <p:nvPicPr>
          <p:cNvPr id="5" name="Picture 4">
            <a:extLst>
              <a:ext uri="{FF2B5EF4-FFF2-40B4-BE49-F238E27FC236}">
                <a16:creationId xmlns:a16="http://schemas.microsoft.com/office/drawing/2014/main" id="{E38ACD34-DBF6-3828-C0EB-9E5CD39B3F4A}"/>
              </a:ext>
            </a:extLst>
          </p:cNvPr>
          <p:cNvPicPr>
            <a:picLocks noChangeAspect="1"/>
          </p:cNvPicPr>
          <p:nvPr/>
        </p:nvPicPr>
        <p:blipFill>
          <a:blip r:embed="rId2">
            <a:extLst>
              <a:ext uri="{28A0092B-C50C-407E-A947-70E740481C1C}">
                <a14:useLocalDpi xmlns:a14="http://schemas.microsoft.com/office/drawing/2010/main" val="0"/>
              </a:ext>
            </a:extLst>
          </a:blip>
          <a:srcRect l="2757" t="3097" r="3067" b="2961"/>
          <a:stretch/>
        </p:blipFill>
        <p:spPr>
          <a:xfrm>
            <a:off x="609599" y="2410480"/>
            <a:ext cx="3537577" cy="3770312"/>
          </a:xfrm>
          <a:prstGeom prst="roundRect">
            <a:avLst>
              <a:gd name="adj" fmla="val 3397"/>
            </a:avLst>
          </a:prstGeom>
          <a:solidFill>
            <a:schemeClr val="bg1"/>
          </a:solidFill>
          <a:ln>
            <a:noFill/>
          </a:ln>
          <a:effectLst>
            <a:outerShdw blurRad="675789" dist="50800" dir="5400000" algn="ctr" rotWithShape="0">
              <a:schemeClr val="bg2">
                <a:lumMod val="10000"/>
                <a:alpha val="35000"/>
              </a:schemeClr>
            </a:outerShdw>
          </a:effectLst>
        </p:spPr>
      </p:pic>
      <p:sp>
        <p:nvSpPr>
          <p:cNvPr id="34" name="TextBox 33">
            <a:extLst>
              <a:ext uri="{FF2B5EF4-FFF2-40B4-BE49-F238E27FC236}">
                <a16:creationId xmlns:a16="http://schemas.microsoft.com/office/drawing/2014/main" id="{883C8F73-BDA0-4BC5-6A50-28ECB345AF68}"/>
              </a:ext>
            </a:extLst>
          </p:cNvPr>
          <p:cNvSpPr txBox="1"/>
          <p:nvPr/>
        </p:nvSpPr>
        <p:spPr>
          <a:xfrm>
            <a:off x="4894843" y="2944853"/>
            <a:ext cx="2547402" cy="3192156"/>
          </a:xfrm>
          <a:prstGeom prst="rect">
            <a:avLst/>
          </a:prstGeom>
          <a:noFill/>
        </p:spPr>
        <p:txBody>
          <a:bodyPr wrap="square" lIns="0" tIns="0" rIns="0" bIns="0" rtlCol="0">
            <a:spAutoFit/>
          </a:bodyPr>
          <a:lstStyle>
            <a:defPPr>
              <a:defRPr lang="en-US"/>
            </a:defPPr>
            <a:lvl1pPr>
              <a:lnSpc>
                <a:spcPct val="107000"/>
              </a:lnSpc>
              <a:defRPr sz="1300">
                <a:ea typeface="Amazon Ember Display Light" panose="020F0403020204020204" pitchFamily="34" charset="0"/>
                <a:cs typeface="Amazon Ember Display Light" panose="020F0403020204020204" pitchFamily="34" charset="0"/>
              </a:defRPr>
            </a:lvl1pPr>
          </a:lstStyle>
          <a:p>
            <a:pPr marL="0" marR="0" lvl="0" indent="0" algn="l" defTabSz="914400" rtl="0" eaLnBrk="1" fontAlgn="auto" latinLnBrk="0" hangingPunct="1">
              <a:lnSpc>
                <a:spcPct val="107000"/>
              </a:lnSpc>
              <a:spcBef>
                <a:spcPts val="0"/>
              </a:spcBef>
              <a:spcAft>
                <a:spcPts val="10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Easily secure future capacity</a:t>
            </a:r>
            <a:b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for core training, inference,</a:t>
            </a:r>
            <a:b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or bursting workloads</a:t>
            </a:r>
          </a:p>
          <a:p>
            <a:pPr marL="0" marR="0" lvl="0" indent="0" algn="l" defTabSz="914400" rtl="0" eaLnBrk="1" fontAlgn="auto" latinLnBrk="0" hangingPunct="1">
              <a:lnSpc>
                <a:spcPct val="107000"/>
              </a:lnSpc>
              <a:spcBef>
                <a:spcPts val="0"/>
              </a:spcBef>
              <a:spcAft>
                <a:spcPts val="100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10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Self-service and simple</a:t>
            </a:r>
          </a:p>
          <a:p>
            <a:pPr marL="0" marR="0" lvl="0" indent="0" algn="l" defTabSz="914400" rtl="0" eaLnBrk="1" fontAlgn="auto" latinLnBrk="0" hangingPunct="1">
              <a:lnSpc>
                <a:spcPct val="107000"/>
              </a:lnSpc>
              <a:spcBef>
                <a:spcPts val="0"/>
              </a:spcBef>
              <a:spcAft>
                <a:spcPts val="100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10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Reserves capacity for up to</a:t>
            </a:r>
            <a:b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6 months</a:t>
            </a:r>
          </a:p>
          <a:p>
            <a:pPr marL="0" marR="0" lvl="0" indent="0" algn="l" defTabSz="914400" rtl="0" eaLnBrk="1" fontAlgn="auto" latinLnBrk="0" hangingPunct="1">
              <a:lnSpc>
                <a:spcPct val="107000"/>
              </a:lnSpc>
              <a:spcBef>
                <a:spcPts val="0"/>
              </a:spcBef>
              <a:spcAft>
                <a:spcPts val="1000"/>
              </a:spcAft>
              <a:buClrTx/>
              <a:buSzTx/>
              <a:buFontTx/>
              <a:buNone/>
              <a:tabLst/>
              <a:defRPr/>
            </a:pPr>
            <a:endPar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endParaRPr>
          </a:p>
          <a:p>
            <a:pPr marL="0" marR="0" lvl="0" indent="0" algn="l" defTabSz="914400" rtl="0" eaLnBrk="1" fontAlgn="auto" latinLnBrk="0" hangingPunct="1">
              <a:lnSpc>
                <a:spcPct val="107000"/>
              </a:lnSpc>
              <a:spcBef>
                <a:spcPts val="0"/>
              </a:spcBef>
              <a:spcAft>
                <a:spcPts val="100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Lower cost (up to 68% savings</a:t>
            </a:r>
            <a:b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br>
            <a:r>
              <a:rPr kumimoji="0" lang="en-US" sz="1300" b="0" i="0" u="none" strike="noStrike" kern="1200" cap="none" spc="0" normalizeH="0" baseline="0" noProof="0" dirty="0">
                <a:ln>
                  <a:noFill/>
                </a:ln>
                <a:solidFill>
                  <a:srgbClr val="000000"/>
                </a:solidFill>
                <a:effectLst/>
                <a:uLnTx/>
                <a:uFillTx/>
                <a:latin typeface="Amazon Ember"/>
                <a:ea typeface="Amazon Ember Display Light" panose="020F0403020204020204" pitchFamily="34" charset="0"/>
                <a:cs typeface="Amazon Ember Display Light" panose="020F0403020204020204" pitchFamily="34" charset="0"/>
              </a:rPr>
              <a:t>vs. on-demand pricing)</a:t>
            </a:r>
          </a:p>
        </p:txBody>
      </p:sp>
      <p:cxnSp>
        <p:nvCxnSpPr>
          <p:cNvPr id="8" name="Straight Connector 7">
            <a:extLst>
              <a:ext uri="{FF2B5EF4-FFF2-40B4-BE49-F238E27FC236}">
                <a16:creationId xmlns:a16="http://schemas.microsoft.com/office/drawing/2014/main" id="{BE62EEAC-88F7-19A4-E900-D9D1BC42D36C}"/>
              </a:ext>
            </a:extLst>
          </p:cNvPr>
          <p:cNvCxnSpPr>
            <a:cxnSpLocks/>
          </p:cNvCxnSpPr>
          <p:nvPr/>
        </p:nvCxnSpPr>
        <p:spPr>
          <a:xfrm flipH="1">
            <a:off x="4894842" y="3813558"/>
            <a:ext cx="2496312"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877A0F0-FFF6-5E98-95CA-07CDE05845C8}"/>
              </a:ext>
            </a:extLst>
          </p:cNvPr>
          <p:cNvCxnSpPr>
            <a:cxnSpLocks/>
          </p:cNvCxnSpPr>
          <p:nvPr/>
        </p:nvCxnSpPr>
        <p:spPr>
          <a:xfrm flipH="1">
            <a:off x="4894842" y="4507186"/>
            <a:ext cx="2496312"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4663217-8C07-6051-E27F-6B7015A12317}"/>
              </a:ext>
            </a:extLst>
          </p:cNvPr>
          <p:cNvCxnSpPr>
            <a:cxnSpLocks/>
          </p:cNvCxnSpPr>
          <p:nvPr/>
        </p:nvCxnSpPr>
        <p:spPr>
          <a:xfrm flipH="1">
            <a:off x="4894842" y="5370270"/>
            <a:ext cx="2496312" cy="0"/>
          </a:xfrm>
          <a:prstGeom prst="line">
            <a:avLst/>
          </a:prstGeom>
          <a:ln w="19050" cap="rnd">
            <a:gradFill>
              <a:gsLst>
                <a:gs pos="0">
                  <a:schemeClr val="accent1"/>
                </a:gs>
                <a:gs pos="100000">
                  <a:schemeClr val="accent2"/>
                </a:gs>
              </a:gsLst>
              <a:lin ang="0" scaled="0"/>
            </a:gradFill>
            <a:round/>
          </a:ln>
        </p:spPr>
        <p:style>
          <a:lnRef idx="1">
            <a:schemeClr val="accent1"/>
          </a:lnRef>
          <a:fillRef idx="0">
            <a:schemeClr val="accent1"/>
          </a:fillRef>
          <a:effectRef idx="0">
            <a:schemeClr val="accent1"/>
          </a:effectRef>
          <a:fontRef idx="minor">
            <a:schemeClr val="tx1"/>
          </a:fontRef>
        </p:style>
      </p:cxnSp>
      <p:sp>
        <p:nvSpPr>
          <p:cNvPr id="68" name="Title 1">
            <a:extLst>
              <a:ext uri="{FF2B5EF4-FFF2-40B4-BE49-F238E27FC236}">
                <a16:creationId xmlns:a16="http://schemas.microsoft.com/office/drawing/2014/main" id="{C246DB2D-BD9B-DA13-BFE3-A850E0D01C3A}"/>
              </a:ext>
            </a:extLst>
          </p:cNvPr>
          <p:cNvSpPr>
            <a:spLocks noGrp="1"/>
          </p:cNvSpPr>
          <p:nvPr>
            <p:ph type="title"/>
          </p:nvPr>
        </p:nvSpPr>
        <p:spPr>
          <a:xfrm>
            <a:off x="609599" y="440432"/>
            <a:ext cx="10952326" cy="1315106"/>
          </a:xfrm>
        </p:spPr>
        <p:txBody>
          <a:bodyPr>
            <a:noAutofit/>
          </a:bodyPr>
          <a:lstStyle/>
          <a:p>
            <a:r>
              <a:rPr lang="en-US" sz="3400" dirty="0" err="1"/>
              <a:t>HyperPod</a:t>
            </a:r>
            <a:r>
              <a:rPr lang="en-US" sz="3400" dirty="0"/>
              <a:t> </a:t>
            </a:r>
            <a:r>
              <a:rPr lang="en-US" sz="3400" b="1" dirty="0">
                <a:latin typeface="+mj-lt"/>
              </a:rPr>
              <a:t>flexible training plans </a:t>
            </a:r>
            <a:r>
              <a:rPr lang="en-US" sz="3400" dirty="0"/>
              <a:t>help meet timelines and budgets by efficiently securing compute capacity </a:t>
            </a:r>
          </a:p>
        </p:txBody>
      </p:sp>
      <p:cxnSp>
        <p:nvCxnSpPr>
          <p:cNvPr id="53" name="Straight Connector 52">
            <a:extLst>
              <a:ext uri="{FF2B5EF4-FFF2-40B4-BE49-F238E27FC236}">
                <a16:creationId xmlns:a16="http://schemas.microsoft.com/office/drawing/2014/main" id="{B292BA83-2482-459F-8727-A90BAA9EF849}"/>
              </a:ext>
            </a:extLst>
          </p:cNvPr>
          <p:cNvCxnSpPr>
            <a:cxnSpLocks/>
          </p:cNvCxnSpPr>
          <p:nvPr/>
        </p:nvCxnSpPr>
        <p:spPr>
          <a:xfrm>
            <a:off x="8918481" y="4397852"/>
            <a:ext cx="0" cy="312375"/>
          </a:xfrm>
          <a:prstGeom prst="line">
            <a:avLst/>
          </a:prstGeom>
          <a:ln w="19050" cap="rnd">
            <a:gradFill>
              <a:gsLst>
                <a:gs pos="0">
                  <a:schemeClr val="bg1">
                    <a:lumMod val="50000"/>
                  </a:schemeClr>
                </a:gs>
                <a:gs pos="65000">
                  <a:schemeClr val="accent1"/>
                </a:gs>
              </a:gsLst>
              <a:lin ang="0" scaled="0"/>
            </a:gradFill>
            <a:round/>
            <a:tailEnd type="arrow" w="med"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9487EAC-AB84-4014-8D50-DEEB58C7B452}"/>
              </a:ext>
            </a:extLst>
          </p:cNvPr>
          <p:cNvCxnSpPr>
            <a:cxnSpLocks/>
          </p:cNvCxnSpPr>
          <p:nvPr/>
        </p:nvCxnSpPr>
        <p:spPr>
          <a:xfrm>
            <a:off x="8920924" y="5510740"/>
            <a:ext cx="0" cy="312375"/>
          </a:xfrm>
          <a:prstGeom prst="straightConnector1">
            <a:avLst/>
          </a:prstGeom>
          <a:ln w="19050" cap="rnd">
            <a:solidFill>
              <a:schemeClr val="accent2"/>
            </a:solidFill>
            <a:round/>
            <a:tailEnd type="arrow" w="med" len="sm"/>
          </a:ln>
        </p:spPr>
        <p:style>
          <a:lnRef idx="1">
            <a:schemeClr val="accent1"/>
          </a:lnRef>
          <a:fillRef idx="0">
            <a:schemeClr val="accent1"/>
          </a:fillRef>
          <a:effectRef idx="0">
            <a:schemeClr val="accent1"/>
          </a:effectRef>
          <a:fontRef idx="minor">
            <a:schemeClr val="tx1"/>
          </a:fontRef>
        </p:style>
      </p:cxnSp>
      <p:sp>
        <p:nvSpPr>
          <p:cNvPr id="56" name="Arrow: Down 55">
            <a:extLst>
              <a:ext uri="{FF2B5EF4-FFF2-40B4-BE49-F238E27FC236}">
                <a16:creationId xmlns:a16="http://schemas.microsoft.com/office/drawing/2014/main" id="{ACA7D538-636A-4E74-AFA9-3E7283884D6F}"/>
              </a:ext>
            </a:extLst>
          </p:cNvPr>
          <p:cNvSpPr/>
          <p:nvPr/>
        </p:nvSpPr>
        <p:spPr>
          <a:xfrm>
            <a:off x="10535195" y="1690577"/>
            <a:ext cx="45719" cy="4571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err="1">
              <a:ln>
                <a:noFill/>
              </a:ln>
              <a:solidFill>
                <a:srgbClr val="000000"/>
              </a:solidFill>
              <a:effectLst/>
              <a:uLnTx/>
              <a:uFillTx/>
              <a:latin typeface="Amazon Ember"/>
              <a:ea typeface="+mn-ea"/>
              <a:cs typeface="+mn-cs"/>
            </a:endParaRPr>
          </a:p>
        </p:txBody>
      </p:sp>
    </p:spTree>
    <p:extLst>
      <p:ext uri="{BB962C8B-B14F-4D97-AF65-F5344CB8AC3E}">
        <p14:creationId xmlns:p14="http://schemas.microsoft.com/office/powerpoint/2010/main" val="631123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A0333-B8C2-1EC6-0B7B-783BE2286CF8}"/>
            </a:ext>
          </a:extLst>
        </p:cNvPr>
        <p:cNvGrpSpPr/>
        <p:nvPr/>
      </p:nvGrpSpPr>
      <p:grpSpPr>
        <a:xfrm>
          <a:off x="0" y="0"/>
          <a:ext cx="0" cy="0"/>
          <a:chOff x="0" y="0"/>
          <a:chExt cx="0" cy="0"/>
        </a:xfrm>
      </p:grpSpPr>
      <p:graphicFrame>
        <p:nvGraphicFramePr>
          <p:cNvPr id="25" name="think-cell data - do not delete" hidden="1">
            <a:extLst>
              <a:ext uri="{FF2B5EF4-FFF2-40B4-BE49-F238E27FC236}">
                <a16:creationId xmlns:a16="http://schemas.microsoft.com/office/drawing/2014/main" id="{87A0C104-25F2-F97D-C1EB-7564B34FCD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25" name="think-cell data - do not delete" hidden="1">
                        <a:extLst>
                          <a:ext uri="{FF2B5EF4-FFF2-40B4-BE49-F238E27FC236}">
                            <a16:creationId xmlns:a16="http://schemas.microsoft.com/office/drawing/2014/main" id="{4C940B2D-7868-079C-8253-995B2EC8B01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4BD4261-DF35-5B88-6F69-FCF3B53FF7DE}"/>
              </a:ext>
            </a:extLst>
          </p:cNvPr>
          <p:cNvSpPr>
            <a:spLocks noGrp="1"/>
          </p:cNvSpPr>
          <p:nvPr>
            <p:ph type="title"/>
          </p:nvPr>
        </p:nvSpPr>
        <p:spPr>
          <a:xfrm>
            <a:off x="383970" y="348495"/>
            <a:ext cx="10972800" cy="535531"/>
          </a:xfrm>
        </p:spPr>
        <p:txBody>
          <a:bodyPr vert="horz"/>
          <a:lstStyle/>
          <a:p>
            <a:r>
              <a:rPr lang="en-US" dirty="0"/>
              <a:t>Benefits of Amazon SageMaker </a:t>
            </a:r>
            <a:r>
              <a:rPr lang="en-US" dirty="0" err="1"/>
              <a:t>HyperPod</a:t>
            </a:r>
            <a:r>
              <a:rPr lang="en-US" dirty="0"/>
              <a:t> </a:t>
            </a:r>
          </a:p>
        </p:txBody>
      </p:sp>
      <p:sp>
        <p:nvSpPr>
          <p:cNvPr id="27" name="Text Placeholder 26">
            <a:extLst>
              <a:ext uri="{FF2B5EF4-FFF2-40B4-BE49-F238E27FC236}">
                <a16:creationId xmlns:a16="http://schemas.microsoft.com/office/drawing/2014/main" id="{837854E7-C850-0693-8076-CD44B6200195}"/>
              </a:ext>
            </a:extLst>
          </p:cNvPr>
          <p:cNvSpPr>
            <a:spLocks noGrp="1"/>
          </p:cNvSpPr>
          <p:nvPr>
            <p:ph type="body" sz="quarter" idx="10"/>
          </p:nvPr>
        </p:nvSpPr>
        <p:spPr>
          <a:xfrm>
            <a:off x="394894" y="981038"/>
            <a:ext cx="10972800" cy="258532"/>
          </a:xfrm>
        </p:spPr>
        <p:txBody>
          <a:bodyPr/>
          <a:lstStyle/>
          <a:p>
            <a:r>
              <a:rPr lang="en-US" dirty="0"/>
              <a:t>Develop and train FMs continuously for weeks and months</a:t>
            </a:r>
          </a:p>
        </p:txBody>
      </p:sp>
      <p:sp>
        <p:nvSpPr>
          <p:cNvPr id="8" name="Slide Number Placeholder 1">
            <a:extLst>
              <a:ext uri="{FF2B5EF4-FFF2-40B4-BE49-F238E27FC236}">
                <a16:creationId xmlns:a16="http://schemas.microsoft.com/office/drawing/2014/main" id="{0BA54A9E-CAED-26BD-5121-EA429C799913}"/>
              </a:ext>
            </a:extLst>
          </p:cNvPr>
          <p:cNvSpPr txBox="1">
            <a:spLocks/>
          </p:cNvSpPr>
          <p:nvPr/>
        </p:nvSpPr>
        <p:spPr>
          <a:xfrm>
            <a:off x="8929200" y="6289500"/>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B4B8DE2-A4E8-46E4-8BBF-D75455EFF32C}" type="slidenum">
              <a:rPr lang="en-US" sz="900">
                <a:solidFill>
                  <a:schemeClr val="tx2"/>
                </a:solidFill>
              </a:rPr>
              <a:pPr algn="r"/>
              <a:t>25</a:t>
            </a:fld>
            <a:endParaRPr lang="en-US" sz="900" dirty="0">
              <a:solidFill>
                <a:schemeClr val="tx2"/>
              </a:solidFill>
            </a:endParaRPr>
          </a:p>
        </p:txBody>
      </p:sp>
      <p:graphicFrame>
        <p:nvGraphicFramePr>
          <p:cNvPr id="3" name="Diagram 2">
            <a:extLst>
              <a:ext uri="{FF2B5EF4-FFF2-40B4-BE49-F238E27FC236}">
                <a16:creationId xmlns:a16="http://schemas.microsoft.com/office/drawing/2014/main" id="{A143101F-F125-5EB3-7968-182DC7715557}"/>
              </a:ext>
            </a:extLst>
          </p:cNvPr>
          <p:cNvGraphicFramePr/>
          <p:nvPr>
            <p:extLst>
              <p:ext uri="{D42A27DB-BD31-4B8C-83A1-F6EECF244321}">
                <p14:modId xmlns:p14="http://schemas.microsoft.com/office/powerpoint/2010/main" val="3385714771"/>
              </p:ext>
            </p:extLst>
          </p:nvPr>
        </p:nvGraphicFramePr>
        <p:xfrm>
          <a:off x="2032000" y="2067339"/>
          <a:ext cx="8185426" cy="407099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431002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8AB25-B86C-AE54-28C2-6AD420236AFC}"/>
            </a:ext>
          </a:extLst>
        </p:cNvPr>
        <p:cNvGrpSpPr/>
        <p:nvPr/>
      </p:nvGrpSpPr>
      <p:grpSpPr>
        <a:xfrm>
          <a:off x="0" y="0"/>
          <a:ext cx="0" cy="0"/>
          <a:chOff x="0" y="0"/>
          <a:chExt cx="0" cy="0"/>
        </a:xfrm>
      </p:grpSpPr>
      <p:sp>
        <p:nvSpPr>
          <p:cNvPr id="2063" name="Rectangle: Rounded Corners 39">
            <a:extLst>
              <a:ext uri="{FF2B5EF4-FFF2-40B4-BE49-F238E27FC236}">
                <a16:creationId xmlns:a16="http://schemas.microsoft.com/office/drawing/2014/main" id="{154DBDB7-D74D-5300-7169-BE241274A449}"/>
              </a:ext>
            </a:extLst>
          </p:cNvPr>
          <p:cNvSpPr/>
          <p:nvPr/>
        </p:nvSpPr>
        <p:spPr>
          <a:xfrm>
            <a:off x="593946" y="1546985"/>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65" name="Rectangle: Rounded Corners 39">
            <a:extLst>
              <a:ext uri="{FF2B5EF4-FFF2-40B4-BE49-F238E27FC236}">
                <a16:creationId xmlns:a16="http://schemas.microsoft.com/office/drawing/2014/main" id="{C081CF7F-6F9C-AE38-ADE5-21CF467C340B}"/>
              </a:ext>
            </a:extLst>
          </p:cNvPr>
          <p:cNvSpPr/>
          <p:nvPr/>
        </p:nvSpPr>
        <p:spPr>
          <a:xfrm>
            <a:off x="593946" y="2681373"/>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66" name="Rectangle: Rounded Corners 39">
            <a:extLst>
              <a:ext uri="{FF2B5EF4-FFF2-40B4-BE49-F238E27FC236}">
                <a16:creationId xmlns:a16="http://schemas.microsoft.com/office/drawing/2014/main" id="{5A3C8539-9A39-BE5F-4568-13CD65DB4CD3}"/>
              </a:ext>
            </a:extLst>
          </p:cNvPr>
          <p:cNvSpPr/>
          <p:nvPr/>
        </p:nvSpPr>
        <p:spPr>
          <a:xfrm>
            <a:off x="591357" y="3815761"/>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67" name="Rectangle: Rounded Corners 39">
            <a:extLst>
              <a:ext uri="{FF2B5EF4-FFF2-40B4-BE49-F238E27FC236}">
                <a16:creationId xmlns:a16="http://schemas.microsoft.com/office/drawing/2014/main" id="{D985EB15-2C00-9CE2-8D25-FB0A86E67CD5}"/>
              </a:ext>
            </a:extLst>
          </p:cNvPr>
          <p:cNvSpPr/>
          <p:nvPr/>
        </p:nvSpPr>
        <p:spPr>
          <a:xfrm>
            <a:off x="591357" y="4950149"/>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68" name="Rectangle: Rounded Corners 39">
            <a:extLst>
              <a:ext uri="{FF2B5EF4-FFF2-40B4-BE49-F238E27FC236}">
                <a16:creationId xmlns:a16="http://schemas.microsoft.com/office/drawing/2014/main" id="{5E107857-6D8A-A84D-5B7F-779AEE7E8552}"/>
              </a:ext>
            </a:extLst>
          </p:cNvPr>
          <p:cNvSpPr/>
          <p:nvPr/>
        </p:nvSpPr>
        <p:spPr>
          <a:xfrm>
            <a:off x="2441419" y="1546985"/>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69" name="Rectangle: Rounded Corners 39">
            <a:extLst>
              <a:ext uri="{FF2B5EF4-FFF2-40B4-BE49-F238E27FC236}">
                <a16:creationId xmlns:a16="http://schemas.microsoft.com/office/drawing/2014/main" id="{6F5943FB-BA32-02CC-3695-AE58B9B994EB}"/>
              </a:ext>
            </a:extLst>
          </p:cNvPr>
          <p:cNvSpPr/>
          <p:nvPr/>
        </p:nvSpPr>
        <p:spPr>
          <a:xfrm>
            <a:off x="2441419" y="2681373"/>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70" name="Rectangle: Rounded Corners 39">
            <a:extLst>
              <a:ext uri="{FF2B5EF4-FFF2-40B4-BE49-F238E27FC236}">
                <a16:creationId xmlns:a16="http://schemas.microsoft.com/office/drawing/2014/main" id="{307A6ABF-83B4-2352-D4A2-8F9328529F27}"/>
              </a:ext>
            </a:extLst>
          </p:cNvPr>
          <p:cNvSpPr/>
          <p:nvPr/>
        </p:nvSpPr>
        <p:spPr>
          <a:xfrm>
            <a:off x="2438830" y="3815761"/>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71" name="Rectangle: Rounded Corners 39">
            <a:extLst>
              <a:ext uri="{FF2B5EF4-FFF2-40B4-BE49-F238E27FC236}">
                <a16:creationId xmlns:a16="http://schemas.microsoft.com/office/drawing/2014/main" id="{F6089243-6853-3A1F-29EA-8D5DE3AD052B}"/>
              </a:ext>
            </a:extLst>
          </p:cNvPr>
          <p:cNvSpPr/>
          <p:nvPr/>
        </p:nvSpPr>
        <p:spPr>
          <a:xfrm>
            <a:off x="2438830" y="4950149"/>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75" name="Rectangle: Rounded Corners 39">
            <a:extLst>
              <a:ext uri="{FF2B5EF4-FFF2-40B4-BE49-F238E27FC236}">
                <a16:creationId xmlns:a16="http://schemas.microsoft.com/office/drawing/2014/main" id="{E40419B7-324C-8794-E843-FAEF32F743FE}"/>
              </a:ext>
            </a:extLst>
          </p:cNvPr>
          <p:cNvSpPr/>
          <p:nvPr/>
        </p:nvSpPr>
        <p:spPr>
          <a:xfrm>
            <a:off x="4288892" y="1546985"/>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76" name="Rectangle: Rounded Corners 39">
            <a:extLst>
              <a:ext uri="{FF2B5EF4-FFF2-40B4-BE49-F238E27FC236}">
                <a16:creationId xmlns:a16="http://schemas.microsoft.com/office/drawing/2014/main" id="{49D0A166-5D0A-2AA4-C009-1981FBC11DF6}"/>
              </a:ext>
            </a:extLst>
          </p:cNvPr>
          <p:cNvSpPr/>
          <p:nvPr/>
        </p:nvSpPr>
        <p:spPr>
          <a:xfrm>
            <a:off x="4288892" y="2681373"/>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77" name="Rectangle: Rounded Corners 39">
            <a:extLst>
              <a:ext uri="{FF2B5EF4-FFF2-40B4-BE49-F238E27FC236}">
                <a16:creationId xmlns:a16="http://schemas.microsoft.com/office/drawing/2014/main" id="{75960322-DFEF-5009-15BE-409C0517EF36}"/>
              </a:ext>
            </a:extLst>
          </p:cNvPr>
          <p:cNvSpPr/>
          <p:nvPr/>
        </p:nvSpPr>
        <p:spPr>
          <a:xfrm>
            <a:off x="4286303" y="3815761"/>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78" name="Rectangle: Rounded Corners 39">
            <a:extLst>
              <a:ext uri="{FF2B5EF4-FFF2-40B4-BE49-F238E27FC236}">
                <a16:creationId xmlns:a16="http://schemas.microsoft.com/office/drawing/2014/main" id="{07966569-C7C1-5AC5-6E7A-DD4C92F73DBD}"/>
              </a:ext>
            </a:extLst>
          </p:cNvPr>
          <p:cNvSpPr/>
          <p:nvPr/>
        </p:nvSpPr>
        <p:spPr>
          <a:xfrm>
            <a:off x="4286303" y="4950149"/>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80" name="Rectangle: Rounded Corners 39">
            <a:extLst>
              <a:ext uri="{FF2B5EF4-FFF2-40B4-BE49-F238E27FC236}">
                <a16:creationId xmlns:a16="http://schemas.microsoft.com/office/drawing/2014/main" id="{2A431A12-0CD6-3CA4-BB0A-B0741D3EFDEB}"/>
              </a:ext>
            </a:extLst>
          </p:cNvPr>
          <p:cNvSpPr/>
          <p:nvPr/>
        </p:nvSpPr>
        <p:spPr>
          <a:xfrm>
            <a:off x="6136366" y="1546985"/>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81" name="Rectangle: Rounded Corners 39">
            <a:extLst>
              <a:ext uri="{FF2B5EF4-FFF2-40B4-BE49-F238E27FC236}">
                <a16:creationId xmlns:a16="http://schemas.microsoft.com/office/drawing/2014/main" id="{8BFA0537-5478-74B2-0CC6-0253F9E7E77F}"/>
              </a:ext>
            </a:extLst>
          </p:cNvPr>
          <p:cNvSpPr/>
          <p:nvPr/>
        </p:nvSpPr>
        <p:spPr>
          <a:xfrm>
            <a:off x="6136366" y="2681373"/>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82" name="Rectangle: Rounded Corners 39">
            <a:extLst>
              <a:ext uri="{FF2B5EF4-FFF2-40B4-BE49-F238E27FC236}">
                <a16:creationId xmlns:a16="http://schemas.microsoft.com/office/drawing/2014/main" id="{753B9776-8B70-3B8A-2BC0-951A12C5882F}"/>
              </a:ext>
            </a:extLst>
          </p:cNvPr>
          <p:cNvSpPr/>
          <p:nvPr/>
        </p:nvSpPr>
        <p:spPr>
          <a:xfrm>
            <a:off x="6133777" y="3815761"/>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83" name="Rectangle: Rounded Corners 39">
            <a:extLst>
              <a:ext uri="{FF2B5EF4-FFF2-40B4-BE49-F238E27FC236}">
                <a16:creationId xmlns:a16="http://schemas.microsoft.com/office/drawing/2014/main" id="{71EE32E5-9FA0-EEE4-5B41-B6BF071FA80B}"/>
              </a:ext>
            </a:extLst>
          </p:cNvPr>
          <p:cNvSpPr/>
          <p:nvPr/>
        </p:nvSpPr>
        <p:spPr>
          <a:xfrm>
            <a:off x="6133777" y="4950149"/>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85" name="Rectangle: Rounded Corners 39">
            <a:extLst>
              <a:ext uri="{FF2B5EF4-FFF2-40B4-BE49-F238E27FC236}">
                <a16:creationId xmlns:a16="http://schemas.microsoft.com/office/drawing/2014/main" id="{4FA16576-4EAB-2978-676B-8DE08940CCBF}"/>
              </a:ext>
            </a:extLst>
          </p:cNvPr>
          <p:cNvSpPr/>
          <p:nvPr/>
        </p:nvSpPr>
        <p:spPr>
          <a:xfrm>
            <a:off x="7983839" y="1546985"/>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86" name="Rectangle: Rounded Corners 39">
            <a:extLst>
              <a:ext uri="{FF2B5EF4-FFF2-40B4-BE49-F238E27FC236}">
                <a16:creationId xmlns:a16="http://schemas.microsoft.com/office/drawing/2014/main" id="{DC642C95-0B18-A047-F0FD-8FB79A3D4C2A}"/>
              </a:ext>
            </a:extLst>
          </p:cNvPr>
          <p:cNvSpPr/>
          <p:nvPr/>
        </p:nvSpPr>
        <p:spPr>
          <a:xfrm>
            <a:off x="7983839" y="2681373"/>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87" name="Rectangle: Rounded Corners 39">
            <a:extLst>
              <a:ext uri="{FF2B5EF4-FFF2-40B4-BE49-F238E27FC236}">
                <a16:creationId xmlns:a16="http://schemas.microsoft.com/office/drawing/2014/main" id="{F421308E-7D55-E69A-057F-D5A3CD1231F7}"/>
              </a:ext>
            </a:extLst>
          </p:cNvPr>
          <p:cNvSpPr/>
          <p:nvPr/>
        </p:nvSpPr>
        <p:spPr>
          <a:xfrm>
            <a:off x="7981250" y="3815761"/>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88" name="Rectangle: Rounded Corners 39">
            <a:extLst>
              <a:ext uri="{FF2B5EF4-FFF2-40B4-BE49-F238E27FC236}">
                <a16:creationId xmlns:a16="http://schemas.microsoft.com/office/drawing/2014/main" id="{C6AEEEBF-BF02-EF60-64C8-FD5D22EDF56A}"/>
              </a:ext>
            </a:extLst>
          </p:cNvPr>
          <p:cNvSpPr/>
          <p:nvPr/>
        </p:nvSpPr>
        <p:spPr>
          <a:xfrm>
            <a:off x="7981250" y="4950149"/>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90" name="Rectangle: Rounded Corners 39">
            <a:extLst>
              <a:ext uri="{FF2B5EF4-FFF2-40B4-BE49-F238E27FC236}">
                <a16:creationId xmlns:a16="http://schemas.microsoft.com/office/drawing/2014/main" id="{62AC3F33-6C2B-F93C-68F5-F2DAB5E040FD}"/>
              </a:ext>
            </a:extLst>
          </p:cNvPr>
          <p:cNvSpPr/>
          <p:nvPr/>
        </p:nvSpPr>
        <p:spPr>
          <a:xfrm>
            <a:off x="9831312" y="1546985"/>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91" name="Rectangle: Rounded Corners 39">
            <a:extLst>
              <a:ext uri="{FF2B5EF4-FFF2-40B4-BE49-F238E27FC236}">
                <a16:creationId xmlns:a16="http://schemas.microsoft.com/office/drawing/2014/main" id="{646A1C66-CAA2-F484-E3B4-A4DD77B8C5AF}"/>
              </a:ext>
            </a:extLst>
          </p:cNvPr>
          <p:cNvSpPr/>
          <p:nvPr/>
        </p:nvSpPr>
        <p:spPr>
          <a:xfrm>
            <a:off x="9831312" y="2681373"/>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92" name="Rectangle: Rounded Corners 39">
            <a:extLst>
              <a:ext uri="{FF2B5EF4-FFF2-40B4-BE49-F238E27FC236}">
                <a16:creationId xmlns:a16="http://schemas.microsoft.com/office/drawing/2014/main" id="{0C6F36EB-25B5-5A05-0443-959A8836B1F3}"/>
              </a:ext>
            </a:extLst>
          </p:cNvPr>
          <p:cNvSpPr/>
          <p:nvPr/>
        </p:nvSpPr>
        <p:spPr>
          <a:xfrm>
            <a:off x="9828723" y="3815761"/>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093" name="Rectangle: Rounded Corners 39">
            <a:extLst>
              <a:ext uri="{FF2B5EF4-FFF2-40B4-BE49-F238E27FC236}">
                <a16:creationId xmlns:a16="http://schemas.microsoft.com/office/drawing/2014/main" id="{E9BFAD18-E9EA-4F31-6385-51DCCC997506}"/>
              </a:ext>
            </a:extLst>
          </p:cNvPr>
          <p:cNvSpPr/>
          <p:nvPr/>
        </p:nvSpPr>
        <p:spPr>
          <a:xfrm>
            <a:off x="9828723" y="4950149"/>
            <a:ext cx="1769332" cy="1048132"/>
          </a:xfrm>
          <a:prstGeom prst="roundRect">
            <a:avLst>
              <a:gd name="adj" fmla="val 4396"/>
            </a:avLst>
          </a:prstGeom>
          <a:solidFill>
            <a:schemeClr val="bg1"/>
          </a:solidFill>
          <a:ln>
            <a:noFill/>
          </a:ln>
          <a:effectLst>
            <a:outerShdw blurRad="675789" dist="50800" dir="5400000" algn="ctr" rotWithShape="0">
              <a:schemeClr val="bg2">
                <a:lumMod val="10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1371600" r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mazon Ember Display"/>
              <a:ea typeface="+mn-ea"/>
              <a:cs typeface="+mn-cs"/>
            </a:endParaRPr>
          </a:p>
        </p:txBody>
      </p:sp>
      <p:sp>
        <p:nvSpPr>
          <p:cNvPr id="28" name="Title 27">
            <a:extLst>
              <a:ext uri="{FF2B5EF4-FFF2-40B4-BE49-F238E27FC236}">
                <a16:creationId xmlns:a16="http://schemas.microsoft.com/office/drawing/2014/main" id="{D1BDCD12-7903-9504-0243-AEEE8ECB7F91}"/>
              </a:ext>
            </a:extLst>
          </p:cNvPr>
          <p:cNvSpPr>
            <a:spLocks noGrp="1"/>
          </p:cNvSpPr>
          <p:nvPr>
            <p:ph type="title"/>
          </p:nvPr>
        </p:nvSpPr>
        <p:spPr>
          <a:xfrm>
            <a:off x="609599" y="609601"/>
            <a:ext cx="11373853" cy="590931"/>
          </a:xfrm>
        </p:spPr>
        <p:txBody>
          <a:bodyPr>
            <a:normAutofit fontScale="90000"/>
          </a:bodyPr>
          <a:lstStyle/>
          <a:p>
            <a:r>
              <a:rPr lang="en-US" dirty="0">
                <a:latin typeface="+mn-lt"/>
              </a:rPr>
              <a:t>Top AI companies use </a:t>
            </a:r>
            <a:r>
              <a:rPr lang="en-US" dirty="0" err="1">
                <a:latin typeface="+mn-lt"/>
              </a:rPr>
              <a:t>HyperPod</a:t>
            </a:r>
            <a:r>
              <a:rPr lang="en-US" dirty="0">
                <a:latin typeface="+mn-lt"/>
              </a:rPr>
              <a:t> </a:t>
            </a:r>
            <a:r>
              <a:rPr lang="en-US" dirty="0"/>
              <a:t>to train and deploy models</a:t>
            </a:r>
          </a:p>
        </p:txBody>
      </p:sp>
      <p:pic>
        <p:nvPicPr>
          <p:cNvPr id="2052" name="Picture 4" descr="Ayala Corporation's ACTIVE Fund invests in Featherless.ai startup to  democratize AI access">
            <a:extLst>
              <a:ext uri="{FF2B5EF4-FFF2-40B4-BE49-F238E27FC236}">
                <a16:creationId xmlns:a16="http://schemas.microsoft.com/office/drawing/2014/main" id="{0462B9DE-73D7-78CC-FA18-73B0F0E11F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77830" y="1772101"/>
            <a:ext cx="1476296" cy="597900"/>
          </a:xfrm>
          <a:prstGeom prst="rect">
            <a:avLst/>
          </a:prstGeom>
          <a:noFill/>
          <a:extLst>
            <a:ext uri="{909E8E84-426E-40DD-AFC4-6F175D3DCCD1}">
              <a14:hiddenFill xmlns:a14="http://schemas.microsoft.com/office/drawing/2010/main">
                <a:solidFill>
                  <a:srgbClr val="FFFFFF"/>
                </a:solidFill>
              </a14:hiddenFill>
            </a:ext>
          </a:extLst>
        </p:spPr>
      </p:pic>
      <p:pic>
        <p:nvPicPr>
          <p:cNvPr id="281" name="Graphic 280">
            <a:extLst>
              <a:ext uri="{FF2B5EF4-FFF2-40B4-BE49-F238E27FC236}">
                <a16:creationId xmlns:a16="http://schemas.microsoft.com/office/drawing/2014/main" id="{D4D0EF8F-C297-E53C-0E01-C018C9A89F16}"/>
              </a:ext>
            </a:extLst>
          </p:cNvPr>
          <p:cNvPicPr>
            <a:picLocks noChangeAspect="1"/>
          </p:cNvPicPr>
          <p:nvPr/>
        </p:nvPicPr>
        <p:blipFill>
          <a:blip r:embed="rId4">
            <a:extLst>
              <a:ext uri="{96DAC541-7B7A-43D3-8B79-37D633B846F1}">
                <asvg:svgBlip xmlns:asvg="http://schemas.microsoft.com/office/drawing/2016/SVG/main" r:embed="rId5"/>
              </a:ext>
            </a:extLst>
          </a:blip>
          <a:srcRect l="6598" t="38513" r="13271" b="39023"/>
          <a:stretch/>
        </p:blipFill>
        <p:spPr>
          <a:xfrm>
            <a:off x="4563419" y="3063241"/>
            <a:ext cx="1220278" cy="284398"/>
          </a:xfrm>
          <a:prstGeom prst="rect">
            <a:avLst/>
          </a:prstGeom>
        </p:spPr>
      </p:pic>
      <p:pic>
        <p:nvPicPr>
          <p:cNvPr id="290" name="Picture 289">
            <a:extLst>
              <a:ext uri="{FF2B5EF4-FFF2-40B4-BE49-F238E27FC236}">
                <a16:creationId xmlns:a16="http://schemas.microsoft.com/office/drawing/2014/main" id="{3B353520-FBEA-2F8F-1EBC-6548E4C10324}"/>
              </a:ext>
            </a:extLst>
          </p:cNvPr>
          <p:cNvPicPr>
            <a:picLocks noChangeAspect="1"/>
          </p:cNvPicPr>
          <p:nvPr/>
        </p:nvPicPr>
        <p:blipFill>
          <a:blip r:embed="rId6">
            <a:lum bright="-100000"/>
          </a:blip>
          <a:stretch>
            <a:fillRect/>
          </a:stretch>
        </p:blipFill>
        <p:spPr>
          <a:xfrm>
            <a:off x="8464288" y="3123022"/>
            <a:ext cx="808434" cy="164836"/>
          </a:xfrm>
          <a:prstGeom prst="rect">
            <a:avLst/>
          </a:prstGeom>
        </p:spPr>
      </p:pic>
      <p:pic>
        <p:nvPicPr>
          <p:cNvPr id="293" name="Picture 292" descr="A black text on a white background&#10;&#10;Description automatically generated">
            <a:extLst>
              <a:ext uri="{FF2B5EF4-FFF2-40B4-BE49-F238E27FC236}">
                <a16:creationId xmlns:a16="http://schemas.microsoft.com/office/drawing/2014/main" id="{7C908C1F-6B95-3593-15E9-8D0E515FDE5C}"/>
              </a:ext>
            </a:extLst>
          </p:cNvPr>
          <p:cNvPicPr>
            <a:picLocks noChangeAspect="1"/>
          </p:cNvPicPr>
          <p:nvPr/>
        </p:nvPicPr>
        <p:blipFill>
          <a:blip r:embed="rId7"/>
          <a:stretch>
            <a:fillRect/>
          </a:stretch>
        </p:blipFill>
        <p:spPr>
          <a:xfrm>
            <a:off x="2698848" y="4183666"/>
            <a:ext cx="1249296" cy="312324"/>
          </a:xfrm>
          <a:prstGeom prst="rect">
            <a:avLst/>
          </a:prstGeom>
        </p:spPr>
      </p:pic>
      <p:grpSp>
        <p:nvGrpSpPr>
          <p:cNvPr id="2059" name="Group 2058">
            <a:extLst>
              <a:ext uri="{FF2B5EF4-FFF2-40B4-BE49-F238E27FC236}">
                <a16:creationId xmlns:a16="http://schemas.microsoft.com/office/drawing/2014/main" id="{ACB63EA5-7037-4D89-DE09-D5E3F9891E30}"/>
              </a:ext>
            </a:extLst>
          </p:cNvPr>
          <p:cNvGrpSpPr/>
          <p:nvPr/>
        </p:nvGrpSpPr>
        <p:grpSpPr>
          <a:xfrm>
            <a:off x="2650812" y="2996059"/>
            <a:ext cx="1350552" cy="418760"/>
            <a:chOff x="623065" y="3050715"/>
            <a:chExt cx="1476938" cy="457951"/>
          </a:xfrm>
        </p:grpSpPr>
        <p:pic>
          <p:nvPicPr>
            <p:cNvPr id="311" name="Picture 310" descr="A black background with a black square&#10;&#10;Description automatically generated with medium confidence">
              <a:extLst>
                <a:ext uri="{FF2B5EF4-FFF2-40B4-BE49-F238E27FC236}">
                  <a16:creationId xmlns:a16="http://schemas.microsoft.com/office/drawing/2014/main" id="{A5277C98-DD07-8F88-3C2B-AB58492B7F43}"/>
                </a:ext>
              </a:extLst>
            </p:cNvPr>
            <p:cNvPicPr>
              <a:picLocks noChangeAspect="1"/>
            </p:cNvPicPr>
            <p:nvPr/>
          </p:nvPicPr>
          <p:blipFill>
            <a:blip r:embed="rId8"/>
            <a:srcRect r="72868"/>
            <a:stretch/>
          </p:blipFill>
          <p:spPr>
            <a:xfrm>
              <a:off x="623065" y="3106435"/>
              <a:ext cx="316478" cy="346513"/>
            </a:xfrm>
            <a:prstGeom prst="rect">
              <a:avLst/>
            </a:prstGeom>
          </p:spPr>
        </p:pic>
        <p:pic>
          <p:nvPicPr>
            <p:cNvPr id="312" name="Picture 311" descr="A black background with a black square&#10;&#10;Description automatically generated with medium confidence">
              <a:extLst>
                <a:ext uri="{FF2B5EF4-FFF2-40B4-BE49-F238E27FC236}">
                  <a16:creationId xmlns:a16="http://schemas.microsoft.com/office/drawing/2014/main" id="{B63F65F3-E41F-FE77-5DEF-756296C9E3D7}"/>
                </a:ext>
              </a:extLst>
            </p:cNvPr>
            <p:cNvPicPr>
              <a:picLocks noChangeAspect="1"/>
            </p:cNvPicPr>
            <p:nvPr/>
          </p:nvPicPr>
          <p:blipFill>
            <a:blip r:embed="rId9"/>
            <a:srcRect l="27132"/>
            <a:stretch/>
          </p:blipFill>
          <p:spPr>
            <a:xfrm>
              <a:off x="976703" y="3050715"/>
              <a:ext cx="1123300" cy="457951"/>
            </a:xfrm>
            <a:prstGeom prst="rect">
              <a:avLst/>
            </a:prstGeom>
          </p:spPr>
        </p:pic>
      </p:grpSp>
      <p:pic>
        <p:nvPicPr>
          <p:cNvPr id="20" name="Picture 19">
            <a:extLst>
              <a:ext uri="{FF2B5EF4-FFF2-40B4-BE49-F238E27FC236}">
                <a16:creationId xmlns:a16="http://schemas.microsoft.com/office/drawing/2014/main" id="{89829782-5889-2A5B-E083-92D992C3A9AF}"/>
              </a:ext>
            </a:extLst>
          </p:cNvPr>
          <p:cNvPicPr>
            <a:picLocks noChangeAspect="1"/>
          </p:cNvPicPr>
          <p:nvPr/>
        </p:nvPicPr>
        <p:blipFill>
          <a:blip r:embed="rId10">
            <a:lum bright="-100000"/>
          </a:blip>
          <a:stretch>
            <a:fillRect/>
          </a:stretch>
        </p:blipFill>
        <p:spPr>
          <a:xfrm>
            <a:off x="10113963" y="3056653"/>
            <a:ext cx="1204030" cy="297572"/>
          </a:xfrm>
          <a:prstGeom prst="rect">
            <a:avLst/>
          </a:prstGeom>
        </p:spPr>
      </p:pic>
      <p:pic>
        <p:nvPicPr>
          <p:cNvPr id="299" name="Picture 298" descr="A blue cloud with white text&#10;&#10;Description automatically generated">
            <a:extLst>
              <a:ext uri="{FF2B5EF4-FFF2-40B4-BE49-F238E27FC236}">
                <a16:creationId xmlns:a16="http://schemas.microsoft.com/office/drawing/2014/main" id="{30593B8D-076D-94FB-2FDF-124F1329B300}"/>
              </a:ext>
            </a:extLst>
          </p:cNvPr>
          <p:cNvPicPr>
            <a:picLocks noChangeAspect="1"/>
          </p:cNvPicPr>
          <p:nvPr/>
        </p:nvPicPr>
        <p:blipFill>
          <a:blip r:embed="rId11"/>
          <a:stretch>
            <a:fillRect/>
          </a:stretch>
        </p:blipFill>
        <p:spPr>
          <a:xfrm>
            <a:off x="1174202" y="5263178"/>
            <a:ext cx="603644" cy="422076"/>
          </a:xfrm>
          <a:prstGeom prst="rect">
            <a:avLst/>
          </a:prstGeom>
        </p:spPr>
      </p:pic>
      <p:pic>
        <p:nvPicPr>
          <p:cNvPr id="301" name="Picture 300" descr="A black and grey logo&#10;&#10;Description automatically generated">
            <a:extLst>
              <a:ext uri="{FF2B5EF4-FFF2-40B4-BE49-F238E27FC236}">
                <a16:creationId xmlns:a16="http://schemas.microsoft.com/office/drawing/2014/main" id="{FBACC5EA-16E7-FA2D-04E0-8CC458D1FBFB}"/>
              </a:ext>
            </a:extLst>
          </p:cNvPr>
          <p:cNvPicPr>
            <a:picLocks noChangeAspect="1"/>
          </p:cNvPicPr>
          <p:nvPr/>
        </p:nvPicPr>
        <p:blipFill>
          <a:blip r:embed="rId12"/>
          <a:stretch>
            <a:fillRect/>
          </a:stretch>
        </p:blipFill>
        <p:spPr>
          <a:xfrm>
            <a:off x="2786179" y="5371120"/>
            <a:ext cx="1074636" cy="206192"/>
          </a:xfrm>
          <a:prstGeom prst="rect">
            <a:avLst/>
          </a:prstGeom>
        </p:spPr>
      </p:pic>
      <p:pic>
        <p:nvPicPr>
          <p:cNvPr id="24" name="Picture 23">
            <a:extLst>
              <a:ext uri="{FF2B5EF4-FFF2-40B4-BE49-F238E27FC236}">
                <a16:creationId xmlns:a16="http://schemas.microsoft.com/office/drawing/2014/main" id="{91B8B350-1AAC-05C1-B326-02506C90547F}"/>
              </a:ext>
            </a:extLst>
          </p:cNvPr>
          <p:cNvPicPr>
            <a:picLocks noChangeAspect="1"/>
          </p:cNvPicPr>
          <p:nvPr/>
        </p:nvPicPr>
        <p:blipFill>
          <a:blip r:embed="rId13">
            <a:lum bright="-100000"/>
          </a:blip>
          <a:stretch>
            <a:fillRect/>
          </a:stretch>
        </p:blipFill>
        <p:spPr>
          <a:xfrm>
            <a:off x="10406081" y="5374626"/>
            <a:ext cx="614616" cy="199180"/>
          </a:xfrm>
          <a:prstGeom prst="rect">
            <a:avLst/>
          </a:prstGeom>
        </p:spPr>
      </p:pic>
      <p:grpSp>
        <p:nvGrpSpPr>
          <p:cNvPr id="10" name="Group 9">
            <a:extLst>
              <a:ext uri="{FF2B5EF4-FFF2-40B4-BE49-F238E27FC236}">
                <a16:creationId xmlns:a16="http://schemas.microsoft.com/office/drawing/2014/main" id="{1E5F0080-BD00-5B69-FC1B-C9650E7DC4EC}"/>
              </a:ext>
            </a:extLst>
          </p:cNvPr>
          <p:cNvGrpSpPr/>
          <p:nvPr/>
        </p:nvGrpSpPr>
        <p:grpSpPr>
          <a:xfrm>
            <a:off x="2963092" y="1964544"/>
            <a:ext cx="725988" cy="213014"/>
            <a:chOff x="-12776405" y="3041179"/>
            <a:chExt cx="9528042" cy="2750853"/>
          </a:xfrm>
        </p:grpSpPr>
        <p:pic>
          <p:nvPicPr>
            <p:cNvPr id="7" name="Picture 6" descr="A blue text on a black background&#10;&#10;Description automatically generated">
              <a:extLst>
                <a:ext uri="{FF2B5EF4-FFF2-40B4-BE49-F238E27FC236}">
                  <a16:creationId xmlns:a16="http://schemas.microsoft.com/office/drawing/2014/main" id="{70C3027D-7F02-8E63-508E-95AB75AF6BFF}"/>
                </a:ext>
              </a:extLst>
            </p:cNvPr>
            <p:cNvPicPr>
              <a:picLocks noChangeAspect="1"/>
            </p:cNvPicPr>
            <p:nvPr/>
          </p:nvPicPr>
          <p:blipFill>
            <a:blip r:embed="rId14"/>
            <a:srcRect l="4397" t="28766" r="19631" b="26619"/>
            <a:stretch/>
          </p:blipFill>
          <p:spPr>
            <a:xfrm>
              <a:off x="-12776405" y="3041179"/>
              <a:ext cx="8327632" cy="2750853"/>
            </a:xfrm>
            <a:prstGeom prst="rect">
              <a:avLst/>
            </a:prstGeom>
          </p:spPr>
        </p:pic>
        <p:pic>
          <p:nvPicPr>
            <p:cNvPr id="8" name="Picture 7" descr="A blue text on a black background&#10;&#10;Description automatically generated">
              <a:extLst>
                <a:ext uri="{FF2B5EF4-FFF2-40B4-BE49-F238E27FC236}">
                  <a16:creationId xmlns:a16="http://schemas.microsoft.com/office/drawing/2014/main" id="{5DA25528-CBA8-DEFE-C543-B8A78D20F5A4}"/>
                </a:ext>
              </a:extLst>
            </p:cNvPr>
            <p:cNvPicPr>
              <a:picLocks noChangeAspect="1"/>
            </p:cNvPicPr>
            <p:nvPr/>
          </p:nvPicPr>
          <p:blipFill>
            <a:blip r:embed="rId15"/>
            <a:srcRect l="80370" t="28766" r="4185" b="26620"/>
            <a:stretch/>
          </p:blipFill>
          <p:spPr>
            <a:xfrm>
              <a:off x="-4877905" y="3144220"/>
              <a:ext cx="1629542" cy="2647812"/>
            </a:xfrm>
            <a:prstGeom prst="rect">
              <a:avLst/>
            </a:prstGeom>
          </p:spPr>
        </p:pic>
      </p:grpSp>
      <p:grpSp>
        <p:nvGrpSpPr>
          <p:cNvPr id="3" name="Group 2">
            <a:extLst>
              <a:ext uri="{FF2B5EF4-FFF2-40B4-BE49-F238E27FC236}">
                <a16:creationId xmlns:a16="http://schemas.microsoft.com/office/drawing/2014/main" id="{6899E147-2C1E-7226-C8E3-8DF4B2FEADDF}"/>
              </a:ext>
            </a:extLst>
          </p:cNvPr>
          <p:cNvGrpSpPr/>
          <p:nvPr/>
        </p:nvGrpSpPr>
        <p:grpSpPr>
          <a:xfrm>
            <a:off x="4960737" y="1858230"/>
            <a:ext cx="425642" cy="425642"/>
            <a:chOff x="16031285" y="2198896"/>
            <a:chExt cx="1737360" cy="1737361"/>
          </a:xfrm>
        </p:grpSpPr>
        <p:pic>
          <p:nvPicPr>
            <p:cNvPr id="4" name="Picture 24">
              <a:extLst>
                <a:ext uri="{FF2B5EF4-FFF2-40B4-BE49-F238E27FC236}">
                  <a16:creationId xmlns:a16="http://schemas.microsoft.com/office/drawing/2014/main" id="{C15C4522-A1D1-98C1-6F77-8DBCA5A33D1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031285" y="2198896"/>
              <a:ext cx="1737360" cy="1737361"/>
            </a:xfrm>
            <a:prstGeom prst="rect">
              <a:avLst/>
            </a:prstGeom>
            <a:extLst>
              <a:ext uri="{909E8E84-426E-40DD-AFC4-6F175D3DCCD1}">
                <a14:hiddenFill xmlns:a14="http://schemas.microsoft.com/office/drawing/2010/main">
                  <a:solidFill>
                    <a:srgbClr val="FFFFFF"/>
                  </a:solidFill>
                </a14:hiddenFill>
              </a:ext>
            </a:extLst>
          </p:spPr>
        </p:pic>
        <p:pic>
          <p:nvPicPr>
            <p:cNvPr id="6" name="Picture 24">
              <a:extLst>
                <a:ext uri="{FF2B5EF4-FFF2-40B4-BE49-F238E27FC236}">
                  <a16:creationId xmlns:a16="http://schemas.microsoft.com/office/drawing/2014/main" id="{16905AB8-A18A-8238-9731-F96BBD37B32F}"/>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7326" t="8575" r="7237" b="7387"/>
            <a:stretch/>
          </p:blipFill>
          <p:spPr bwMode="auto">
            <a:xfrm>
              <a:off x="16158570" y="2347868"/>
              <a:ext cx="1484334" cy="1460037"/>
            </a:xfrm>
            <a:prstGeom prst="rect">
              <a:avLst/>
            </a:prstGeom>
            <a:extLst>
              <a:ext uri="{909E8E84-426E-40DD-AFC4-6F175D3DCCD1}">
                <a14:hiddenFill xmlns:a14="http://schemas.microsoft.com/office/drawing/2010/main">
                  <a:solidFill>
                    <a:srgbClr val="FFFFFF"/>
                  </a:solidFill>
                </a14:hiddenFill>
              </a:ext>
            </a:extLst>
          </p:spPr>
        </p:pic>
      </p:grpSp>
      <p:pic>
        <p:nvPicPr>
          <p:cNvPr id="13" name="Picture 12" descr="A blue and black logo&#10;&#10;Description automatically generated">
            <a:extLst>
              <a:ext uri="{FF2B5EF4-FFF2-40B4-BE49-F238E27FC236}">
                <a16:creationId xmlns:a16="http://schemas.microsoft.com/office/drawing/2014/main" id="{06EC6B12-6BA0-01D1-686F-45E761E2F02A}"/>
              </a:ext>
            </a:extLst>
          </p:cNvPr>
          <p:cNvPicPr>
            <a:picLocks noChangeAspect="1"/>
          </p:cNvPicPr>
          <p:nvPr/>
        </p:nvPicPr>
        <p:blipFill>
          <a:blip r:embed="rId18"/>
          <a:stretch>
            <a:fillRect/>
          </a:stretch>
        </p:blipFill>
        <p:spPr>
          <a:xfrm>
            <a:off x="6474281" y="1983937"/>
            <a:ext cx="1093504" cy="174230"/>
          </a:xfrm>
          <a:prstGeom prst="rect">
            <a:avLst/>
          </a:prstGeom>
        </p:spPr>
      </p:pic>
      <p:pic>
        <p:nvPicPr>
          <p:cNvPr id="9" name="Picture 8">
            <a:extLst>
              <a:ext uri="{FF2B5EF4-FFF2-40B4-BE49-F238E27FC236}">
                <a16:creationId xmlns:a16="http://schemas.microsoft.com/office/drawing/2014/main" id="{342777D3-FD25-B522-BA03-8C7102D924DF}"/>
              </a:ext>
            </a:extLst>
          </p:cNvPr>
          <p:cNvPicPr>
            <a:picLocks noChangeAspect="1"/>
          </p:cNvPicPr>
          <p:nvPr/>
        </p:nvPicPr>
        <p:blipFill>
          <a:blip r:embed="rId19"/>
          <a:stretch>
            <a:fillRect/>
          </a:stretch>
        </p:blipFill>
        <p:spPr>
          <a:xfrm>
            <a:off x="1221557" y="3007363"/>
            <a:ext cx="514110" cy="396152"/>
          </a:xfrm>
          <a:prstGeom prst="rect">
            <a:avLst/>
          </a:prstGeom>
        </p:spPr>
      </p:pic>
      <p:pic>
        <p:nvPicPr>
          <p:cNvPr id="18" name="Picture 17">
            <a:extLst>
              <a:ext uri="{FF2B5EF4-FFF2-40B4-BE49-F238E27FC236}">
                <a16:creationId xmlns:a16="http://schemas.microsoft.com/office/drawing/2014/main" id="{75E4B460-B387-47B7-932E-94E290F94B65}"/>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440331" y="4259482"/>
            <a:ext cx="800370" cy="160692"/>
          </a:xfrm>
          <a:prstGeom prst="rect">
            <a:avLst/>
          </a:prstGeom>
        </p:spPr>
      </p:pic>
      <p:pic>
        <p:nvPicPr>
          <p:cNvPr id="23" name="Picture 22">
            <a:extLst>
              <a:ext uri="{FF2B5EF4-FFF2-40B4-BE49-F238E27FC236}">
                <a16:creationId xmlns:a16="http://schemas.microsoft.com/office/drawing/2014/main" id="{7EB50C1A-2873-4CD0-915E-B9F1B19C6F1F}"/>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5612" y="4191857"/>
            <a:ext cx="1040822" cy="295940"/>
          </a:xfrm>
          <a:prstGeom prst="rect">
            <a:avLst/>
          </a:prstGeom>
        </p:spPr>
      </p:pic>
      <p:pic>
        <p:nvPicPr>
          <p:cNvPr id="41" name="Picture 40">
            <a:extLst>
              <a:ext uri="{FF2B5EF4-FFF2-40B4-BE49-F238E27FC236}">
                <a16:creationId xmlns:a16="http://schemas.microsoft.com/office/drawing/2014/main" id="{4F0DE0F8-7398-45C4-A507-76A8EFF42405}"/>
              </a:ext>
            </a:extLst>
          </p:cNvPr>
          <p:cNvPicPr>
            <a:picLocks noChangeAspect="1"/>
          </p:cNvPicPr>
          <p:nvPr/>
        </p:nvPicPr>
        <p:blipFill>
          <a:blip r:embed="rId22">
            <a:lum bright="-100000"/>
          </a:blip>
          <a:stretch>
            <a:fillRect/>
          </a:stretch>
        </p:blipFill>
        <p:spPr>
          <a:xfrm>
            <a:off x="6428074" y="4243372"/>
            <a:ext cx="1180740" cy="192910"/>
          </a:xfrm>
          <a:prstGeom prst="rect">
            <a:avLst/>
          </a:prstGeom>
        </p:spPr>
      </p:pic>
      <p:pic>
        <p:nvPicPr>
          <p:cNvPr id="29" name="Picture 2" descr="Machine Learning Engineer @ DatologyAI">
            <a:extLst>
              <a:ext uri="{FF2B5EF4-FFF2-40B4-BE49-F238E27FC236}">
                <a16:creationId xmlns:a16="http://schemas.microsoft.com/office/drawing/2014/main" id="{D2E70E1E-7512-8F38-168C-4E2DA1D19CE7}"/>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287316" y="1926880"/>
            <a:ext cx="1162378" cy="28834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rand assets - Hugging Face">
            <a:extLst>
              <a:ext uri="{FF2B5EF4-FFF2-40B4-BE49-F238E27FC236}">
                <a16:creationId xmlns:a16="http://schemas.microsoft.com/office/drawing/2014/main" id="{4F0203C2-8174-64BE-63A1-7D62686B3226}"/>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301430" y="3014109"/>
            <a:ext cx="1439206" cy="38266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ODP Offers Azure Fundamentals Training For 25 Participants As Part Of Its  CSR Strategy - Oman Data Park">
            <a:extLst>
              <a:ext uri="{FF2B5EF4-FFF2-40B4-BE49-F238E27FC236}">
                <a16:creationId xmlns:a16="http://schemas.microsoft.com/office/drawing/2014/main" id="{3C5C7846-51AC-2ED9-3434-BDC82CE16B75}"/>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594618" y="4191177"/>
            <a:ext cx="1152704" cy="29730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3C671475-EE79-BE81-C95D-70AF1AAF64B5}"/>
              </a:ext>
            </a:extLst>
          </p:cNvPr>
          <p:cNvPicPr>
            <a:picLocks noChangeAspect="1"/>
          </p:cNvPicPr>
          <p:nvPr/>
        </p:nvPicPr>
        <p:blipFill>
          <a:blip r:embed="rId26"/>
          <a:stretch>
            <a:fillRect/>
          </a:stretch>
        </p:blipFill>
        <p:spPr>
          <a:xfrm>
            <a:off x="10178492" y="4217230"/>
            <a:ext cx="1018994" cy="245194"/>
          </a:xfrm>
          <a:prstGeom prst="rect">
            <a:avLst/>
          </a:prstGeom>
        </p:spPr>
      </p:pic>
      <p:grpSp>
        <p:nvGrpSpPr>
          <p:cNvPr id="2057" name="Group 2056">
            <a:extLst>
              <a:ext uri="{FF2B5EF4-FFF2-40B4-BE49-F238E27FC236}">
                <a16:creationId xmlns:a16="http://schemas.microsoft.com/office/drawing/2014/main" id="{8561022A-61F0-4FC6-E6F6-4BA2D0D774C8}"/>
              </a:ext>
            </a:extLst>
          </p:cNvPr>
          <p:cNvGrpSpPr/>
          <p:nvPr/>
        </p:nvGrpSpPr>
        <p:grpSpPr>
          <a:xfrm>
            <a:off x="4483319" y="5377209"/>
            <a:ext cx="1375285" cy="193937"/>
            <a:chOff x="3998502" y="4242986"/>
            <a:chExt cx="2322080" cy="327454"/>
          </a:xfrm>
        </p:grpSpPr>
        <p:grpSp>
          <p:nvGrpSpPr>
            <p:cNvPr id="2055" name="Group 2054">
              <a:extLst>
                <a:ext uri="{FF2B5EF4-FFF2-40B4-BE49-F238E27FC236}">
                  <a16:creationId xmlns:a16="http://schemas.microsoft.com/office/drawing/2014/main" id="{1AE68CBB-E58A-3325-B0A1-46340A4106E2}"/>
                </a:ext>
              </a:extLst>
            </p:cNvPr>
            <p:cNvGrpSpPr/>
            <p:nvPr/>
          </p:nvGrpSpPr>
          <p:grpSpPr>
            <a:xfrm>
              <a:off x="4408794" y="4323223"/>
              <a:ext cx="1911788" cy="166981"/>
              <a:chOff x="4408794" y="4323223"/>
              <a:chExt cx="1911788" cy="166981"/>
            </a:xfrm>
          </p:grpSpPr>
          <p:sp>
            <p:nvSpPr>
              <p:cNvPr id="269" name="Freeform: Shape 268">
                <a:extLst>
                  <a:ext uri="{FF2B5EF4-FFF2-40B4-BE49-F238E27FC236}">
                    <a16:creationId xmlns:a16="http://schemas.microsoft.com/office/drawing/2014/main" id="{A39348AC-22B6-BD12-C12B-3EE541DADAE4}"/>
                  </a:ext>
                </a:extLst>
              </p:cNvPr>
              <p:cNvSpPr/>
              <p:nvPr/>
            </p:nvSpPr>
            <p:spPr>
              <a:xfrm>
                <a:off x="5502180" y="4323223"/>
                <a:ext cx="134217" cy="163727"/>
              </a:xfrm>
              <a:custGeom>
                <a:avLst/>
                <a:gdLst>
                  <a:gd name="connsiteX0" fmla="*/ 37101 w 134217"/>
                  <a:gd name="connsiteY0" fmla="*/ 29276 h 163727"/>
                  <a:gd name="connsiteX1" fmla="*/ 37101 w 134217"/>
                  <a:gd name="connsiteY1" fmla="*/ 80237 h 163727"/>
                  <a:gd name="connsiteX2" fmla="*/ 66563 w 134217"/>
                  <a:gd name="connsiteY2" fmla="*/ 80237 h 163727"/>
                  <a:gd name="connsiteX3" fmla="*/ 93843 w 134217"/>
                  <a:gd name="connsiteY3" fmla="*/ 55299 h 163727"/>
                  <a:gd name="connsiteX4" fmla="*/ 66563 w 134217"/>
                  <a:gd name="connsiteY4" fmla="*/ 30360 h 163727"/>
                  <a:gd name="connsiteX5" fmla="*/ 37101 w 134217"/>
                  <a:gd name="connsiteY5" fmla="*/ 30360 h 163727"/>
                  <a:gd name="connsiteX6" fmla="*/ 1091 w 134217"/>
                  <a:gd name="connsiteY6" fmla="*/ 0 h 163727"/>
                  <a:gd name="connsiteX7" fmla="*/ 68746 w 134217"/>
                  <a:gd name="connsiteY7" fmla="*/ 0 h 163727"/>
                  <a:gd name="connsiteX8" fmla="*/ 129853 w 134217"/>
                  <a:gd name="connsiteY8" fmla="*/ 54214 h 163727"/>
                  <a:gd name="connsiteX9" fmla="*/ 101482 w 134217"/>
                  <a:gd name="connsiteY9" fmla="*/ 100839 h 163727"/>
                  <a:gd name="connsiteX10" fmla="*/ 134218 w 134217"/>
                  <a:gd name="connsiteY10" fmla="*/ 163727 h 163727"/>
                  <a:gd name="connsiteX11" fmla="*/ 94935 w 134217"/>
                  <a:gd name="connsiteY11" fmla="*/ 163727 h 163727"/>
                  <a:gd name="connsiteX12" fmla="*/ 66563 w 134217"/>
                  <a:gd name="connsiteY12" fmla="*/ 108429 h 163727"/>
                  <a:gd name="connsiteX13" fmla="*/ 36010 w 134217"/>
                  <a:gd name="connsiteY13" fmla="*/ 108429 h 163727"/>
                  <a:gd name="connsiteX14" fmla="*/ 36010 w 134217"/>
                  <a:gd name="connsiteY14" fmla="*/ 163727 h 163727"/>
                  <a:gd name="connsiteX15" fmla="*/ 0 w 134217"/>
                  <a:gd name="connsiteY15" fmla="*/ 163727 h 163727"/>
                  <a:gd name="connsiteX16" fmla="*/ 0 w 134217"/>
                  <a:gd name="connsiteY16" fmla="*/ 0 h 163727"/>
                  <a:gd name="connsiteX17" fmla="*/ 1091 w 134217"/>
                  <a:gd name="connsiteY17" fmla="*/ 0 h 163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4217" h="163727">
                    <a:moveTo>
                      <a:pt x="37101" y="29276"/>
                    </a:moveTo>
                    <a:lnTo>
                      <a:pt x="37101" y="80237"/>
                    </a:lnTo>
                    <a:lnTo>
                      <a:pt x="66563" y="80237"/>
                    </a:lnTo>
                    <a:cubicBezTo>
                      <a:pt x="84023" y="80237"/>
                      <a:pt x="93843" y="70479"/>
                      <a:pt x="93843" y="55299"/>
                    </a:cubicBezTo>
                    <a:cubicBezTo>
                      <a:pt x="93843" y="40119"/>
                      <a:pt x="82931" y="30360"/>
                      <a:pt x="66563" y="30360"/>
                    </a:cubicBezTo>
                    <a:lnTo>
                      <a:pt x="37101" y="30360"/>
                    </a:lnTo>
                    <a:close/>
                    <a:moveTo>
                      <a:pt x="1091" y="0"/>
                    </a:moveTo>
                    <a:lnTo>
                      <a:pt x="68746" y="0"/>
                    </a:lnTo>
                    <a:cubicBezTo>
                      <a:pt x="105847" y="0"/>
                      <a:pt x="129853" y="21686"/>
                      <a:pt x="129853" y="54214"/>
                    </a:cubicBezTo>
                    <a:cubicBezTo>
                      <a:pt x="129853" y="86743"/>
                      <a:pt x="118941" y="92164"/>
                      <a:pt x="101482" y="100839"/>
                    </a:cubicBezTo>
                    <a:lnTo>
                      <a:pt x="134218" y="163727"/>
                    </a:lnTo>
                    <a:lnTo>
                      <a:pt x="94935" y="163727"/>
                    </a:lnTo>
                    <a:lnTo>
                      <a:pt x="66563" y="108429"/>
                    </a:lnTo>
                    <a:lnTo>
                      <a:pt x="36010" y="108429"/>
                    </a:lnTo>
                    <a:lnTo>
                      <a:pt x="36010" y="163727"/>
                    </a:lnTo>
                    <a:lnTo>
                      <a:pt x="0" y="163727"/>
                    </a:lnTo>
                    <a:lnTo>
                      <a:pt x="0" y="0"/>
                    </a:lnTo>
                    <a:lnTo>
                      <a:pt x="1091" y="0"/>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0" name="Freeform: Shape 269">
                <a:extLst>
                  <a:ext uri="{FF2B5EF4-FFF2-40B4-BE49-F238E27FC236}">
                    <a16:creationId xmlns:a16="http://schemas.microsoft.com/office/drawing/2014/main" id="{E61FB334-D921-B2D4-0D9A-2880CAB7EDC2}"/>
                  </a:ext>
                </a:extLst>
              </p:cNvPr>
              <p:cNvSpPr/>
              <p:nvPr/>
            </p:nvSpPr>
            <p:spPr>
              <a:xfrm>
                <a:off x="5641854" y="4365511"/>
                <a:ext cx="125488" cy="122559"/>
              </a:xfrm>
              <a:custGeom>
                <a:avLst/>
                <a:gdLst>
                  <a:gd name="connsiteX0" fmla="*/ 91661 w 125488"/>
                  <a:gd name="connsiteY0" fmla="*/ 47709 h 122559"/>
                  <a:gd name="connsiteX1" fmla="*/ 63290 w 125488"/>
                  <a:gd name="connsiteY1" fmla="*/ 24939 h 122559"/>
                  <a:gd name="connsiteX2" fmla="*/ 36010 w 125488"/>
                  <a:gd name="connsiteY2" fmla="*/ 47709 h 122559"/>
                  <a:gd name="connsiteX3" fmla="*/ 91661 w 125488"/>
                  <a:gd name="connsiteY3" fmla="*/ 47709 h 122559"/>
                  <a:gd name="connsiteX4" fmla="*/ 0 w 125488"/>
                  <a:gd name="connsiteY4" fmla="*/ 61804 h 122559"/>
                  <a:gd name="connsiteX5" fmla="*/ 63290 w 125488"/>
                  <a:gd name="connsiteY5" fmla="*/ 0 h 122559"/>
                  <a:gd name="connsiteX6" fmla="*/ 125488 w 125488"/>
                  <a:gd name="connsiteY6" fmla="*/ 57467 h 122559"/>
                  <a:gd name="connsiteX7" fmla="*/ 124397 w 125488"/>
                  <a:gd name="connsiteY7" fmla="*/ 68310 h 122559"/>
                  <a:gd name="connsiteX8" fmla="*/ 34919 w 125488"/>
                  <a:gd name="connsiteY8" fmla="*/ 68310 h 122559"/>
                  <a:gd name="connsiteX9" fmla="*/ 34919 w 125488"/>
                  <a:gd name="connsiteY9" fmla="*/ 70479 h 122559"/>
                  <a:gd name="connsiteX10" fmla="*/ 63290 w 125488"/>
                  <a:gd name="connsiteY10" fmla="*/ 97586 h 122559"/>
                  <a:gd name="connsiteX11" fmla="*/ 89479 w 125488"/>
                  <a:gd name="connsiteY11" fmla="*/ 80237 h 122559"/>
                  <a:gd name="connsiteX12" fmla="*/ 122215 w 125488"/>
                  <a:gd name="connsiteY12" fmla="*/ 80237 h 122559"/>
                  <a:gd name="connsiteX13" fmla="*/ 64381 w 125488"/>
                  <a:gd name="connsiteY13" fmla="*/ 122524 h 122559"/>
                  <a:gd name="connsiteX14" fmla="*/ 0 w 125488"/>
                  <a:gd name="connsiteY14" fmla="*/ 61804 h 122559"/>
                  <a:gd name="connsiteX15" fmla="*/ 0 w 125488"/>
                  <a:gd name="connsiteY15" fmla="*/ 61804 h 12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488" h="122559">
                    <a:moveTo>
                      <a:pt x="91661" y="47709"/>
                    </a:moveTo>
                    <a:cubicBezTo>
                      <a:pt x="89479" y="32529"/>
                      <a:pt x="78567" y="24939"/>
                      <a:pt x="63290" y="24939"/>
                    </a:cubicBezTo>
                    <a:cubicBezTo>
                      <a:pt x="48013" y="24939"/>
                      <a:pt x="38192" y="33613"/>
                      <a:pt x="36010" y="47709"/>
                    </a:cubicBezTo>
                    <a:lnTo>
                      <a:pt x="91661" y="47709"/>
                    </a:lnTo>
                    <a:close/>
                    <a:moveTo>
                      <a:pt x="0" y="61804"/>
                    </a:moveTo>
                    <a:cubicBezTo>
                      <a:pt x="0" y="23854"/>
                      <a:pt x="25098" y="0"/>
                      <a:pt x="63290" y="0"/>
                    </a:cubicBezTo>
                    <a:cubicBezTo>
                      <a:pt x="101482" y="0"/>
                      <a:pt x="124397" y="22770"/>
                      <a:pt x="125488" y="57467"/>
                    </a:cubicBezTo>
                    <a:cubicBezTo>
                      <a:pt x="125488" y="60720"/>
                      <a:pt x="125488" y="65057"/>
                      <a:pt x="124397" y="68310"/>
                    </a:cubicBezTo>
                    <a:lnTo>
                      <a:pt x="34919" y="68310"/>
                    </a:lnTo>
                    <a:lnTo>
                      <a:pt x="34919" y="70479"/>
                    </a:lnTo>
                    <a:cubicBezTo>
                      <a:pt x="36010" y="87827"/>
                      <a:pt x="46922" y="97586"/>
                      <a:pt x="63290" y="97586"/>
                    </a:cubicBezTo>
                    <a:cubicBezTo>
                      <a:pt x="79658" y="97586"/>
                      <a:pt x="86205" y="92164"/>
                      <a:pt x="89479" y="80237"/>
                    </a:cubicBezTo>
                    <a:lnTo>
                      <a:pt x="122215" y="80237"/>
                    </a:lnTo>
                    <a:cubicBezTo>
                      <a:pt x="117850" y="104092"/>
                      <a:pt x="97117" y="122524"/>
                      <a:pt x="64381" y="122524"/>
                    </a:cubicBezTo>
                    <a:cubicBezTo>
                      <a:pt x="25098" y="123609"/>
                      <a:pt x="0" y="99754"/>
                      <a:pt x="0" y="61804"/>
                    </a:cubicBezTo>
                    <a:lnTo>
                      <a:pt x="0" y="61804"/>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1" name="Freeform: Shape 270">
                <a:extLst>
                  <a:ext uri="{FF2B5EF4-FFF2-40B4-BE49-F238E27FC236}">
                    <a16:creationId xmlns:a16="http://schemas.microsoft.com/office/drawing/2014/main" id="{FD4185D2-6036-92AD-12D1-967BA7A8D384}"/>
                  </a:ext>
                </a:extLst>
              </p:cNvPr>
              <p:cNvSpPr/>
              <p:nvPr/>
            </p:nvSpPr>
            <p:spPr>
              <a:xfrm>
                <a:off x="5780437" y="4366595"/>
                <a:ext cx="117849" cy="122524"/>
              </a:xfrm>
              <a:custGeom>
                <a:avLst/>
                <a:gdLst>
                  <a:gd name="connsiteX0" fmla="*/ 84023 w 117849"/>
                  <a:gd name="connsiteY0" fmla="*/ 0 h 122524"/>
                  <a:gd name="connsiteX1" fmla="*/ 117850 w 117849"/>
                  <a:gd name="connsiteY1" fmla="*/ 0 h 122524"/>
                  <a:gd name="connsiteX2" fmla="*/ 117850 w 117849"/>
                  <a:gd name="connsiteY2" fmla="*/ 120356 h 122524"/>
                  <a:gd name="connsiteX3" fmla="*/ 88387 w 117849"/>
                  <a:gd name="connsiteY3" fmla="*/ 120356 h 122524"/>
                  <a:gd name="connsiteX4" fmla="*/ 85114 w 117849"/>
                  <a:gd name="connsiteY4" fmla="*/ 106260 h 122524"/>
                  <a:gd name="connsiteX5" fmla="*/ 49104 w 117849"/>
                  <a:gd name="connsiteY5" fmla="*/ 122524 h 122524"/>
                  <a:gd name="connsiteX6" fmla="*/ 0 w 117849"/>
                  <a:gd name="connsiteY6" fmla="*/ 67226 h 122524"/>
                  <a:gd name="connsiteX7" fmla="*/ 0 w 117849"/>
                  <a:gd name="connsiteY7" fmla="*/ 0 h 122524"/>
                  <a:gd name="connsiteX8" fmla="*/ 33827 w 117849"/>
                  <a:gd name="connsiteY8" fmla="*/ 0 h 122524"/>
                  <a:gd name="connsiteX9" fmla="*/ 33827 w 117849"/>
                  <a:gd name="connsiteY9" fmla="*/ 61804 h 122524"/>
                  <a:gd name="connsiteX10" fmla="*/ 57834 w 117849"/>
                  <a:gd name="connsiteY10" fmla="*/ 94333 h 122524"/>
                  <a:gd name="connsiteX11" fmla="*/ 84023 w 117849"/>
                  <a:gd name="connsiteY11" fmla="*/ 59636 h 122524"/>
                  <a:gd name="connsiteX12" fmla="*/ 84023 w 117849"/>
                  <a:gd name="connsiteY12" fmla="*/ 0 h 122524"/>
                  <a:gd name="connsiteX13" fmla="*/ 84023 w 117849"/>
                  <a:gd name="connsiteY13" fmla="*/ 0 h 122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7849" h="122524">
                    <a:moveTo>
                      <a:pt x="84023" y="0"/>
                    </a:moveTo>
                    <a:lnTo>
                      <a:pt x="117850" y="0"/>
                    </a:lnTo>
                    <a:lnTo>
                      <a:pt x="117850" y="120356"/>
                    </a:lnTo>
                    <a:lnTo>
                      <a:pt x="88387" y="120356"/>
                    </a:lnTo>
                    <a:lnTo>
                      <a:pt x="85114" y="106260"/>
                    </a:lnTo>
                    <a:cubicBezTo>
                      <a:pt x="77475" y="116019"/>
                      <a:pt x="66563" y="122524"/>
                      <a:pt x="49104" y="122524"/>
                    </a:cubicBezTo>
                    <a:cubicBezTo>
                      <a:pt x="24006" y="122524"/>
                      <a:pt x="0" y="110597"/>
                      <a:pt x="0" y="67226"/>
                    </a:cubicBezTo>
                    <a:lnTo>
                      <a:pt x="0" y="0"/>
                    </a:lnTo>
                    <a:lnTo>
                      <a:pt x="33827" y="0"/>
                    </a:lnTo>
                    <a:lnTo>
                      <a:pt x="33827" y="61804"/>
                    </a:lnTo>
                    <a:cubicBezTo>
                      <a:pt x="33827" y="83490"/>
                      <a:pt x="41466" y="94333"/>
                      <a:pt x="57834" y="94333"/>
                    </a:cubicBezTo>
                    <a:cubicBezTo>
                      <a:pt x="74202" y="94333"/>
                      <a:pt x="84023" y="82406"/>
                      <a:pt x="84023" y="59636"/>
                    </a:cubicBezTo>
                    <a:lnTo>
                      <a:pt x="84023" y="0"/>
                    </a:lnTo>
                    <a:lnTo>
                      <a:pt x="84023" y="0"/>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2" name="Freeform: Shape 271">
                <a:extLst>
                  <a:ext uri="{FF2B5EF4-FFF2-40B4-BE49-F238E27FC236}">
                    <a16:creationId xmlns:a16="http://schemas.microsoft.com/office/drawing/2014/main" id="{5E134654-CC54-C180-7E00-2EB51B9415D7}"/>
                  </a:ext>
                </a:extLst>
              </p:cNvPr>
              <p:cNvSpPr/>
              <p:nvPr/>
            </p:nvSpPr>
            <p:spPr>
              <a:xfrm>
                <a:off x="5917928" y="4332982"/>
                <a:ext cx="63289" cy="155053"/>
              </a:xfrm>
              <a:custGeom>
                <a:avLst/>
                <a:gdLst>
                  <a:gd name="connsiteX0" fmla="*/ 0 w 63289"/>
                  <a:gd name="connsiteY0" fmla="*/ 0 h 155053"/>
                  <a:gd name="connsiteX1" fmla="*/ 33827 w 63289"/>
                  <a:gd name="connsiteY1" fmla="*/ 0 h 155053"/>
                  <a:gd name="connsiteX2" fmla="*/ 33827 w 63289"/>
                  <a:gd name="connsiteY2" fmla="*/ 33613 h 155053"/>
                  <a:gd name="connsiteX3" fmla="*/ 62199 w 63289"/>
                  <a:gd name="connsiteY3" fmla="*/ 33613 h 155053"/>
                  <a:gd name="connsiteX4" fmla="*/ 62199 w 63289"/>
                  <a:gd name="connsiteY4" fmla="*/ 61804 h 155053"/>
                  <a:gd name="connsiteX5" fmla="*/ 33827 w 63289"/>
                  <a:gd name="connsiteY5" fmla="*/ 61804 h 155053"/>
                  <a:gd name="connsiteX6" fmla="*/ 33827 w 63289"/>
                  <a:gd name="connsiteY6" fmla="*/ 114934 h 155053"/>
                  <a:gd name="connsiteX7" fmla="*/ 45830 w 63289"/>
                  <a:gd name="connsiteY7" fmla="*/ 126862 h 155053"/>
                  <a:gd name="connsiteX8" fmla="*/ 63290 w 63289"/>
                  <a:gd name="connsiteY8" fmla="*/ 126862 h 155053"/>
                  <a:gd name="connsiteX9" fmla="*/ 63290 w 63289"/>
                  <a:gd name="connsiteY9" fmla="*/ 155053 h 155053"/>
                  <a:gd name="connsiteX10" fmla="*/ 34918 w 63289"/>
                  <a:gd name="connsiteY10" fmla="*/ 155053 h 155053"/>
                  <a:gd name="connsiteX11" fmla="*/ 0 w 63289"/>
                  <a:gd name="connsiteY11" fmla="*/ 120356 h 155053"/>
                  <a:gd name="connsiteX12" fmla="*/ 0 w 63289"/>
                  <a:gd name="connsiteY12" fmla="*/ 0 h 155053"/>
                  <a:gd name="connsiteX13" fmla="*/ 0 w 63289"/>
                  <a:gd name="connsiteY13" fmla="*/ 0 h 155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3289" h="155053">
                    <a:moveTo>
                      <a:pt x="0" y="0"/>
                    </a:moveTo>
                    <a:lnTo>
                      <a:pt x="33827" y="0"/>
                    </a:lnTo>
                    <a:lnTo>
                      <a:pt x="33827" y="33613"/>
                    </a:lnTo>
                    <a:lnTo>
                      <a:pt x="62199" y="33613"/>
                    </a:lnTo>
                    <a:lnTo>
                      <a:pt x="62199" y="61804"/>
                    </a:lnTo>
                    <a:lnTo>
                      <a:pt x="33827" y="61804"/>
                    </a:lnTo>
                    <a:lnTo>
                      <a:pt x="33827" y="114934"/>
                    </a:lnTo>
                    <a:cubicBezTo>
                      <a:pt x="33827" y="123609"/>
                      <a:pt x="37101" y="126862"/>
                      <a:pt x="45830" y="126862"/>
                    </a:cubicBezTo>
                    <a:lnTo>
                      <a:pt x="63290" y="126862"/>
                    </a:lnTo>
                    <a:lnTo>
                      <a:pt x="63290" y="155053"/>
                    </a:lnTo>
                    <a:lnTo>
                      <a:pt x="34918" y="155053"/>
                    </a:lnTo>
                    <a:cubicBezTo>
                      <a:pt x="12003" y="155053"/>
                      <a:pt x="0" y="143126"/>
                      <a:pt x="0" y="120356"/>
                    </a:cubicBezTo>
                    <a:lnTo>
                      <a:pt x="0" y="0"/>
                    </a:lnTo>
                    <a:lnTo>
                      <a:pt x="0" y="0"/>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3" name="Freeform: Shape 272">
                <a:extLst>
                  <a:ext uri="{FF2B5EF4-FFF2-40B4-BE49-F238E27FC236}">
                    <a16:creationId xmlns:a16="http://schemas.microsoft.com/office/drawing/2014/main" id="{00D6CC65-9FB7-5F90-FD7E-765D5CEDA55C}"/>
                  </a:ext>
                </a:extLst>
              </p:cNvPr>
              <p:cNvSpPr/>
              <p:nvPr/>
            </p:nvSpPr>
            <p:spPr>
              <a:xfrm>
                <a:off x="5986674" y="4365511"/>
                <a:ext cx="125488" cy="122559"/>
              </a:xfrm>
              <a:custGeom>
                <a:avLst/>
                <a:gdLst>
                  <a:gd name="connsiteX0" fmla="*/ 91661 w 125488"/>
                  <a:gd name="connsiteY0" fmla="*/ 47709 h 122559"/>
                  <a:gd name="connsiteX1" fmla="*/ 63290 w 125488"/>
                  <a:gd name="connsiteY1" fmla="*/ 24939 h 122559"/>
                  <a:gd name="connsiteX2" fmla="*/ 36010 w 125488"/>
                  <a:gd name="connsiteY2" fmla="*/ 47709 h 122559"/>
                  <a:gd name="connsiteX3" fmla="*/ 91661 w 125488"/>
                  <a:gd name="connsiteY3" fmla="*/ 47709 h 122559"/>
                  <a:gd name="connsiteX4" fmla="*/ 0 w 125488"/>
                  <a:gd name="connsiteY4" fmla="*/ 61804 h 122559"/>
                  <a:gd name="connsiteX5" fmla="*/ 63290 w 125488"/>
                  <a:gd name="connsiteY5" fmla="*/ 0 h 122559"/>
                  <a:gd name="connsiteX6" fmla="*/ 125488 w 125488"/>
                  <a:gd name="connsiteY6" fmla="*/ 57467 h 122559"/>
                  <a:gd name="connsiteX7" fmla="*/ 124397 w 125488"/>
                  <a:gd name="connsiteY7" fmla="*/ 68310 h 122559"/>
                  <a:gd name="connsiteX8" fmla="*/ 34918 w 125488"/>
                  <a:gd name="connsiteY8" fmla="*/ 68310 h 122559"/>
                  <a:gd name="connsiteX9" fmla="*/ 34918 w 125488"/>
                  <a:gd name="connsiteY9" fmla="*/ 70479 h 122559"/>
                  <a:gd name="connsiteX10" fmla="*/ 63290 w 125488"/>
                  <a:gd name="connsiteY10" fmla="*/ 97586 h 122559"/>
                  <a:gd name="connsiteX11" fmla="*/ 89479 w 125488"/>
                  <a:gd name="connsiteY11" fmla="*/ 80237 h 122559"/>
                  <a:gd name="connsiteX12" fmla="*/ 122215 w 125488"/>
                  <a:gd name="connsiteY12" fmla="*/ 80237 h 122559"/>
                  <a:gd name="connsiteX13" fmla="*/ 64381 w 125488"/>
                  <a:gd name="connsiteY13" fmla="*/ 122524 h 122559"/>
                  <a:gd name="connsiteX14" fmla="*/ 0 w 125488"/>
                  <a:gd name="connsiteY14" fmla="*/ 61804 h 12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5488" h="122559">
                    <a:moveTo>
                      <a:pt x="91661" y="47709"/>
                    </a:moveTo>
                    <a:cubicBezTo>
                      <a:pt x="89479" y="32529"/>
                      <a:pt x="78567" y="24939"/>
                      <a:pt x="63290" y="24939"/>
                    </a:cubicBezTo>
                    <a:cubicBezTo>
                      <a:pt x="48013" y="24939"/>
                      <a:pt x="38192" y="33613"/>
                      <a:pt x="36010" y="47709"/>
                    </a:cubicBezTo>
                    <a:lnTo>
                      <a:pt x="91661" y="47709"/>
                    </a:lnTo>
                    <a:close/>
                    <a:moveTo>
                      <a:pt x="0" y="61804"/>
                    </a:moveTo>
                    <a:cubicBezTo>
                      <a:pt x="0" y="23854"/>
                      <a:pt x="25098" y="0"/>
                      <a:pt x="63290" y="0"/>
                    </a:cubicBezTo>
                    <a:cubicBezTo>
                      <a:pt x="101482" y="0"/>
                      <a:pt x="124397" y="22770"/>
                      <a:pt x="125488" y="57467"/>
                    </a:cubicBezTo>
                    <a:cubicBezTo>
                      <a:pt x="125488" y="60720"/>
                      <a:pt x="125488" y="65057"/>
                      <a:pt x="124397" y="68310"/>
                    </a:cubicBezTo>
                    <a:lnTo>
                      <a:pt x="34918" y="68310"/>
                    </a:lnTo>
                    <a:lnTo>
                      <a:pt x="34918" y="70479"/>
                    </a:lnTo>
                    <a:cubicBezTo>
                      <a:pt x="36010" y="87827"/>
                      <a:pt x="46922" y="97586"/>
                      <a:pt x="63290" y="97586"/>
                    </a:cubicBezTo>
                    <a:cubicBezTo>
                      <a:pt x="79658" y="97586"/>
                      <a:pt x="86205" y="92164"/>
                      <a:pt x="89479" y="80237"/>
                    </a:cubicBezTo>
                    <a:lnTo>
                      <a:pt x="122215" y="80237"/>
                    </a:lnTo>
                    <a:cubicBezTo>
                      <a:pt x="117850" y="104092"/>
                      <a:pt x="97117" y="122524"/>
                      <a:pt x="64381" y="122524"/>
                    </a:cubicBezTo>
                    <a:cubicBezTo>
                      <a:pt x="25098" y="123609"/>
                      <a:pt x="0" y="99754"/>
                      <a:pt x="0" y="61804"/>
                    </a:cubicBez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4" name="Freeform: Shape 273">
                <a:extLst>
                  <a:ext uri="{FF2B5EF4-FFF2-40B4-BE49-F238E27FC236}">
                    <a16:creationId xmlns:a16="http://schemas.microsoft.com/office/drawing/2014/main" id="{B4372426-3298-6C26-F5B6-9173C8A50905}"/>
                  </a:ext>
                </a:extLst>
              </p:cNvPr>
              <p:cNvSpPr/>
              <p:nvPr/>
            </p:nvSpPr>
            <p:spPr>
              <a:xfrm>
                <a:off x="6127439" y="4366595"/>
                <a:ext cx="74201" cy="120355"/>
              </a:xfrm>
              <a:custGeom>
                <a:avLst/>
                <a:gdLst>
                  <a:gd name="connsiteX0" fmla="*/ 74202 w 74201"/>
                  <a:gd name="connsiteY0" fmla="*/ 0 h 120355"/>
                  <a:gd name="connsiteX1" fmla="*/ 74202 w 74201"/>
                  <a:gd name="connsiteY1" fmla="*/ 30360 h 120355"/>
                  <a:gd name="connsiteX2" fmla="*/ 61107 w 74201"/>
                  <a:gd name="connsiteY2" fmla="*/ 30360 h 120355"/>
                  <a:gd name="connsiteX3" fmla="*/ 33827 w 74201"/>
                  <a:gd name="connsiteY3" fmla="*/ 61804 h 120355"/>
                  <a:gd name="connsiteX4" fmla="*/ 33827 w 74201"/>
                  <a:gd name="connsiteY4" fmla="*/ 120356 h 120355"/>
                  <a:gd name="connsiteX5" fmla="*/ 0 w 74201"/>
                  <a:gd name="connsiteY5" fmla="*/ 120356 h 120355"/>
                  <a:gd name="connsiteX6" fmla="*/ 0 w 74201"/>
                  <a:gd name="connsiteY6" fmla="*/ 0 h 120355"/>
                  <a:gd name="connsiteX7" fmla="*/ 30554 w 74201"/>
                  <a:gd name="connsiteY7" fmla="*/ 0 h 120355"/>
                  <a:gd name="connsiteX8" fmla="*/ 33827 w 74201"/>
                  <a:gd name="connsiteY8" fmla="*/ 18433 h 120355"/>
                  <a:gd name="connsiteX9" fmla="*/ 68746 w 74201"/>
                  <a:gd name="connsiteY9" fmla="*/ 0 h 120355"/>
                  <a:gd name="connsiteX10" fmla="*/ 74202 w 74201"/>
                  <a:gd name="connsiteY10" fmla="*/ 0 h 1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201" h="120355">
                    <a:moveTo>
                      <a:pt x="74202" y="0"/>
                    </a:moveTo>
                    <a:lnTo>
                      <a:pt x="74202" y="30360"/>
                    </a:lnTo>
                    <a:lnTo>
                      <a:pt x="61107" y="30360"/>
                    </a:lnTo>
                    <a:cubicBezTo>
                      <a:pt x="41466" y="30360"/>
                      <a:pt x="33827" y="43371"/>
                      <a:pt x="33827" y="61804"/>
                    </a:cubicBezTo>
                    <a:lnTo>
                      <a:pt x="33827" y="120356"/>
                    </a:lnTo>
                    <a:lnTo>
                      <a:pt x="0" y="120356"/>
                    </a:lnTo>
                    <a:lnTo>
                      <a:pt x="0" y="0"/>
                    </a:lnTo>
                    <a:lnTo>
                      <a:pt x="30554" y="0"/>
                    </a:lnTo>
                    <a:lnTo>
                      <a:pt x="33827" y="18433"/>
                    </a:lnTo>
                    <a:cubicBezTo>
                      <a:pt x="40375" y="7590"/>
                      <a:pt x="50195" y="0"/>
                      <a:pt x="68746" y="0"/>
                    </a:cubicBezTo>
                    <a:lnTo>
                      <a:pt x="74202" y="0"/>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6" name="Freeform: Shape 275">
                <a:extLst>
                  <a:ext uri="{FF2B5EF4-FFF2-40B4-BE49-F238E27FC236}">
                    <a16:creationId xmlns:a16="http://schemas.microsoft.com/office/drawing/2014/main" id="{BB066B23-77FA-C07B-2A86-CA122A1DC609}"/>
                  </a:ext>
                </a:extLst>
              </p:cNvPr>
              <p:cNvSpPr/>
              <p:nvPr/>
            </p:nvSpPr>
            <p:spPr>
              <a:xfrm>
                <a:off x="6206006" y="4365456"/>
                <a:ext cx="114576" cy="123663"/>
              </a:xfrm>
              <a:custGeom>
                <a:avLst/>
                <a:gdLst>
                  <a:gd name="connsiteX0" fmla="*/ 32736 w 114576"/>
                  <a:gd name="connsiteY0" fmla="*/ 82460 h 123663"/>
                  <a:gd name="connsiteX1" fmla="*/ 60016 w 114576"/>
                  <a:gd name="connsiteY1" fmla="*/ 99809 h 123663"/>
                  <a:gd name="connsiteX2" fmla="*/ 82931 w 114576"/>
                  <a:gd name="connsiteY2" fmla="*/ 86797 h 123663"/>
                  <a:gd name="connsiteX3" fmla="*/ 54560 w 114576"/>
                  <a:gd name="connsiteY3" fmla="*/ 73786 h 123663"/>
                  <a:gd name="connsiteX4" fmla="*/ 3273 w 114576"/>
                  <a:gd name="connsiteY4" fmla="*/ 39089 h 123663"/>
                  <a:gd name="connsiteX5" fmla="*/ 55651 w 114576"/>
                  <a:gd name="connsiteY5" fmla="*/ 54 h 123663"/>
                  <a:gd name="connsiteX6" fmla="*/ 113485 w 114576"/>
                  <a:gd name="connsiteY6" fmla="*/ 39089 h 123663"/>
                  <a:gd name="connsiteX7" fmla="*/ 80749 w 114576"/>
                  <a:gd name="connsiteY7" fmla="*/ 39089 h 123663"/>
                  <a:gd name="connsiteX8" fmla="*/ 56743 w 114576"/>
                  <a:gd name="connsiteY8" fmla="*/ 23909 h 123663"/>
                  <a:gd name="connsiteX9" fmla="*/ 34918 w 114576"/>
                  <a:gd name="connsiteY9" fmla="*/ 35836 h 123663"/>
                  <a:gd name="connsiteX10" fmla="*/ 63290 w 114576"/>
                  <a:gd name="connsiteY10" fmla="*/ 47763 h 123663"/>
                  <a:gd name="connsiteX11" fmla="*/ 114576 w 114576"/>
                  <a:gd name="connsiteY11" fmla="*/ 84629 h 123663"/>
                  <a:gd name="connsiteX12" fmla="*/ 58925 w 114576"/>
                  <a:gd name="connsiteY12" fmla="*/ 123663 h 123663"/>
                  <a:gd name="connsiteX13" fmla="*/ 0 w 114576"/>
                  <a:gd name="connsiteY13" fmla="*/ 82460 h 123663"/>
                  <a:gd name="connsiteX14" fmla="*/ 32736 w 114576"/>
                  <a:gd name="connsiteY14" fmla="*/ 82460 h 123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76" h="123663">
                    <a:moveTo>
                      <a:pt x="32736" y="82460"/>
                    </a:moveTo>
                    <a:cubicBezTo>
                      <a:pt x="33827" y="93303"/>
                      <a:pt x="43648" y="99809"/>
                      <a:pt x="60016" y="99809"/>
                    </a:cubicBezTo>
                    <a:cubicBezTo>
                      <a:pt x="76384" y="99809"/>
                      <a:pt x="82931" y="95472"/>
                      <a:pt x="82931" y="86797"/>
                    </a:cubicBezTo>
                    <a:cubicBezTo>
                      <a:pt x="82931" y="78123"/>
                      <a:pt x="74202" y="75955"/>
                      <a:pt x="54560" y="73786"/>
                    </a:cubicBezTo>
                    <a:cubicBezTo>
                      <a:pt x="26189" y="70533"/>
                      <a:pt x="3273" y="64027"/>
                      <a:pt x="3273" y="39089"/>
                    </a:cubicBezTo>
                    <a:cubicBezTo>
                      <a:pt x="3273" y="14150"/>
                      <a:pt x="25098" y="-1030"/>
                      <a:pt x="55651" y="54"/>
                    </a:cubicBezTo>
                    <a:cubicBezTo>
                      <a:pt x="88387" y="54"/>
                      <a:pt x="111303" y="14150"/>
                      <a:pt x="113485" y="39089"/>
                    </a:cubicBezTo>
                    <a:lnTo>
                      <a:pt x="80749" y="39089"/>
                    </a:lnTo>
                    <a:cubicBezTo>
                      <a:pt x="79658" y="29330"/>
                      <a:pt x="70928" y="23909"/>
                      <a:pt x="56743" y="23909"/>
                    </a:cubicBezTo>
                    <a:cubicBezTo>
                      <a:pt x="42557" y="23909"/>
                      <a:pt x="34918" y="28246"/>
                      <a:pt x="34918" y="35836"/>
                    </a:cubicBezTo>
                    <a:cubicBezTo>
                      <a:pt x="34918" y="43426"/>
                      <a:pt x="45830" y="45595"/>
                      <a:pt x="63290" y="47763"/>
                    </a:cubicBezTo>
                    <a:cubicBezTo>
                      <a:pt x="91661" y="51016"/>
                      <a:pt x="114576" y="56437"/>
                      <a:pt x="114576" y="84629"/>
                    </a:cubicBezTo>
                    <a:cubicBezTo>
                      <a:pt x="114576" y="112820"/>
                      <a:pt x="91661" y="123663"/>
                      <a:pt x="58925" y="123663"/>
                    </a:cubicBezTo>
                    <a:cubicBezTo>
                      <a:pt x="26189" y="123663"/>
                      <a:pt x="1091" y="108483"/>
                      <a:pt x="0" y="82460"/>
                    </a:cubicBezTo>
                    <a:lnTo>
                      <a:pt x="32736" y="82460"/>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7" name="Freeform: Shape 276">
                <a:extLst>
                  <a:ext uri="{FF2B5EF4-FFF2-40B4-BE49-F238E27FC236}">
                    <a16:creationId xmlns:a16="http://schemas.microsoft.com/office/drawing/2014/main" id="{D3BAA41C-0097-022A-EAB6-9D40B607495B}"/>
                  </a:ext>
                </a:extLst>
              </p:cNvPr>
              <p:cNvSpPr/>
              <p:nvPr/>
            </p:nvSpPr>
            <p:spPr>
              <a:xfrm>
                <a:off x="4408794" y="4323223"/>
                <a:ext cx="132035" cy="163727"/>
              </a:xfrm>
              <a:custGeom>
                <a:avLst/>
                <a:gdLst>
                  <a:gd name="connsiteX0" fmla="*/ 0 w 132035"/>
                  <a:gd name="connsiteY0" fmla="*/ 0 h 163727"/>
                  <a:gd name="connsiteX1" fmla="*/ 132036 w 132035"/>
                  <a:gd name="connsiteY1" fmla="*/ 0 h 163727"/>
                  <a:gd name="connsiteX2" fmla="*/ 132036 w 132035"/>
                  <a:gd name="connsiteY2" fmla="*/ 30360 h 163727"/>
                  <a:gd name="connsiteX3" fmla="*/ 84023 w 132035"/>
                  <a:gd name="connsiteY3" fmla="*/ 30360 h 163727"/>
                  <a:gd name="connsiteX4" fmla="*/ 84023 w 132035"/>
                  <a:gd name="connsiteY4" fmla="*/ 163727 h 163727"/>
                  <a:gd name="connsiteX5" fmla="*/ 48013 w 132035"/>
                  <a:gd name="connsiteY5" fmla="*/ 163727 h 163727"/>
                  <a:gd name="connsiteX6" fmla="*/ 48013 w 132035"/>
                  <a:gd name="connsiteY6" fmla="*/ 30360 h 163727"/>
                  <a:gd name="connsiteX7" fmla="*/ 0 w 132035"/>
                  <a:gd name="connsiteY7" fmla="*/ 30360 h 163727"/>
                  <a:gd name="connsiteX8" fmla="*/ 0 w 132035"/>
                  <a:gd name="connsiteY8" fmla="*/ 0 h 163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035" h="163727">
                    <a:moveTo>
                      <a:pt x="0" y="0"/>
                    </a:moveTo>
                    <a:lnTo>
                      <a:pt x="132036" y="0"/>
                    </a:lnTo>
                    <a:lnTo>
                      <a:pt x="132036" y="30360"/>
                    </a:lnTo>
                    <a:lnTo>
                      <a:pt x="84023" y="30360"/>
                    </a:lnTo>
                    <a:lnTo>
                      <a:pt x="84023" y="163727"/>
                    </a:lnTo>
                    <a:lnTo>
                      <a:pt x="48013" y="163727"/>
                    </a:lnTo>
                    <a:lnTo>
                      <a:pt x="48013" y="30360"/>
                    </a:lnTo>
                    <a:lnTo>
                      <a:pt x="0" y="30360"/>
                    </a:lnTo>
                    <a:lnTo>
                      <a:pt x="0" y="0"/>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8" name="Freeform: Shape 277">
                <a:extLst>
                  <a:ext uri="{FF2B5EF4-FFF2-40B4-BE49-F238E27FC236}">
                    <a16:creationId xmlns:a16="http://schemas.microsoft.com/office/drawing/2014/main" id="{86E02830-A409-A7AF-4719-5CDC7E474817}"/>
                  </a:ext>
                </a:extLst>
              </p:cNvPr>
              <p:cNvSpPr/>
              <p:nvPr/>
            </p:nvSpPr>
            <p:spPr>
              <a:xfrm>
                <a:off x="4551742" y="4323223"/>
                <a:ext cx="118941" cy="164811"/>
              </a:xfrm>
              <a:custGeom>
                <a:avLst/>
                <a:gdLst>
                  <a:gd name="connsiteX0" fmla="*/ 118941 w 118941"/>
                  <a:gd name="connsiteY0" fmla="*/ 97586 h 164811"/>
                  <a:gd name="connsiteX1" fmla="*/ 118941 w 118941"/>
                  <a:gd name="connsiteY1" fmla="*/ 164812 h 164811"/>
                  <a:gd name="connsiteX2" fmla="*/ 85114 w 118941"/>
                  <a:gd name="connsiteY2" fmla="*/ 164812 h 164811"/>
                  <a:gd name="connsiteX3" fmla="*/ 85114 w 118941"/>
                  <a:gd name="connsiteY3" fmla="*/ 100839 h 164811"/>
                  <a:gd name="connsiteX4" fmla="*/ 60016 w 118941"/>
                  <a:gd name="connsiteY4" fmla="*/ 70479 h 164811"/>
                  <a:gd name="connsiteX5" fmla="*/ 32736 w 118941"/>
                  <a:gd name="connsiteY5" fmla="*/ 101923 h 164811"/>
                  <a:gd name="connsiteX6" fmla="*/ 32736 w 118941"/>
                  <a:gd name="connsiteY6" fmla="*/ 163727 h 164811"/>
                  <a:gd name="connsiteX7" fmla="*/ 0 w 118941"/>
                  <a:gd name="connsiteY7" fmla="*/ 163727 h 164811"/>
                  <a:gd name="connsiteX8" fmla="*/ 0 w 118941"/>
                  <a:gd name="connsiteY8" fmla="*/ 0 h 164811"/>
                  <a:gd name="connsiteX9" fmla="*/ 32736 w 118941"/>
                  <a:gd name="connsiteY9" fmla="*/ 0 h 164811"/>
                  <a:gd name="connsiteX10" fmla="*/ 32736 w 118941"/>
                  <a:gd name="connsiteY10" fmla="*/ 58552 h 164811"/>
                  <a:gd name="connsiteX11" fmla="*/ 68746 w 118941"/>
                  <a:gd name="connsiteY11" fmla="*/ 42287 h 164811"/>
                  <a:gd name="connsiteX12" fmla="*/ 118941 w 118941"/>
                  <a:gd name="connsiteY12" fmla="*/ 97586 h 164811"/>
                  <a:gd name="connsiteX13" fmla="*/ 118941 w 118941"/>
                  <a:gd name="connsiteY13" fmla="*/ 97586 h 164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8941" h="164811">
                    <a:moveTo>
                      <a:pt x="118941" y="97586"/>
                    </a:moveTo>
                    <a:lnTo>
                      <a:pt x="118941" y="164812"/>
                    </a:lnTo>
                    <a:lnTo>
                      <a:pt x="85114" y="164812"/>
                    </a:lnTo>
                    <a:lnTo>
                      <a:pt x="85114" y="100839"/>
                    </a:lnTo>
                    <a:cubicBezTo>
                      <a:pt x="85114" y="81322"/>
                      <a:pt x="77475" y="70479"/>
                      <a:pt x="60016" y="70479"/>
                    </a:cubicBezTo>
                    <a:cubicBezTo>
                      <a:pt x="43648" y="70479"/>
                      <a:pt x="32736" y="81322"/>
                      <a:pt x="32736" y="101923"/>
                    </a:cubicBezTo>
                    <a:lnTo>
                      <a:pt x="32736" y="163727"/>
                    </a:lnTo>
                    <a:lnTo>
                      <a:pt x="0" y="163727"/>
                    </a:lnTo>
                    <a:lnTo>
                      <a:pt x="0" y="0"/>
                    </a:lnTo>
                    <a:lnTo>
                      <a:pt x="32736" y="0"/>
                    </a:lnTo>
                    <a:lnTo>
                      <a:pt x="32736" y="58552"/>
                    </a:lnTo>
                    <a:cubicBezTo>
                      <a:pt x="40375" y="48793"/>
                      <a:pt x="51287" y="42287"/>
                      <a:pt x="68746" y="42287"/>
                    </a:cubicBezTo>
                    <a:cubicBezTo>
                      <a:pt x="97117" y="42287"/>
                      <a:pt x="118941" y="56383"/>
                      <a:pt x="118941" y="97586"/>
                    </a:cubicBezTo>
                    <a:lnTo>
                      <a:pt x="118941" y="97586"/>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79" name="Freeform: Shape 278">
                <a:extLst>
                  <a:ext uri="{FF2B5EF4-FFF2-40B4-BE49-F238E27FC236}">
                    <a16:creationId xmlns:a16="http://schemas.microsoft.com/office/drawing/2014/main" id="{949BF27F-E6B6-2220-A82C-1C46894D925B}"/>
                  </a:ext>
                </a:extLst>
              </p:cNvPr>
              <p:cNvSpPr/>
              <p:nvPr/>
            </p:nvSpPr>
            <p:spPr>
              <a:xfrm>
                <a:off x="4683778" y="4365511"/>
                <a:ext cx="128762" cy="123608"/>
              </a:xfrm>
              <a:custGeom>
                <a:avLst/>
                <a:gdLst>
                  <a:gd name="connsiteX0" fmla="*/ 94935 w 128762"/>
                  <a:gd name="connsiteY0" fmla="*/ 61804 h 123608"/>
                  <a:gd name="connsiteX1" fmla="*/ 64381 w 128762"/>
                  <a:gd name="connsiteY1" fmla="*/ 27107 h 123608"/>
                  <a:gd name="connsiteX2" fmla="*/ 33827 w 128762"/>
                  <a:gd name="connsiteY2" fmla="*/ 61804 h 123608"/>
                  <a:gd name="connsiteX3" fmla="*/ 64381 w 128762"/>
                  <a:gd name="connsiteY3" fmla="*/ 96502 h 123608"/>
                  <a:gd name="connsiteX4" fmla="*/ 94935 w 128762"/>
                  <a:gd name="connsiteY4" fmla="*/ 61804 h 123608"/>
                  <a:gd name="connsiteX5" fmla="*/ 0 w 128762"/>
                  <a:gd name="connsiteY5" fmla="*/ 61804 h 123608"/>
                  <a:gd name="connsiteX6" fmla="*/ 64381 w 128762"/>
                  <a:gd name="connsiteY6" fmla="*/ 0 h 123608"/>
                  <a:gd name="connsiteX7" fmla="*/ 128762 w 128762"/>
                  <a:gd name="connsiteY7" fmla="*/ 61804 h 123608"/>
                  <a:gd name="connsiteX8" fmla="*/ 64381 w 128762"/>
                  <a:gd name="connsiteY8" fmla="*/ 123609 h 123608"/>
                  <a:gd name="connsiteX9" fmla="*/ 0 w 128762"/>
                  <a:gd name="connsiteY9" fmla="*/ 61804 h 12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8762" h="123608">
                    <a:moveTo>
                      <a:pt x="94935" y="61804"/>
                    </a:moveTo>
                    <a:cubicBezTo>
                      <a:pt x="94935" y="41203"/>
                      <a:pt x="82931" y="27107"/>
                      <a:pt x="64381" y="27107"/>
                    </a:cubicBezTo>
                    <a:cubicBezTo>
                      <a:pt x="45831" y="27107"/>
                      <a:pt x="33827" y="41203"/>
                      <a:pt x="33827" y="61804"/>
                    </a:cubicBezTo>
                    <a:cubicBezTo>
                      <a:pt x="33827" y="82406"/>
                      <a:pt x="45831" y="96502"/>
                      <a:pt x="64381" y="96502"/>
                    </a:cubicBezTo>
                    <a:cubicBezTo>
                      <a:pt x="82931" y="96502"/>
                      <a:pt x="94935" y="82406"/>
                      <a:pt x="94935" y="61804"/>
                    </a:cubicBezTo>
                    <a:close/>
                    <a:moveTo>
                      <a:pt x="0" y="61804"/>
                    </a:moveTo>
                    <a:cubicBezTo>
                      <a:pt x="0" y="24939"/>
                      <a:pt x="25098" y="0"/>
                      <a:pt x="64381" y="0"/>
                    </a:cubicBezTo>
                    <a:cubicBezTo>
                      <a:pt x="103664" y="0"/>
                      <a:pt x="128762" y="24939"/>
                      <a:pt x="128762" y="61804"/>
                    </a:cubicBezTo>
                    <a:cubicBezTo>
                      <a:pt x="128762" y="98670"/>
                      <a:pt x="103664" y="123609"/>
                      <a:pt x="64381" y="123609"/>
                    </a:cubicBezTo>
                    <a:cubicBezTo>
                      <a:pt x="25098" y="123609"/>
                      <a:pt x="0" y="98670"/>
                      <a:pt x="0" y="61804"/>
                    </a:cubicBez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0" name="Freeform: Shape 279">
                <a:extLst>
                  <a:ext uri="{FF2B5EF4-FFF2-40B4-BE49-F238E27FC236}">
                    <a16:creationId xmlns:a16="http://schemas.microsoft.com/office/drawing/2014/main" id="{0ED32AF0-5865-D36E-1B58-A54E37B8BB0A}"/>
                  </a:ext>
                </a:extLst>
              </p:cNvPr>
              <p:cNvSpPr/>
              <p:nvPr/>
            </p:nvSpPr>
            <p:spPr>
              <a:xfrm>
                <a:off x="4828908" y="4365511"/>
                <a:ext cx="192051" cy="124693"/>
              </a:xfrm>
              <a:custGeom>
                <a:avLst/>
                <a:gdLst>
                  <a:gd name="connsiteX0" fmla="*/ 192052 w 192051"/>
                  <a:gd name="connsiteY0" fmla="*/ 53130 h 124693"/>
                  <a:gd name="connsiteX1" fmla="*/ 192052 w 192051"/>
                  <a:gd name="connsiteY1" fmla="*/ 122524 h 124693"/>
                  <a:gd name="connsiteX2" fmla="*/ 158224 w 192051"/>
                  <a:gd name="connsiteY2" fmla="*/ 122524 h 124693"/>
                  <a:gd name="connsiteX3" fmla="*/ 158224 w 192051"/>
                  <a:gd name="connsiteY3" fmla="*/ 55299 h 124693"/>
                  <a:gd name="connsiteX4" fmla="*/ 137492 w 192051"/>
                  <a:gd name="connsiteY4" fmla="*/ 28191 h 124693"/>
                  <a:gd name="connsiteX5" fmla="*/ 113485 w 192051"/>
                  <a:gd name="connsiteY5" fmla="*/ 57467 h 124693"/>
                  <a:gd name="connsiteX6" fmla="*/ 113485 w 192051"/>
                  <a:gd name="connsiteY6" fmla="*/ 123609 h 124693"/>
                  <a:gd name="connsiteX7" fmla="*/ 79658 w 192051"/>
                  <a:gd name="connsiteY7" fmla="*/ 123609 h 124693"/>
                  <a:gd name="connsiteX8" fmla="*/ 79658 w 192051"/>
                  <a:gd name="connsiteY8" fmla="*/ 56383 h 124693"/>
                  <a:gd name="connsiteX9" fmla="*/ 57834 w 192051"/>
                  <a:gd name="connsiteY9" fmla="*/ 29276 h 124693"/>
                  <a:gd name="connsiteX10" fmla="*/ 33827 w 192051"/>
                  <a:gd name="connsiteY10" fmla="*/ 58552 h 124693"/>
                  <a:gd name="connsiteX11" fmla="*/ 33827 w 192051"/>
                  <a:gd name="connsiteY11" fmla="*/ 124693 h 124693"/>
                  <a:gd name="connsiteX12" fmla="*/ 0 w 192051"/>
                  <a:gd name="connsiteY12" fmla="*/ 124693 h 124693"/>
                  <a:gd name="connsiteX13" fmla="*/ 0 w 192051"/>
                  <a:gd name="connsiteY13" fmla="*/ 1084 h 124693"/>
                  <a:gd name="connsiteX14" fmla="*/ 28371 w 192051"/>
                  <a:gd name="connsiteY14" fmla="*/ 1084 h 124693"/>
                  <a:gd name="connsiteX15" fmla="*/ 31645 w 192051"/>
                  <a:gd name="connsiteY15" fmla="*/ 16264 h 124693"/>
                  <a:gd name="connsiteX16" fmla="*/ 67655 w 192051"/>
                  <a:gd name="connsiteY16" fmla="*/ 0 h 124693"/>
                  <a:gd name="connsiteX17" fmla="*/ 104755 w 192051"/>
                  <a:gd name="connsiteY17" fmla="*/ 20601 h 124693"/>
                  <a:gd name="connsiteX18" fmla="*/ 146221 w 192051"/>
                  <a:gd name="connsiteY18" fmla="*/ 0 h 124693"/>
                  <a:gd name="connsiteX19" fmla="*/ 192052 w 192051"/>
                  <a:gd name="connsiteY19" fmla="*/ 53130 h 124693"/>
                  <a:gd name="connsiteX20" fmla="*/ 192052 w 192051"/>
                  <a:gd name="connsiteY20" fmla="*/ 53130 h 124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2051" h="124693">
                    <a:moveTo>
                      <a:pt x="192052" y="53130"/>
                    </a:moveTo>
                    <a:lnTo>
                      <a:pt x="192052" y="122524"/>
                    </a:lnTo>
                    <a:lnTo>
                      <a:pt x="158224" y="122524"/>
                    </a:lnTo>
                    <a:lnTo>
                      <a:pt x="158224" y="55299"/>
                    </a:lnTo>
                    <a:cubicBezTo>
                      <a:pt x="158224" y="36866"/>
                      <a:pt x="151677" y="28191"/>
                      <a:pt x="137492" y="28191"/>
                    </a:cubicBezTo>
                    <a:cubicBezTo>
                      <a:pt x="123306" y="28191"/>
                      <a:pt x="113485" y="39034"/>
                      <a:pt x="113485" y="57467"/>
                    </a:cubicBezTo>
                    <a:lnTo>
                      <a:pt x="113485" y="123609"/>
                    </a:lnTo>
                    <a:lnTo>
                      <a:pt x="79658" y="123609"/>
                    </a:lnTo>
                    <a:lnTo>
                      <a:pt x="79658" y="56383"/>
                    </a:lnTo>
                    <a:cubicBezTo>
                      <a:pt x="79658" y="37950"/>
                      <a:pt x="73111" y="29276"/>
                      <a:pt x="57834" y="29276"/>
                    </a:cubicBezTo>
                    <a:cubicBezTo>
                      <a:pt x="42557" y="29276"/>
                      <a:pt x="33827" y="40119"/>
                      <a:pt x="33827" y="58552"/>
                    </a:cubicBezTo>
                    <a:lnTo>
                      <a:pt x="33827" y="124693"/>
                    </a:lnTo>
                    <a:lnTo>
                      <a:pt x="0" y="124693"/>
                    </a:lnTo>
                    <a:lnTo>
                      <a:pt x="0" y="1084"/>
                    </a:lnTo>
                    <a:lnTo>
                      <a:pt x="28371" y="1084"/>
                    </a:lnTo>
                    <a:lnTo>
                      <a:pt x="31645" y="16264"/>
                    </a:lnTo>
                    <a:cubicBezTo>
                      <a:pt x="39283" y="6506"/>
                      <a:pt x="50195" y="0"/>
                      <a:pt x="67655" y="0"/>
                    </a:cubicBezTo>
                    <a:cubicBezTo>
                      <a:pt x="85114" y="0"/>
                      <a:pt x="97117" y="5421"/>
                      <a:pt x="104755" y="20601"/>
                    </a:cubicBezTo>
                    <a:cubicBezTo>
                      <a:pt x="113485" y="7590"/>
                      <a:pt x="127671" y="0"/>
                      <a:pt x="146221" y="0"/>
                    </a:cubicBezTo>
                    <a:cubicBezTo>
                      <a:pt x="164772" y="0"/>
                      <a:pt x="192052" y="14096"/>
                      <a:pt x="192052" y="53130"/>
                    </a:cubicBezTo>
                    <a:lnTo>
                      <a:pt x="192052" y="53130"/>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2" name="Freeform: Shape 281">
                <a:extLst>
                  <a:ext uri="{FF2B5EF4-FFF2-40B4-BE49-F238E27FC236}">
                    <a16:creationId xmlns:a16="http://schemas.microsoft.com/office/drawing/2014/main" id="{7B0E110C-849B-2502-D509-82181485BB89}"/>
                  </a:ext>
                </a:extLst>
              </p:cNvPr>
              <p:cNvSpPr/>
              <p:nvPr/>
            </p:nvSpPr>
            <p:spPr>
              <a:xfrm>
                <a:off x="5032963" y="4365456"/>
                <a:ext cx="114576" cy="123663"/>
              </a:xfrm>
              <a:custGeom>
                <a:avLst/>
                <a:gdLst>
                  <a:gd name="connsiteX0" fmla="*/ 32736 w 114576"/>
                  <a:gd name="connsiteY0" fmla="*/ 82460 h 123663"/>
                  <a:gd name="connsiteX1" fmla="*/ 60016 w 114576"/>
                  <a:gd name="connsiteY1" fmla="*/ 99809 h 123663"/>
                  <a:gd name="connsiteX2" fmla="*/ 82931 w 114576"/>
                  <a:gd name="connsiteY2" fmla="*/ 86797 h 123663"/>
                  <a:gd name="connsiteX3" fmla="*/ 54560 w 114576"/>
                  <a:gd name="connsiteY3" fmla="*/ 73786 h 123663"/>
                  <a:gd name="connsiteX4" fmla="*/ 3274 w 114576"/>
                  <a:gd name="connsiteY4" fmla="*/ 39089 h 123663"/>
                  <a:gd name="connsiteX5" fmla="*/ 55651 w 114576"/>
                  <a:gd name="connsiteY5" fmla="*/ 54 h 123663"/>
                  <a:gd name="connsiteX6" fmla="*/ 113485 w 114576"/>
                  <a:gd name="connsiteY6" fmla="*/ 39089 h 123663"/>
                  <a:gd name="connsiteX7" fmla="*/ 80749 w 114576"/>
                  <a:gd name="connsiteY7" fmla="*/ 39089 h 123663"/>
                  <a:gd name="connsiteX8" fmla="*/ 56743 w 114576"/>
                  <a:gd name="connsiteY8" fmla="*/ 23909 h 123663"/>
                  <a:gd name="connsiteX9" fmla="*/ 34919 w 114576"/>
                  <a:gd name="connsiteY9" fmla="*/ 35836 h 123663"/>
                  <a:gd name="connsiteX10" fmla="*/ 63290 w 114576"/>
                  <a:gd name="connsiteY10" fmla="*/ 47763 h 123663"/>
                  <a:gd name="connsiteX11" fmla="*/ 114576 w 114576"/>
                  <a:gd name="connsiteY11" fmla="*/ 84629 h 123663"/>
                  <a:gd name="connsiteX12" fmla="*/ 58925 w 114576"/>
                  <a:gd name="connsiteY12" fmla="*/ 123663 h 123663"/>
                  <a:gd name="connsiteX13" fmla="*/ 0 w 114576"/>
                  <a:gd name="connsiteY13" fmla="*/ 82460 h 123663"/>
                  <a:gd name="connsiteX14" fmla="*/ 32736 w 114576"/>
                  <a:gd name="connsiteY14" fmla="*/ 82460 h 123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76" h="123663">
                    <a:moveTo>
                      <a:pt x="32736" y="82460"/>
                    </a:moveTo>
                    <a:cubicBezTo>
                      <a:pt x="32736" y="93303"/>
                      <a:pt x="43648" y="99809"/>
                      <a:pt x="60016" y="99809"/>
                    </a:cubicBezTo>
                    <a:cubicBezTo>
                      <a:pt x="76384" y="99809"/>
                      <a:pt x="82931" y="95472"/>
                      <a:pt x="82931" y="86797"/>
                    </a:cubicBezTo>
                    <a:cubicBezTo>
                      <a:pt x="82931" y="78123"/>
                      <a:pt x="74202" y="75955"/>
                      <a:pt x="54560" y="73786"/>
                    </a:cubicBezTo>
                    <a:cubicBezTo>
                      <a:pt x="26189" y="70533"/>
                      <a:pt x="3274" y="64027"/>
                      <a:pt x="3274" y="39089"/>
                    </a:cubicBezTo>
                    <a:cubicBezTo>
                      <a:pt x="3274" y="14150"/>
                      <a:pt x="24007" y="-1030"/>
                      <a:pt x="55651" y="54"/>
                    </a:cubicBezTo>
                    <a:cubicBezTo>
                      <a:pt x="88387" y="54"/>
                      <a:pt x="111303" y="14150"/>
                      <a:pt x="113485" y="39089"/>
                    </a:cubicBezTo>
                    <a:lnTo>
                      <a:pt x="80749" y="39089"/>
                    </a:lnTo>
                    <a:cubicBezTo>
                      <a:pt x="80749" y="29330"/>
                      <a:pt x="70928" y="23909"/>
                      <a:pt x="56743" y="23909"/>
                    </a:cubicBezTo>
                    <a:cubicBezTo>
                      <a:pt x="42557" y="23909"/>
                      <a:pt x="34919" y="28246"/>
                      <a:pt x="34919" y="35836"/>
                    </a:cubicBezTo>
                    <a:cubicBezTo>
                      <a:pt x="34919" y="43426"/>
                      <a:pt x="45831" y="45595"/>
                      <a:pt x="63290" y="47763"/>
                    </a:cubicBezTo>
                    <a:cubicBezTo>
                      <a:pt x="91661" y="51016"/>
                      <a:pt x="114576" y="56437"/>
                      <a:pt x="114576" y="84629"/>
                    </a:cubicBezTo>
                    <a:cubicBezTo>
                      <a:pt x="114576" y="112820"/>
                      <a:pt x="91661" y="123663"/>
                      <a:pt x="58925" y="123663"/>
                    </a:cubicBezTo>
                    <a:cubicBezTo>
                      <a:pt x="26189" y="123663"/>
                      <a:pt x="1091" y="108483"/>
                      <a:pt x="0" y="82460"/>
                    </a:cubicBezTo>
                    <a:lnTo>
                      <a:pt x="32736" y="82460"/>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3" name="Freeform: Shape 282">
                <a:extLst>
                  <a:ext uri="{FF2B5EF4-FFF2-40B4-BE49-F238E27FC236}">
                    <a16:creationId xmlns:a16="http://schemas.microsoft.com/office/drawing/2014/main" id="{B85568F4-F8F0-0950-02FA-F1EEEB05CC2E}"/>
                  </a:ext>
                </a:extLst>
              </p:cNvPr>
              <p:cNvSpPr/>
              <p:nvPr/>
            </p:nvSpPr>
            <p:spPr>
              <a:xfrm>
                <a:off x="5156269" y="4365511"/>
                <a:ext cx="128761" cy="123608"/>
              </a:xfrm>
              <a:custGeom>
                <a:avLst/>
                <a:gdLst>
                  <a:gd name="connsiteX0" fmla="*/ 96026 w 128761"/>
                  <a:gd name="connsiteY0" fmla="*/ 61804 h 123608"/>
                  <a:gd name="connsiteX1" fmla="*/ 65472 w 128761"/>
                  <a:gd name="connsiteY1" fmla="*/ 27107 h 123608"/>
                  <a:gd name="connsiteX2" fmla="*/ 34918 w 128761"/>
                  <a:gd name="connsiteY2" fmla="*/ 61804 h 123608"/>
                  <a:gd name="connsiteX3" fmla="*/ 65472 w 128761"/>
                  <a:gd name="connsiteY3" fmla="*/ 96502 h 123608"/>
                  <a:gd name="connsiteX4" fmla="*/ 96026 w 128761"/>
                  <a:gd name="connsiteY4" fmla="*/ 61804 h 123608"/>
                  <a:gd name="connsiteX5" fmla="*/ 0 w 128761"/>
                  <a:gd name="connsiteY5" fmla="*/ 61804 h 123608"/>
                  <a:gd name="connsiteX6" fmla="*/ 64381 w 128761"/>
                  <a:gd name="connsiteY6" fmla="*/ 0 h 123608"/>
                  <a:gd name="connsiteX7" fmla="*/ 128762 w 128761"/>
                  <a:gd name="connsiteY7" fmla="*/ 61804 h 123608"/>
                  <a:gd name="connsiteX8" fmla="*/ 64381 w 128761"/>
                  <a:gd name="connsiteY8" fmla="*/ 123609 h 123608"/>
                  <a:gd name="connsiteX9" fmla="*/ 0 w 128761"/>
                  <a:gd name="connsiteY9" fmla="*/ 61804 h 12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8761" h="123608">
                    <a:moveTo>
                      <a:pt x="96026" y="61804"/>
                    </a:moveTo>
                    <a:cubicBezTo>
                      <a:pt x="96026" y="41203"/>
                      <a:pt x="84023" y="27107"/>
                      <a:pt x="65472" y="27107"/>
                    </a:cubicBezTo>
                    <a:cubicBezTo>
                      <a:pt x="46922" y="27107"/>
                      <a:pt x="34918" y="41203"/>
                      <a:pt x="34918" y="61804"/>
                    </a:cubicBezTo>
                    <a:cubicBezTo>
                      <a:pt x="34918" y="82406"/>
                      <a:pt x="46922" y="96502"/>
                      <a:pt x="65472" y="96502"/>
                    </a:cubicBezTo>
                    <a:cubicBezTo>
                      <a:pt x="84023" y="96502"/>
                      <a:pt x="96026" y="82406"/>
                      <a:pt x="96026" y="61804"/>
                    </a:cubicBezTo>
                    <a:close/>
                    <a:moveTo>
                      <a:pt x="0" y="61804"/>
                    </a:moveTo>
                    <a:cubicBezTo>
                      <a:pt x="0" y="24939"/>
                      <a:pt x="25098" y="0"/>
                      <a:pt x="64381" y="0"/>
                    </a:cubicBezTo>
                    <a:cubicBezTo>
                      <a:pt x="103664" y="0"/>
                      <a:pt x="128762" y="24939"/>
                      <a:pt x="128762" y="61804"/>
                    </a:cubicBezTo>
                    <a:cubicBezTo>
                      <a:pt x="128762" y="98670"/>
                      <a:pt x="103664" y="123609"/>
                      <a:pt x="64381" y="123609"/>
                    </a:cubicBezTo>
                    <a:cubicBezTo>
                      <a:pt x="26189" y="123609"/>
                      <a:pt x="0" y="98670"/>
                      <a:pt x="0" y="61804"/>
                    </a:cubicBez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4" name="Freeform: Shape 283">
                <a:extLst>
                  <a:ext uri="{FF2B5EF4-FFF2-40B4-BE49-F238E27FC236}">
                    <a16:creationId xmlns:a16="http://schemas.microsoft.com/office/drawing/2014/main" id="{8648257D-A4D0-9C60-DCFE-8900498A2555}"/>
                  </a:ext>
                </a:extLst>
              </p:cNvPr>
              <p:cNvSpPr/>
              <p:nvPr/>
            </p:nvSpPr>
            <p:spPr>
              <a:xfrm>
                <a:off x="5300307" y="4365511"/>
                <a:ext cx="120032" cy="122524"/>
              </a:xfrm>
              <a:custGeom>
                <a:avLst/>
                <a:gdLst>
                  <a:gd name="connsiteX0" fmla="*/ 120032 w 120032"/>
                  <a:gd name="connsiteY0" fmla="*/ 55299 h 122524"/>
                  <a:gd name="connsiteX1" fmla="*/ 120032 w 120032"/>
                  <a:gd name="connsiteY1" fmla="*/ 122524 h 122524"/>
                  <a:gd name="connsiteX2" fmla="*/ 86205 w 120032"/>
                  <a:gd name="connsiteY2" fmla="*/ 122524 h 122524"/>
                  <a:gd name="connsiteX3" fmla="*/ 86205 w 120032"/>
                  <a:gd name="connsiteY3" fmla="*/ 58552 h 122524"/>
                  <a:gd name="connsiteX4" fmla="*/ 61107 w 120032"/>
                  <a:gd name="connsiteY4" fmla="*/ 27107 h 122524"/>
                  <a:gd name="connsiteX5" fmla="*/ 33827 w 120032"/>
                  <a:gd name="connsiteY5" fmla="*/ 59636 h 122524"/>
                  <a:gd name="connsiteX6" fmla="*/ 33827 w 120032"/>
                  <a:gd name="connsiteY6" fmla="*/ 121440 h 122524"/>
                  <a:gd name="connsiteX7" fmla="*/ 0 w 120032"/>
                  <a:gd name="connsiteY7" fmla="*/ 121440 h 122524"/>
                  <a:gd name="connsiteX8" fmla="*/ 0 w 120032"/>
                  <a:gd name="connsiteY8" fmla="*/ 1084 h 122524"/>
                  <a:gd name="connsiteX9" fmla="*/ 29463 w 120032"/>
                  <a:gd name="connsiteY9" fmla="*/ 1084 h 122524"/>
                  <a:gd name="connsiteX10" fmla="*/ 32736 w 120032"/>
                  <a:gd name="connsiteY10" fmla="*/ 16264 h 122524"/>
                  <a:gd name="connsiteX11" fmla="*/ 70928 w 120032"/>
                  <a:gd name="connsiteY11" fmla="*/ 0 h 122524"/>
                  <a:gd name="connsiteX12" fmla="*/ 120032 w 120032"/>
                  <a:gd name="connsiteY12" fmla="*/ 55299 h 122524"/>
                  <a:gd name="connsiteX13" fmla="*/ 120032 w 120032"/>
                  <a:gd name="connsiteY13" fmla="*/ 55299 h 122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0032" h="122524">
                    <a:moveTo>
                      <a:pt x="120032" y="55299"/>
                    </a:moveTo>
                    <a:lnTo>
                      <a:pt x="120032" y="122524"/>
                    </a:lnTo>
                    <a:lnTo>
                      <a:pt x="86205" y="122524"/>
                    </a:lnTo>
                    <a:lnTo>
                      <a:pt x="86205" y="58552"/>
                    </a:lnTo>
                    <a:cubicBezTo>
                      <a:pt x="86205" y="37950"/>
                      <a:pt x="78567" y="27107"/>
                      <a:pt x="61107" y="27107"/>
                    </a:cubicBezTo>
                    <a:cubicBezTo>
                      <a:pt x="43648" y="27107"/>
                      <a:pt x="33827" y="39034"/>
                      <a:pt x="33827" y="59636"/>
                    </a:cubicBezTo>
                    <a:lnTo>
                      <a:pt x="33827" y="121440"/>
                    </a:lnTo>
                    <a:lnTo>
                      <a:pt x="0" y="121440"/>
                    </a:lnTo>
                    <a:lnTo>
                      <a:pt x="0" y="1084"/>
                    </a:lnTo>
                    <a:lnTo>
                      <a:pt x="29463" y="1084"/>
                    </a:lnTo>
                    <a:lnTo>
                      <a:pt x="32736" y="16264"/>
                    </a:lnTo>
                    <a:cubicBezTo>
                      <a:pt x="40375" y="6506"/>
                      <a:pt x="52378" y="0"/>
                      <a:pt x="70928" y="0"/>
                    </a:cubicBezTo>
                    <a:cubicBezTo>
                      <a:pt x="89479" y="0"/>
                      <a:pt x="120032" y="14096"/>
                      <a:pt x="120032" y="55299"/>
                    </a:cubicBezTo>
                    <a:lnTo>
                      <a:pt x="120032" y="55299"/>
                    </a:lnTo>
                    <a:close/>
                  </a:path>
                </a:pathLst>
              </a:custGeom>
              <a:solidFill>
                <a:schemeClr val="tx1"/>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nvGrpSpPr>
            <p:cNvPr id="2053" name="Group 2052">
              <a:extLst>
                <a:ext uri="{FF2B5EF4-FFF2-40B4-BE49-F238E27FC236}">
                  <a16:creationId xmlns:a16="http://schemas.microsoft.com/office/drawing/2014/main" id="{057908E3-42B2-DE39-F81D-DEA0047A2B6E}"/>
                </a:ext>
              </a:extLst>
            </p:cNvPr>
            <p:cNvGrpSpPr/>
            <p:nvPr/>
          </p:nvGrpSpPr>
          <p:grpSpPr>
            <a:xfrm>
              <a:off x="3998502" y="4242986"/>
              <a:ext cx="329543" cy="327454"/>
              <a:chOff x="3998502" y="4242986"/>
              <a:chExt cx="329543" cy="327454"/>
            </a:xfrm>
          </p:grpSpPr>
          <p:sp>
            <p:nvSpPr>
              <p:cNvPr id="285" name="Freeform: Shape 284">
                <a:extLst>
                  <a:ext uri="{FF2B5EF4-FFF2-40B4-BE49-F238E27FC236}">
                    <a16:creationId xmlns:a16="http://schemas.microsoft.com/office/drawing/2014/main" id="{8F59C5A6-87C3-1706-5273-DA96050EE26A}"/>
                  </a:ext>
                </a:extLst>
              </p:cNvPr>
              <p:cNvSpPr/>
              <p:nvPr/>
            </p:nvSpPr>
            <p:spPr>
              <a:xfrm>
                <a:off x="4246205" y="4279852"/>
                <a:ext cx="43648" cy="44455"/>
              </a:xfrm>
              <a:custGeom>
                <a:avLst/>
                <a:gdLst>
                  <a:gd name="connsiteX0" fmla="*/ 37101 w 43648"/>
                  <a:gd name="connsiteY0" fmla="*/ 6506 h 44455"/>
                  <a:gd name="connsiteX1" fmla="*/ 43648 w 43648"/>
                  <a:gd name="connsiteY1" fmla="*/ 22770 h 44455"/>
                  <a:gd name="connsiteX2" fmla="*/ 37101 w 43648"/>
                  <a:gd name="connsiteY2" fmla="*/ 37950 h 44455"/>
                  <a:gd name="connsiteX3" fmla="*/ 5456 w 43648"/>
                  <a:gd name="connsiteY3" fmla="*/ 37950 h 44455"/>
                  <a:gd name="connsiteX4" fmla="*/ 0 w 43648"/>
                  <a:gd name="connsiteY4" fmla="*/ 22770 h 44455"/>
                  <a:gd name="connsiteX5" fmla="*/ 6547 w 43648"/>
                  <a:gd name="connsiteY5" fmla="*/ 7590 h 44455"/>
                  <a:gd name="connsiteX6" fmla="*/ 21824 w 43648"/>
                  <a:gd name="connsiteY6" fmla="*/ 0 h 44455"/>
                  <a:gd name="connsiteX7" fmla="*/ 37101 w 43648"/>
                  <a:gd name="connsiteY7" fmla="*/ 6506 h 44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648" h="44455">
                    <a:moveTo>
                      <a:pt x="37101" y="6506"/>
                    </a:moveTo>
                    <a:cubicBezTo>
                      <a:pt x="41466" y="10843"/>
                      <a:pt x="43648" y="16264"/>
                      <a:pt x="43648" y="22770"/>
                    </a:cubicBezTo>
                    <a:cubicBezTo>
                      <a:pt x="43648" y="29276"/>
                      <a:pt x="41466" y="34697"/>
                      <a:pt x="37101" y="37950"/>
                    </a:cubicBezTo>
                    <a:cubicBezTo>
                      <a:pt x="28371" y="46624"/>
                      <a:pt x="14186" y="46624"/>
                      <a:pt x="5456" y="37950"/>
                    </a:cubicBezTo>
                    <a:cubicBezTo>
                      <a:pt x="2182" y="33613"/>
                      <a:pt x="0" y="28191"/>
                      <a:pt x="0" y="22770"/>
                    </a:cubicBezTo>
                    <a:cubicBezTo>
                      <a:pt x="0" y="17349"/>
                      <a:pt x="2182" y="10843"/>
                      <a:pt x="6547" y="7590"/>
                    </a:cubicBezTo>
                    <a:cubicBezTo>
                      <a:pt x="10912" y="2169"/>
                      <a:pt x="16368" y="0"/>
                      <a:pt x="21824" y="0"/>
                    </a:cubicBezTo>
                    <a:cubicBezTo>
                      <a:pt x="27280" y="0"/>
                      <a:pt x="32736" y="2169"/>
                      <a:pt x="37101" y="6506"/>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6" name="Freeform: Shape 285">
                <a:extLst>
                  <a:ext uri="{FF2B5EF4-FFF2-40B4-BE49-F238E27FC236}">
                    <a16:creationId xmlns:a16="http://schemas.microsoft.com/office/drawing/2014/main" id="{85A07878-34B7-5D52-643C-09A2614CDA74}"/>
                  </a:ext>
                </a:extLst>
              </p:cNvPr>
              <p:cNvSpPr/>
              <p:nvPr/>
            </p:nvSpPr>
            <p:spPr>
              <a:xfrm>
                <a:off x="4035603" y="4488035"/>
                <a:ext cx="43648" cy="44696"/>
              </a:xfrm>
              <a:custGeom>
                <a:avLst/>
                <a:gdLst>
                  <a:gd name="connsiteX0" fmla="*/ 6547 w 43648"/>
                  <a:gd name="connsiteY0" fmla="*/ 37950 h 44696"/>
                  <a:gd name="connsiteX1" fmla="*/ 6547 w 43648"/>
                  <a:gd name="connsiteY1" fmla="*/ 6506 h 44696"/>
                  <a:gd name="connsiteX2" fmla="*/ 21824 w 43648"/>
                  <a:gd name="connsiteY2" fmla="*/ 0 h 44696"/>
                  <a:gd name="connsiteX3" fmla="*/ 37101 w 43648"/>
                  <a:gd name="connsiteY3" fmla="*/ 6506 h 44696"/>
                  <a:gd name="connsiteX4" fmla="*/ 37101 w 43648"/>
                  <a:gd name="connsiteY4" fmla="*/ 37950 h 44696"/>
                  <a:gd name="connsiteX5" fmla="*/ 21824 w 43648"/>
                  <a:gd name="connsiteY5" fmla="*/ 44456 h 44696"/>
                  <a:gd name="connsiteX6" fmla="*/ 6547 w 43648"/>
                  <a:gd name="connsiteY6" fmla="*/ 37950 h 44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648" h="44696">
                    <a:moveTo>
                      <a:pt x="6547" y="37950"/>
                    </a:moveTo>
                    <a:cubicBezTo>
                      <a:pt x="-2182" y="29276"/>
                      <a:pt x="-2182" y="15180"/>
                      <a:pt x="6547" y="6506"/>
                    </a:cubicBezTo>
                    <a:cubicBezTo>
                      <a:pt x="10912" y="2169"/>
                      <a:pt x="16368" y="0"/>
                      <a:pt x="21824" y="0"/>
                    </a:cubicBezTo>
                    <a:cubicBezTo>
                      <a:pt x="27280" y="0"/>
                      <a:pt x="33827" y="2169"/>
                      <a:pt x="37101" y="6506"/>
                    </a:cubicBezTo>
                    <a:cubicBezTo>
                      <a:pt x="45831" y="15180"/>
                      <a:pt x="45831" y="29276"/>
                      <a:pt x="37101" y="37950"/>
                    </a:cubicBezTo>
                    <a:cubicBezTo>
                      <a:pt x="28371" y="46624"/>
                      <a:pt x="27280" y="44456"/>
                      <a:pt x="21824" y="44456"/>
                    </a:cubicBezTo>
                    <a:cubicBezTo>
                      <a:pt x="16368" y="44456"/>
                      <a:pt x="10912" y="42287"/>
                      <a:pt x="6547" y="37950"/>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7" name="Freeform: Shape 286">
                <a:extLst>
                  <a:ext uri="{FF2B5EF4-FFF2-40B4-BE49-F238E27FC236}">
                    <a16:creationId xmlns:a16="http://schemas.microsoft.com/office/drawing/2014/main" id="{2ADEE53E-7099-BCBD-B5B7-B13EBF6A7246}"/>
                  </a:ext>
                </a:extLst>
              </p:cNvPr>
              <p:cNvSpPr/>
              <p:nvPr/>
            </p:nvSpPr>
            <p:spPr>
              <a:xfrm>
                <a:off x="4199829" y="4250576"/>
                <a:ext cx="39812" cy="39447"/>
              </a:xfrm>
              <a:custGeom>
                <a:avLst/>
                <a:gdLst>
                  <a:gd name="connsiteX0" fmla="*/ 12549 w 39812"/>
                  <a:gd name="connsiteY0" fmla="*/ 37950 h 39447"/>
                  <a:gd name="connsiteX1" fmla="*/ 12549 w 39812"/>
                  <a:gd name="connsiteY1" fmla="*/ 37950 h 39447"/>
                  <a:gd name="connsiteX2" fmla="*/ 1637 w 39812"/>
                  <a:gd name="connsiteY2" fmla="*/ 27107 h 39447"/>
                  <a:gd name="connsiteX3" fmla="*/ 1637 w 39812"/>
                  <a:gd name="connsiteY3" fmla="*/ 11927 h 39447"/>
                  <a:gd name="connsiteX4" fmla="*/ 12549 w 39812"/>
                  <a:gd name="connsiteY4" fmla="*/ 1084 h 39447"/>
                  <a:gd name="connsiteX5" fmla="*/ 20187 w 39812"/>
                  <a:gd name="connsiteY5" fmla="*/ 0 h 39447"/>
                  <a:gd name="connsiteX6" fmla="*/ 27826 w 39812"/>
                  <a:gd name="connsiteY6" fmla="*/ 1084 h 39447"/>
                  <a:gd name="connsiteX7" fmla="*/ 38738 w 39812"/>
                  <a:gd name="connsiteY7" fmla="*/ 26023 h 39447"/>
                  <a:gd name="connsiteX8" fmla="*/ 12549 w 39812"/>
                  <a:gd name="connsiteY8" fmla="*/ 37950 h 39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812" h="39447">
                    <a:moveTo>
                      <a:pt x="12549" y="37950"/>
                    </a:moveTo>
                    <a:lnTo>
                      <a:pt x="12549" y="37950"/>
                    </a:lnTo>
                    <a:cubicBezTo>
                      <a:pt x="8184" y="35781"/>
                      <a:pt x="3819" y="32529"/>
                      <a:pt x="1637" y="27107"/>
                    </a:cubicBezTo>
                    <a:cubicBezTo>
                      <a:pt x="-546" y="22770"/>
                      <a:pt x="-546" y="17349"/>
                      <a:pt x="1637" y="11927"/>
                    </a:cubicBezTo>
                    <a:cubicBezTo>
                      <a:pt x="3819" y="7590"/>
                      <a:pt x="7093" y="3253"/>
                      <a:pt x="12549" y="1084"/>
                    </a:cubicBezTo>
                    <a:cubicBezTo>
                      <a:pt x="14731" y="0"/>
                      <a:pt x="18005" y="0"/>
                      <a:pt x="20187" y="0"/>
                    </a:cubicBezTo>
                    <a:cubicBezTo>
                      <a:pt x="22370" y="0"/>
                      <a:pt x="25643" y="0"/>
                      <a:pt x="27826" y="1084"/>
                    </a:cubicBezTo>
                    <a:cubicBezTo>
                      <a:pt x="37647" y="5421"/>
                      <a:pt x="42011" y="16264"/>
                      <a:pt x="38738" y="26023"/>
                    </a:cubicBezTo>
                    <a:cubicBezTo>
                      <a:pt x="34373" y="36866"/>
                      <a:pt x="22370" y="42287"/>
                      <a:pt x="12549" y="37950"/>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8" name="Freeform: Shape 287">
                <a:extLst>
                  <a:ext uri="{FF2B5EF4-FFF2-40B4-BE49-F238E27FC236}">
                    <a16:creationId xmlns:a16="http://schemas.microsoft.com/office/drawing/2014/main" id="{EFC275DE-BB95-C8C2-01FD-FAE3D68C3DE5}"/>
                  </a:ext>
                </a:extLst>
              </p:cNvPr>
              <p:cNvSpPr/>
              <p:nvPr/>
            </p:nvSpPr>
            <p:spPr>
              <a:xfrm>
                <a:off x="4086906" y="4523816"/>
                <a:ext cx="39250" cy="38492"/>
              </a:xfrm>
              <a:custGeom>
                <a:avLst/>
                <a:gdLst>
                  <a:gd name="connsiteX0" fmla="*/ 19625 w 39250"/>
                  <a:gd name="connsiteY0" fmla="*/ 0 h 38492"/>
                  <a:gd name="connsiteX1" fmla="*/ 27264 w 39250"/>
                  <a:gd name="connsiteY1" fmla="*/ 1084 h 38492"/>
                  <a:gd name="connsiteX2" fmla="*/ 38176 w 39250"/>
                  <a:gd name="connsiteY2" fmla="*/ 26023 h 38492"/>
                  <a:gd name="connsiteX3" fmla="*/ 27264 w 39250"/>
                  <a:gd name="connsiteY3" fmla="*/ 36866 h 38492"/>
                  <a:gd name="connsiteX4" fmla="*/ 11987 w 39250"/>
                  <a:gd name="connsiteY4" fmla="*/ 36866 h 38492"/>
                  <a:gd name="connsiteX5" fmla="*/ 1075 w 39250"/>
                  <a:gd name="connsiteY5" fmla="*/ 11927 h 38492"/>
                  <a:gd name="connsiteX6" fmla="*/ 11987 w 39250"/>
                  <a:gd name="connsiteY6" fmla="*/ 1084 h 38492"/>
                  <a:gd name="connsiteX7" fmla="*/ 19625 w 39250"/>
                  <a:gd name="connsiteY7" fmla="*/ 0 h 38492"/>
                  <a:gd name="connsiteX8" fmla="*/ 19625 w 39250"/>
                  <a:gd name="connsiteY8" fmla="*/ 0 h 3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50" h="38492">
                    <a:moveTo>
                      <a:pt x="19625" y="0"/>
                    </a:moveTo>
                    <a:cubicBezTo>
                      <a:pt x="21808" y="0"/>
                      <a:pt x="25081" y="0"/>
                      <a:pt x="27264" y="1084"/>
                    </a:cubicBezTo>
                    <a:cubicBezTo>
                      <a:pt x="37084" y="5421"/>
                      <a:pt x="41449" y="16264"/>
                      <a:pt x="38176" y="26023"/>
                    </a:cubicBezTo>
                    <a:cubicBezTo>
                      <a:pt x="35993" y="30360"/>
                      <a:pt x="32720" y="34697"/>
                      <a:pt x="27264" y="36866"/>
                    </a:cubicBezTo>
                    <a:cubicBezTo>
                      <a:pt x="22899" y="39034"/>
                      <a:pt x="17443" y="39034"/>
                      <a:pt x="11987" y="36866"/>
                    </a:cubicBezTo>
                    <a:cubicBezTo>
                      <a:pt x="2166" y="32529"/>
                      <a:pt x="-2199" y="21686"/>
                      <a:pt x="1075" y="11927"/>
                    </a:cubicBezTo>
                    <a:cubicBezTo>
                      <a:pt x="3257" y="7590"/>
                      <a:pt x="6531" y="3253"/>
                      <a:pt x="11987" y="1084"/>
                    </a:cubicBezTo>
                    <a:cubicBezTo>
                      <a:pt x="14169" y="0"/>
                      <a:pt x="17443" y="0"/>
                      <a:pt x="19625" y="0"/>
                    </a:cubicBezTo>
                    <a:lnTo>
                      <a:pt x="19625" y="0"/>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89" name="Freeform: Shape 288">
                <a:extLst>
                  <a:ext uri="{FF2B5EF4-FFF2-40B4-BE49-F238E27FC236}">
                    <a16:creationId xmlns:a16="http://schemas.microsoft.com/office/drawing/2014/main" id="{41D7C340-8A7D-6914-D9D3-C7C5BAE403B8}"/>
                  </a:ext>
                </a:extLst>
              </p:cNvPr>
              <p:cNvSpPr/>
              <p:nvPr/>
            </p:nvSpPr>
            <p:spPr>
              <a:xfrm>
                <a:off x="4145815" y="4242986"/>
                <a:ext cx="33827" cy="32528"/>
              </a:xfrm>
              <a:custGeom>
                <a:avLst/>
                <a:gdLst>
                  <a:gd name="connsiteX0" fmla="*/ 33827 w 33827"/>
                  <a:gd name="connsiteY0" fmla="*/ 16264 h 32528"/>
                  <a:gd name="connsiteX1" fmla="*/ 17459 w 33827"/>
                  <a:gd name="connsiteY1" fmla="*/ 32529 h 32528"/>
                  <a:gd name="connsiteX2" fmla="*/ 16368 w 33827"/>
                  <a:gd name="connsiteY2" fmla="*/ 32529 h 32528"/>
                  <a:gd name="connsiteX3" fmla="*/ 0 w 33827"/>
                  <a:gd name="connsiteY3" fmla="*/ 16264 h 32528"/>
                  <a:gd name="connsiteX4" fmla="*/ 16368 w 33827"/>
                  <a:gd name="connsiteY4" fmla="*/ 0 h 32528"/>
                  <a:gd name="connsiteX5" fmla="*/ 33827 w 33827"/>
                  <a:gd name="connsiteY5" fmla="*/ 16264 h 32528"/>
                  <a:gd name="connsiteX6" fmla="*/ 33827 w 33827"/>
                  <a:gd name="connsiteY6" fmla="*/ 16264 h 32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27" h="32528">
                    <a:moveTo>
                      <a:pt x="33827" y="16264"/>
                    </a:moveTo>
                    <a:cubicBezTo>
                      <a:pt x="33827" y="24939"/>
                      <a:pt x="26189" y="32529"/>
                      <a:pt x="17459" y="32529"/>
                    </a:cubicBezTo>
                    <a:lnTo>
                      <a:pt x="16368" y="32529"/>
                    </a:lnTo>
                    <a:cubicBezTo>
                      <a:pt x="7638" y="32529"/>
                      <a:pt x="0" y="24939"/>
                      <a:pt x="0" y="16264"/>
                    </a:cubicBezTo>
                    <a:cubicBezTo>
                      <a:pt x="0" y="7590"/>
                      <a:pt x="7638" y="0"/>
                      <a:pt x="16368" y="0"/>
                    </a:cubicBezTo>
                    <a:cubicBezTo>
                      <a:pt x="26189" y="0"/>
                      <a:pt x="33827" y="7590"/>
                      <a:pt x="33827" y="16264"/>
                    </a:cubicBezTo>
                    <a:lnTo>
                      <a:pt x="33827" y="16264"/>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1" name="Freeform: Shape 290">
                <a:extLst>
                  <a:ext uri="{FF2B5EF4-FFF2-40B4-BE49-F238E27FC236}">
                    <a16:creationId xmlns:a16="http://schemas.microsoft.com/office/drawing/2014/main" id="{7776372F-C138-5C45-A87C-1497AD60EA01}"/>
                  </a:ext>
                </a:extLst>
              </p:cNvPr>
              <p:cNvSpPr/>
              <p:nvPr/>
            </p:nvSpPr>
            <p:spPr>
              <a:xfrm>
                <a:off x="4146906" y="4537912"/>
                <a:ext cx="32736" cy="32528"/>
              </a:xfrm>
              <a:custGeom>
                <a:avLst/>
                <a:gdLst>
                  <a:gd name="connsiteX0" fmla="*/ 32736 w 32736"/>
                  <a:gd name="connsiteY0" fmla="*/ 16264 h 32528"/>
                  <a:gd name="connsiteX1" fmla="*/ 16368 w 32736"/>
                  <a:gd name="connsiteY1" fmla="*/ 32529 h 32528"/>
                  <a:gd name="connsiteX2" fmla="*/ 0 w 32736"/>
                  <a:gd name="connsiteY2" fmla="*/ 16264 h 32528"/>
                  <a:gd name="connsiteX3" fmla="*/ 16368 w 32736"/>
                  <a:gd name="connsiteY3" fmla="*/ 0 h 32528"/>
                  <a:gd name="connsiteX4" fmla="*/ 32736 w 32736"/>
                  <a:gd name="connsiteY4" fmla="*/ 16264 h 32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6" h="32528">
                    <a:moveTo>
                      <a:pt x="32736" y="16264"/>
                    </a:moveTo>
                    <a:cubicBezTo>
                      <a:pt x="32736" y="25247"/>
                      <a:pt x="25408" y="32529"/>
                      <a:pt x="16368" y="32529"/>
                    </a:cubicBezTo>
                    <a:cubicBezTo>
                      <a:pt x="7328" y="32529"/>
                      <a:pt x="0" y="25247"/>
                      <a:pt x="0" y="16264"/>
                    </a:cubicBezTo>
                    <a:cubicBezTo>
                      <a:pt x="0" y="7282"/>
                      <a:pt x="7328" y="0"/>
                      <a:pt x="16368" y="0"/>
                    </a:cubicBezTo>
                    <a:cubicBezTo>
                      <a:pt x="25408" y="0"/>
                      <a:pt x="32736" y="7282"/>
                      <a:pt x="32736" y="16264"/>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2" name="Freeform: Shape 291">
                <a:extLst>
                  <a:ext uri="{FF2B5EF4-FFF2-40B4-BE49-F238E27FC236}">
                    <a16:creationId xmlns:a16="http://schemas.microsoft.com/office/drawing/2014/main" id="{86F121EE-C40F-BA1E-1888-7850C48773FE}"/>
                  </a:ext>
                </a:extLst>
              </p:cNvPr>
              <p:cNvSpPr/>
              <p:nvPr/>
            </p:nvSpPr>
            <p:spPr>
              <a:xfrm>
                <a:off x="4092173" y="4255998"/>
                <a:ext cx="28271" cy="27107"/>
              </a:xfrm>
              <a:custGeom>
                <a:avLst/>
                <a:gdLst>
                  <a:gd name="connsiteX0" fmla="*/ 19814 w 28271"/>
                  <a:gd name="connsiteY0" fmla="*/ 27107 h 27107"/>
                  <a:gd name="connsiteX1" fmla="*/ 8902 w 28271"/>
                  <a:gd name="connsiteY1" fmla="*/ 27107 h 27107"/>
                  <a:gd name="connsiteX2" fmla="*/ 1264 w 28271"/>
                  <a:gd name="connsiteY2" fmla="*/ 19517 h 27107"/>
                  <a:gd name="connsiteX3" fmla="*/ 8902 w 28271"/>
                  <a:gd name="connsiteY3" fmla="*/ 1084 h 27107"/>
                  <a:gd name="connsiteX4" fmla="*/ 14358 w 28271"/>
                  <a:gd name="connsiteY4" fmla="*/ 0 h 27107"/>
                  <a:gd name="connsiteX5" fmla="*/ 27453 w 28271"/>
                  <a:gd name="connsiteY5" fmla="*/ 8674 h 27107"/>
                  <a:gd name="connsiteX6" fmla="*/ 27453 w 28271"/>
                  <a:gd name="connsiteY6" fmla="*/ 19517 h 27107"/>
                  <a:gd name="connsiteX7" fmla="*/ 19814 w 28271"/>
                  <a:gd name="connsiteY7" fmla="*/ 27107 h 27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71" h="27107">
                    <a:moveTo>
                      <a:pt x="19814" y="27107"/>
                    </a:moveTo>
                    <a:cubicBezTo>
                      <a:pt x="16541" y="27107"/>
                      <a:pt x="12176" y="27107"/>
                      <a:pt x="8902" y="27107"/>
                    </a:cubicBezTo>
                    <a:cubicBezTo>
                      <a:pt x="5629" y="26023"/>
                      <a:pt x="2355" y="22770"/>
                      <a:pt x="1264" y="19517"/>
                    </a:cubicBezTo>
                    <a:cubicBezTo>
                      <a:pt x="-2010" y="11927"/>
                      <a:pt x="1264" y="4337"/>
                      <a:pt x="8902" y="1084"/>
                    </a:cubicBezTo>
                    <a:cubicBezTo>
                      <a:pt x="11085" y="0"/>
                      <a:pt x="12176" y="0"/>
                      <a:pt x="14358" y="0"/>
                    </a:cubicBezTo>
                    <a:cubicBezTo>
                      <a:pt x="19814" y="0"/>
                      <a:pt x="25271" y="3253"/>
                      <a:pt x="27453" y="8674"/>
                    </a:cubicBezTo>
                    <a:cubicBezTo>
                      <a:pt x="28544" y="11927"/>
                      <a:pt x="28544" y="16264"/>
                      <a:pt x="27453" y="19517"/>
                    </a:cubicBezTo>
                    <a:cubicBezTo>
                      <a:pt x="25271" y="22770"/>
                      <a:pt x="23088" y="26023"/>
                      <a:pt x="19814" y="27107"/>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4" name="Freeform: Shape 293">
                <a:extLst>
                  <a:ext uri="{FF2B5EF4-FFF2-40B4-BE49-F238E27FC236}">
                    <a16:creationId xmlns:a16="http://schemas.microsoft.com/office/drawing/2014/main" id="{7A69D0C1-9BBF-83C3-EB3D-540AD9E7EA4F}"/>
                  </a:ext>
                </a:extLst>
              </p:cNvPr>
              <p:cNvSpPr/>
              <p:nvPr/>
            </p:nvSpPr>
            <p:spPr>
              <a:xfrm>
                <a:off x="4206103" y="4529238"/>
                <a:ext cx="27825" cy="27920"/>
              </a:xfrm>
              <a:custGeom>
                <a:avLst/>
                <a:gdLst>
                  <a:gd name="connsiteX0" fmla="*/ 8457 w 27825"/>
                  <a:gd name="connsiteY0" fmla="*/ 1084 h 27920"/>
                  <a:gd name="connsiteX1" fmla="*/ 13913 w 27825"/>
                  <a:gd name="connsiteY1" fmla="*/ 0 h 27920"/>
                  <a:gd name="connsiteX2" fmla="*/ 19369 w 27825"/>
                  <a:gd name="connsiteY2" fmla="*/ 1084 h 27920"/>
                  <a:gd name="connsiteX3" fmla="*/ 27007 w 27825"/>
                  <a:gd name="connsiteY3" fmla="*/ 8674 h 27920"/>
                  <a:gd name="connsiteX4" fmla="*/ 27007 w 27825"/>
                  <a:gd name="connsiteY4" fmla="*/ 19517 h 27920"/>
                  <a:gd name="connsiteX5" fmla="*/ 19369 w 27825"/>
                  <a:gd name="connsiteY5" fmla="*/ 27107 h 27920"/>
                  <a:gd name="connsiteX6" fmla="*/ 8457 w 27825"/>
                  <a:gd name="connsiteY6" fmla="*/ 27107 h 27920"/>
                  <a:gd name="connsiteX7" fmla="*/ 818 w 27825"/>
                  <a:gd name="connsiteY7" fmla="*/ 19517 h 27920"/>
                  <a:gd name="connsiteX8" fmla="*/ 818 w 27825"/>
                  <a:gd name="connsiteY8" fmla="*/ 8674 h 27920"/>
                  <a:gd name="connsiteX9" fmla="*/ 8457 w 27825"/>
                  <a:gd name="connsiteY9" fmla="*/ 1084 h 27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825" h="27920">
                    <a:moveTo>
                      <a:pt x="8457" y="1084"/>
                    </a:moveTo>
                    <a:cubicBezTo>
                      <a:pt x="10639" y="0"/>
                      <a:pt x="11730" y="0"/>
                      <a:pt x="13913" y="0"/>
                    </a:cubicBezTo>
                    <a:cubicBezTo>
                      <a:pt x="16095" y="0"/>
                      <a:pt x="17186" y="0"/>
                      <a:pt x="19369" y="1084"/>
                    </a:cubicBezTo>
                    <a:cubicBezTo>
                      <a:pt x="22642" y="2169"/>
                      <a:pt x="25916" y="5421"/>
                      <a:pt x="27007" y="8674"/>
                    </a:cubicBezTo>
                    <a:cubicBezTo>
                      <a:pt x="28098" y="11927"/>
                      <a:pt x="28098" y="16264"/>
                      <a:pt x="27007" y="19517"/>
                    </a:cubicBezTo>
                    <a:cubicBezTo>
                      <a:pt x="25916" y="22770"/>
                      <a:pt x="22642" y="26023"/>
                      <a:pt x="19369" y="27107"/>
                    </a:cubicBezTo>
                    <a:cubicBezTo>
                      <a:pt x="16095" y="28191"/>
                      <a:pt x="11730" y="28191"/>
                      <a:pt x="8457" y="27107"/>
                    </a:cubicBezTo>
                    <a:cubicBezTo>
                      <a:pt x="5183" y="26023"/>
                      <a:pt x="1910" y="22770"/>
                      <a:pt x="818" y="19517"/>
                    </a:cubicBezTo>
                    <a:cubicBezTo>
                      <a:pt x="-273" y="16264"/>
                      <a:pt x="-273" y="11927"/>
                      <a:pt x="818" y="8674"/>
                    </a:cubicBezTo>
                    <a:cubicBezTo>
                      <a:pt x="1910" y="4337"/>
                      <a:pt x="5183" y="2169"/>
                      <a:pt x="8457" y="1084"/>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5" name="Freeform: Shape 294">
                <a:extLst>
                  <a:ext uri="{FF2B5EF4-FFF2-40B4-BE49-F238E27FC236}">
                    <a16:creationId xmlns:a16="http://schemas.microsoft.com/office/drawing/2014/main" id="{B125CEFC-0732-2341-C895-B6AC00ED923F}"/>
                  </a:ext>
                </a:extLst>
              </p:cNvPr>
              <p:cNvSpPr/>
              <p:nvPr/>
            </p:nvSpPr>
            <p:spPr>
              <a:xfrm>
                <a:off x="4047606" y="4291659"/>
                <a:ext cx="21824" cy="21806"/>
              </a:xfrm>
              <a:custGeom>
                <a:avLst/>
                <a:gdLst>
                  <a:gd name="connsiteX0" fmla="*/ 18550 w 21824"/>
                  <a:gd name="connsiteY0" fmla="*/ 3373 h 21806"/>
                  <a:gd name="connsiteX1" fmla="*/ 18550 w 21824"/>
                  <a:gd name="connsiteY1" fmla="*/ 18553 h 21806"/>
                  <a:gd name="connsiteX2" fmla="*/ 18550 w 21824"/>
                  <a:gd name="connsiteY2" fmla="*/ 18553 h 21806"/>
                  <a:gd name="connsiteX3" fmla="*/ 3274 w 21824"/>
                  <a:gd name="connsiteY3" fmla="*/ 18553 h 21806"/>
                  <a:gd name="connsiteX4" fmla="*/ 3274 w 21824"/>
                  <a:gd name="connsiteY4" fmla="*/ 3373 h 21806"/>
                  <a:gd name="connsiteX5" fmla="*/ 10912 w 21824"/>
                  <a:gd name="connsiteY5" fmla="*/ 120 h 21806"/>
                  <a:gd name="connsiteX6" fmla="*/ 18550 w 21824"/>
                  <a:gd name="connsiteY6" fmla="*/ 3373 h 21806"/>
                  <a:gd name="connsiteX7" fmla="*/ 18550 w 21824"/>
                  <a:gd name="connsiteY7" fmla="*/ 3373 h 21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24" h="21806">
                    <a:moveTo>
                      <a:pt x="18550" y="3373"/>
                    </a:moveTo>
                    <a:cubicBezTo>
                      <a:pt x="22915" y="7710"/>
                      <a:pt x="22915" y="14216"/>
                      <a:pt x="18550" y="18553"/>
                    </a:cubicBezTo>
                    <a:lnTo>
                      <a:pt x="18550" y="18553"/>
                    </a:lnTo>
                    <a:cubicBezTo>
                      <a:pt x="14186" y="22891"/>
                      <a:pt x="7638" y="22891"/>
                      <a:pt x="3274" y="18553"/>
                    </a:cubicBezTo>
                    <a:cubicBezTo>
                      <a:pt x="-1091" y="14216"/>
                      <a:pt x="-1091" y="7710"/>
                      <a:pt x="3274" y="3373"/>
                    </a:cubicBezTo>
                    <a:cubicBezTo>
                      <a:pt x="7638" y="-964"/>
                      <a:pt x="8730" y="120"/>
                      <a:pt x="10912" y="120"/>
                    </a:cubicBezTo>
                    <a:cubicBezTo>
                      <a:pt x="13094" y="120"/>
                      <a:pt x="16368" y="1205"/>
                      <a:pt x="18550" y="3373"/>
                    </a:cubicBezTo>
                    <a:lnTo>
                      <a:pt x="18550" y="3373"/>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6" name="Freeform: Shape 295">
                <a:extLst>
                  <a:ext uri="{FF2B5EF4-FFF2-40B4-BE49-F238E27FC236}">
                    <a16:creationId xmlns:a16="http://schemas.microsoft.com/office/drawing/2014/main" id="{FEE20BC1-AF05-8DEE-2041-7C61C0319AC6}"/>
                  </a:ext>
                </a:extLst>
              </p:cNvPr>
              <p:cNvSpPr/>
              <p:nvPr/>
            </p:nvSpPr>
            <p:spPr>
              <a:xfrm>
                <a:off x="4256996" y="4499962"/>
                <a:ext cx="21945" cy="21685"/>
              </a:xfrm>
              <a:custGeom>
                <a:avLst/>
                <a:gdLst>
                  <a:gd name="connsiteX0" fmla="*/ 3395 w 21945"/>
                  <a:gd name="connsiteY0" fmla="*/ 3253 h 21685"/>
                  <a:gd name="connsiteX1" fmla="*/ 11033 w 21945"/>
                  <a:gd name="connsiteY1" fmla="*/ 0 h 21685"/>
                  <a:gd name="connsiteX2" fmla="*/ 18672 w 21945"/>
                  <a:gd name="connsiteY2" fmla="*/ 3253 h 21685"/>
                  <a:gd name="connsiteX3" fmla="*/ 21945 w 21945"/>
                  <a:gd name="connsiteY3" fmla="*/ 10843 h 21685"/>
                  <a:gd name="connsiteX4" fmla="*/ 18672 w 21945"/>
                  <a:gd name="connsiteY4" fmla="*/ 18433 h 21685"/>
                  <a:gd name="connsiteX5" fmla="*/ 3395 w 21945"/>
                  <a:gd name="connsiteY5" fmla="*/ 18433 h 21685"/>
                  <a:gd name="connsiteX6" fmla="*/ 121 w 21945"/>
                  <a:gd name="connsiteY6" fmla="*/ 10843 h 21685"/>
                  <a:gd name="connsiteX7" fmla="*/ 3395 w 21945"/>
                  <a:gd name="connsiteY7" fmla="*/ 3253 h 21685"/>
                  <a:gd name="connsiteX8" fmla="*/ 3395 w 21945"/>
                  <a:gd name="connsiteY8" fmla="*/ 3253 h 2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5" h="21685">
                    <a:moveTo>
                      <a:pt x="3395" y="3253"/>
                    </a:moveTo>
                    <a:cubicBezTo>
                      <a:pt x="5577" y="1084"/>
                      <a:pt x="8851" y="0"/>
                      <a:pt x="11033" y="0"/>
                    </a:cubicBezTo>
                    <a:cubicBezTo>
                      <a:pt x="14307" y="0"/>
                      <a:pt x="16489" y="1084"/>
                      <a:pt x="18672" y="3253"/>
                    </a:cubicBezTo>
                    <a:cubicBezTo>
                      <a:pt x="20854" y="5421"/>
                      <a:pt x="21945" y="7590"/>
                      <a:pt x="21945" y="10843"/>
                    </a:cubicBezTo>
                    <a:cubicBezTo>
                      <a:pt x="21945" y="14096"/>
                      <a:pt x="20854" y="16264"/>
                      <a:pt x="18672" y="18433"/>
                    </a:cubicBezTo>
                    <a:cubicBezTo>
                      <a:pt x="14307" y="22770"/>
                      <a:pt x="7760" y="22770"/>
                      <a:pt x="3395" y="18433"/>
                    </a:cubicBezTo>
                    <a:cubicBezTo>
                      <a:pt x="-970" y="14096"/>
                      <a:pt x="121" y="13011"/>
                      <a:pt x="121" y="10843"/>
                    </a:cubicBezTo>
                    <a:cubicBezTo>
                      <a:pt x="121" y="8674"/>
                      <a:pt x="121" y="5421"/>
                      <a:pt x="3395" y="3253"/>
                    </a:cubicBezTo>
                    <a:lnTo>
                      <a:pt x="3395" y="3253"/>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7" name="Freeform: Shape 296">
                <a:extLst>
                  <a:ext uri="{FF2B5EF4-FFF2-40B4-BE49-F238E27FC236}">
                    <a16:creationId xmlns:a16="http://schemas.microsoft.com/office/drawing/2014/main" id="{15937AC3-47BF-1254-94AB-FDEF446863E2}"/>
                  </a:ext>
                </a:extLst>
              </p:cNvPr>
              <p:cNvSpPr/>
              <p:nvPr/>
            </p:nvSpPr>
            <p:spPr>
              <a:xfrm>
                <a:off x="4011424" y="4336235"/>
                <a:ext cx="28716" cy="27920"/>
              </a:xfrm>
              <a:custGeom>
                <a:avLst/>
                <a:gdLst>
                  <a:gd name="connsiteX0" fmla="*/ 8902 w 28716"/>
                  <a:gd name="connsiteY0" fmla="*/ 27107 h 27920"/>
                  <a:gd name="connsiteX1" fmla="*/ 1264 w 28716"/>
                  <a:gd name="connsiteY1" fmla="*/ 8674 h 27920"/>
                  <a:gd name="connsiteX2" fmla="*/ 8902 w 28716"/>
                  <a:gd name="connsiteY2" fmla="*/ 1084 h 27920"/>
                  <a:gd name="connsiteX3" fmla="*/ 14358 w 28716"/>
                  <a:gd name="connsiteY3" fmla="*/ 0 h 27920"/>
                  <a:gd name="connsiteX4" fmla="*/ 19814 w 28716"/>
                  <a:gd name="connsiteY4" fmla="*/ 1084 h 27920"/>
                  <a:gd name="connsiteX5" fmla="*/ 27453 w 28716"/>
                  <a:gd name="connsiteY5" fmla="*/ 19517 h 27920"/>
                  <a:gd name="connsiteX6" fmla="*/ 19814 w 28716"/>
                  <a:gd name="connsiteY6" fmla="*/ 27107 h 27920"/>
                  <a:gd name="connsiteX7" fmla="*/ 8902 w 28716"/>
                  <a:gd name="connsiteY7" fmla="*/ 27107 h 27920"/>
                  <a:gd name="connsiteX8" fmla="*/ 8902 w 28716"/>
                  <a:gd name="connsiteY8" fmla="*/ 27107 h 27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716" h="27920">
                    <a:moveTo>
                      <a:pt x="8902" y="27107"/>
                    </a:moveTo>
                    <a:cubicBezTo>
                      <a:pt x="1264" y="23854"/>
                      <a:pt x="-2010" y="16264"/>
                      <a:pt x="1264" y="8674"/>
                    </a:cubicBezTo>
                    <a:cubicBezTo>
                      <a:pt x="3446" y="5421"/>
                      <a:pt x="5629" y="2169"/>
                      <a:pt x="8902" y="1084"/>
                    </a:cubicBezTo>
                    <a:cubicBezTo>
                      <a:pt x="11085" y="0"/>
                      <a:pt x="12176" y="0"/>
                      <a:pt x="14358" y="0"/>
                    </a:cubicBezTo>
                    <a:cubicBezTo>
                      <a:pt x="16541" y="0"/>
                      <a:pt x="17632" y="0"/>
                      <a:pt x="19814" y="1084"/>
                    </a:cubicBezTo>
                    <a:cubicBezTo>
                      <a:pt x="27453" y="4337"/>
                      <a:pt x="30727" y="11927"/>
                      <a:pt x="27453" y="19517"/>
                    </a:cubicBezTo>
                    <a:cubicBezTo>
                      <a:pt x="27453" y="22770"/>
                      <a:pt x="23088" y="26023"/>
                      <a:pt x="19814" y="27107"/>
                    </a:cubicBezTo>
                    <a:cubicBezTo>
                      <a:pt x="16541" y="28191"/>
                      <a:pt x="13267" y="28191"/>
                      <a:pt x="8902" y="27107"/>
                    </a:cubicBezTo>
                    <a:lnTo>
                      <a:pt x="8902" y="27107"/>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98" name="Freeform: Shape 297">
                <a:extLst>
                  <a:ext uri="{FF2B5EF4-FFF2-40B4-BE49-F238E27FC236}">
                    <a16:creationId xmlns:a16="http://schemas.microsoft.com/office/drawing/2014/main" id="{6478B6EE-5E39-2D81-070A-B372710392EF}"/>
                  </a:ext>
                </a:extLst>
              </p:cNvPr>
              <p:cNvSpPr/>
              <p:nvPr/>
            </p:nvSpPr>
            <p:spPr>
              <a:xfrm>
                <a:off x="4285761" y="4449001"/>
                <a:ext cx="27825" cy="28363"/>
              </a:xfrm>
              <a:custGeom>
                <a:avLst/>
                <a:gdLst>
                  <a:gd name="connsiteX0" fmla="*/ 19369 w 27825"/>
                  <a:gd name="connsiteY0" fmla="*/ 1084 h 28363"/>
                  <a:gd name="connsiteX1" fmla="*/ 27007 w 27825"/>
                  <a:gd name="connsiteY1" fmla="*/ 8674 h 28363"/>
                  <a:gd name="connsiteX2" fmla="*/ 27007 w 27825"/>
                  <a:gd name="connsiteY2" fmla="*/ 19517 h 28363"/>
                  <a:gd name="connsiteX3" fmla="*/ 8457 w 27825"/>
                  <a:gd name="connsiteY3" fmla="*/ 27107 h 28363"/>
                  <a:gd name="connsiteX4" fmla="*/ 818 w 27825"/>
                  <a:gd name="connsiteY4" fmla="*/ 19517 h 28363"/>
                  <a:gd name="connsiteX5" fmla="*/ 818 w 27825"/>
                  <a:gd name="connsiteY5" fmla="*/ 8674 h 28363"/>
                  <a:gd name="connsiteX6" fmla="*/ 13913 w 27825"/>
                  <a:gd name="connsiteY6" fmla="*/ 0 h 28363"/>
                  <a:gd name="connsiteX7" fmla="*/ 19369 w 27825"/>
                  <a:gd name="connsiteY7" fmla="*/ 0 h 28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825" h="28363">
                    <a:moveTo>
                      <a:pt x="19369" y="1084"/>
                    </a:moveTo>
                    <a:cubicBezTo>
                      <a:pt x="22642" y="2169"/>
                      <a:pt x="25916" y="5421"/>
                      <a:pt x="27007" y="8674"/>
                    </a:cubicBezTo>
                    <a:cubicBezTo>
                      <a:pt x="28098" y="11927"/>
                      <a:pt x="28098" y="16264"/>
                      <a:pt x="27007" y="19517"/>
                    </a:cubicBezTo>
                    <a:cubicBezTo>
                      <a:pt x="23734" y="27107"/>
                      <a:pt x="16095" y="30360"/>
                      <a:pt x="8457" y="27107"/>
                    </a:cubicBezTo>
                    <a:cubicBezTo>
                      <a:pt x="5183" y="26023"/>
                      <a:pt x="1910" y="22770"/>
                      <a:pt x="818" y="19517"/>
                    </a:cubicBezTo>
                    <a:cubicBezTo>
                      <a:pt x="-273" y="16264"/>
                      <a:pt x="-273" y="11927"/>
                      <a:pt x="818" y="8674"/>
                    </a:cubicBezTo>
                    <a:cubicBezTo>
                      <a:pt x="3001" y="3253"/>
                      <a:pt x="8457" y="0"/>
                      <a:pt x="13913" y="0"/>
                    </a:cubicBezTo>
                    <a:cubicBezTo>
                      <a:pt x="19369" y="0"/>
                      <a:pt x="18278" y="0"/>
                      <a:pt x="19369" y="0"/>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0" name="Freeform: Shape 299">
                <a:extLst>
                  <a:ext uri="{FF2B5EF4-FFF2-40B4-BE49-F238E27FC236}">
                    <a16:creationId xmlns:a16="http://schemas.microsoft.com/office/drawing/2014/main" id="{993F23CE-D6CE-475D-5209-BA4013653C1F}"/>
                  </a:ext>
                </a:extLst>
              </p:cNvPr>
              <p:cNvSpPr/>
              <p:nvPr/>
            </p:nvSpPr>
            <p:spPr>
              <a:xfrm>
                <a:off x="3998502" y="4390449"/>
                <a:ext cx="32736" cy="32528"/>
              </a:xfrm>
              <a:custGeom>
                <a:avLst/>
                <a:gdLst>
                  <a:gd name="connsiteX0" fmla="*/ 32736 w 32736"/>
                  <a:gd name="connsiteY0" fmla="*/ 16264 h 32528"/>
                  <a:gd name="connsiteX1" fmla="*/ 16368 w 32736"/>
                  <a:gd name="connsiteY1" fmla="*/ 32529 h 32528"/>
                  <a:gd name="connsiteX2" fmla="*/ 0 w 32736"/>
                  <a:gd name="connsiteY2" fmla="*/ 16264 h 32528"/>
                  <a:gd name="connsiteX3" fmla="*/ 16368 w 32736"/>
                  <a:gd name="connsiteY3" fmla="*/ 0 h 32528"/>
                  <a:gd name="connsiteX4" fmla="*/ 32736 w 32736"/>
                  <a:gd name="connsiteY4" fmla="*/ 16264 h 32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6" h="32528">
                    <a:moveTo>
                      <a:pt x="32736" y="16264"/>
                    </a:moveTo>
                    <a:cubicBezTo>
                      <a:pt x="32736" y="25247"/>
                      <a:pt x="25408" y="32529"/>
                      <a:pt x="16368" y="32529"/>
                    </a:cubicBezTo>
                    <a:cubicBezTo>
                      <a:pt x="7328" y="32529"/>
                      <a:pt x="0" y="25247"/>
                      <a:pt x="0" y="16264"/>
                    </a:cubicBezTo>
                    <a:cubicBezTo>
                      <a:pt x="0" y="7282"/>
                      <a:pt x="7328" y="0"/>
                      <a:pt x="16368" y="0"/>
                    </a:cubicBezTo>
                    <a:cubicBezTo>
                      <a:pt x="25408" y="0"/>
                      <a:pt x="32736" y="7282"/>
                      <a:pt x="32736" y="16264"/>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2" name="Freeform: Shape 301">
                <a:extLst>
                  <a:ext uri="{FF2B5EF4-FFF2-40B4-BE49-F238E27FC236}">
                    <a16:creationId xmlns:a16="http://schemas.microsoft.com/office/drawing/2014/main" id="{FADD6AE5-D475-CC16-4791-D37A9B3DDE23}"/>
                  </a:ext>
                </a:extLst>
              </p:cNvPr>
              <p:cNvSpPr/>
              <p:nvPr/>
            </p:nvSpPr>
            <p:spPr>
              <a:xfrm>
                <a:off x="4295309" y="4390449"/>
                <a:ext cx="32736" cy="32528"/>
              </a:xfrm>
              <a:custGeom>
                <a:avLst/>
                <a:gdLst>
                  <a:gd name="connsiteX0" fmla="*/ 32736 w 32736"/>
                  <a:gd name="connsiteY0" fmla="*/ 16264 h 32528"/>
                  <a:gd name="connsiteX1" fmla="*/ 16368 w 32736"/>
                  <a:gd name="connsiteY1" fmla="*/ 32529 h 32528"/>
                  <a:gd name="connsiteX2" fmla="*/ 0 w 32736"/>
                  <a:gd name="connsiteY2" fmla="*/ 16264 h 32528"/>
                  <a:gd name="connsiteX3" fmla="*/ 16368 w 32736"/>
                  <a:gd name="connsiteY3" fmla="*/ 0 h 32528"/>
                  <a:gd name="connsiteX4" fmla="*/ 32736 w 32736"/>
                  <a:gd name="connsiteY4" fmla="*/ 16264 h 32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6" h="32528">
                    <a:moveTo>
                      <a:pt x="32736" y="16264"/>
                    </a:moveTo>
                    <a:cubicBezTo>
                      <a:pt x="32736" y="25247"/>
                      <a:pt x="25408" y="32529"/>
                      <a:pt x="16368" y="32529"/>
                    </a:cubicBezTo>
                    <a:cubicBezTo>
                      <a:pt x="7328" y="32529"/>
                      <a:pt x="0" y="25247"/>
                      <a:pt x="0" y="16264"/>
                    </a:cubicBezTo>
                    <a:cubicBezTo>
                      <a:pt x="0" y="7282"/>
                      <a:pt x="7328" y="0"/>
                      <a:pt x="16368" y="0"/>
                    </a:cubicBezTo>
                    <a:cubicBezTo>
                      <a:pt x="25408" y="0"/>
                      <a:pt x="32736" y="7282"/>
                      <a:pt x="32736" y="16264"/>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3" name="Freeform: Shape 302">
                <a:extLst>
                  <a:ext uri="{FF2B5EF4-FFF2-40B4-BE49-F238E27FC236}">
                    <a16:creationId xmlns:a16="http://schemas.microsoft.com/office/drawing/2014/main" id="{B804085E-CC3C-656E-17D2-2F17FF775EAF}"/>
                  </a:ext>
                </a:extLst>
              </p:cNvPr>
              <p:cNvSpPr/>
              <p:nvPr/>
            </p:nvSpPr>
            <p:spPr>
              <a:xfrm>
                <a:off x="4006802" y="4444121"/>
                <a:ext cx="40258" cy="40118"/>
              </a:xfrm>
              <a:custGeom>
                <a:avLst/>
                <a:gdLst>
                  <a:gd name="connsiteX0" fmla="*/ 1521 w 40258"/>
                  <a:gd name="connsiteY0" fmla="*/ 26565 h 40118"/>
                  <a:gd name="connsiteX1" fmla="*/ 12433 w 40258"/>
                  <a:gd name="connsiteY1" fmla="*/ 1626 h 40118"/>
                  <a:gd name="connsiteX2" fmla="*/ 27710 w 40258"/>
                  <a:gd name="connsiteY2" fmla="*/ 1626 h 40118"/>
                  <a:gd name="connsiteX3" fmla="*/ 38622 w 40258"/>
                  <a:gd name="connsiteY3" fmla="*/ 12469 h 40118"/>
                  <a:gd name="connsiteX4" fmla="*/ 38622 w 40258"/>
                  <a:gd name="connsiteY4" fmla="*/ 27649 h 40118"/>
                  <a:gd name="connsiteX5" fmla="*/ 27710 w 40258"/>
                  <a:gd name="connsiteY5" fmla="*/ 38492 h 40118"/>
                  <a:gd name="connsiteX6" fmla="*/ 12433 w 40258"/>
                  <a:gd name="connsiteY6" fmla="*/ 38492 h 40118"/>
                  <a:gd name="connsiteX7" fmla="*/ 1521 w 40258"/>
                  <a:gd name="connsiteY7" fmla="*/ 26565 h 40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258" h="40118">
                    <a:moveTo>
                      <a:pt x="1521" y="26565"/>
                    </a:moveTo>
                    <a:cubicBezTo>
                      <a:pt x="-2844" y="16806"/>
                      <a:pt x="2612" y="4879"/>
                      <a:pt x="12433" y="1626"/>
                    </a:cubicBezTo>
                    <a:cubicBezTo>
                      <a:pt x="16798" y="-542"/>
                      <a:pt x="22254" y="-542"/>
                      <a:pt x="27710" y="1626"/>
                    </a:cubicBezTo>
                    <a:cubicBezTo>
                      <a:pt x="32075" y="3795"/>
                      <a:pt x="36440" y="7048"/>
                      <a:pt x="38622" y="12469"/>
                    </a:cubicBezTo>
                    <a:cubicBezTo>
                      <a:pt x="40804" y="16806"/>
                      <a:pt x="40804" y="22228"/>
                      <a:pt x="38622" y="27649"/>
                    </a:cubicBezTo>
                    <a:cubicBezTo>
                      <a:pt x="36440" y="31986"/>
                      <a:pt x="33166" y="36324"/>
                      <a:pt x="27710" y="38492"/>
                    </a:cubicBezTo>
                    <a:cubicBezTo>
                      <a:pt x="23345" y="40661"/>
                      <a:pt x="17889" y="40661"/>
                      <a:pt x="12433" y="38492"/>
                    </a:cubicBezTo>
                    <a:cubicBezTo>
                      <a:pt x="6977" y="35239"/>
                      <a:pt x="3704" y="30902"/>
                      <a:pt x="1521" y="26565"/>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4" name="Freeform: Shape 303">
                <a:extLst>
                  <a:ext uri="{FF2B5EF4-FFF2-40B4-BE49-F238E27FC236}">
                    <a16:creationId xmlns:a16="http://schemas.microsoft.com/office/drawing/2014/main" id="{1494A397-0DCA-A9C3-1B7D-BB6E67331356}"/>
                  </a:ext>
                </a:extLst>
              </p:cNvPr>
              <p:cNvSpPr/>
              <p:nvPr/>
            </p:nvSpPr>
            <p:spPr>
              <a:xfrm>
                <a:off x="4280578" y="4330813"/>
                <a:ext cx="40258" cy="38492"/>
              </a:xfrm>
              <a:custGeom>
                <a:avLst/>
                <a:gdLst>
                  <a:gd name="connsiteX0" fmla="*/ 1637 w 40258"/>
                  <a:gd name="connsiteY0" fmla="*/ 27107 h 38492"/>
                  <a:gd name="connsiteX1" fmla="*/ 1637 w 40258"/>
                  <a:gd name="connsiteY1" fmla="*/ 11927 h 38492"/>
                  <a:gd name="connsiteX2" fmla="*/ 12549 w 40258"/>
                  <a:gd name="connsiteY2" fmla="*/ 1084 h 38492"/>
                  <a:gd name="connsiteX3" fmla="*/ 20187 w 40258"/>
                  <a:gd name="connsiteY3" fmla="*/ 0 h 38492"/>
                  <a:gd name="connsiteX4" fmla="*/ 38738 w 40258"/>
                  <a:gd name="connsiteY4" fmla="*/ 11927 h 38492"/>
                  <a:gd name="connsiteX5" fmla="*/ 27826 w 40258"/>
                  <a:gd name="connsiteY5" fmla="*/ 36866 h 38492"/>
                  <a:gd name="connsiteX6" fmla="*/ 12549 w 40258"/>
                  <a:gd name="connsiteY6" fmla="*/ 36866 h 38492"/>
                  <a:gd name="connsiteX7" fmla="*/ 1637 w 40258"/>
                  <a:gd name="connsiteY7" fmla="*/ 27107 h 38492"/>
                  <a:gd name="connsiteX8" fmla="*/ 1637 w 40258"/>
                  <a:gd name="connsiteY8" fmla="*/ 27107 h 3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58" h="38492">
                    <a:moveTo>
                      <a:pt x="1637" y="27107"/>
                    </a:moveTo>
                    <a:cubicBezTo>
                      <a:pt x="-546" y="22770"/>
                      <a:pt x="-546" y="17349"/>
                      <a:pt x="1637" y="11927"/>
                    </a:cubicBezTo>
                    <a:cubicBezTo>
                      <a:pt x="3819" y="7590"/>
                      <a:pt x="7093" y="3253"/>
                      <a:pt x="12549" y="1084"/>
                    </a:cubicBezTo>
                    <a:cubicBezTo>
                      <a:pt x="14731" y="0"/>
                      <a:pt x="18005" y="0"/>
                      <a:pt x="20187" y="0"/>
                    </a:cubicBezTo>
                    <a:cubicBezTo>
                      <a:pt x="27826" y="0"/>
                      <a:pt x="35464" y="4337"/>
                      <a:pt x="38738" y="11927"/>
                    </a:cubicBezTo>
                    <a:cubicBezTo>
                      <a:pt x="43103" y="21686"/>
                      <a:pt x="37647" y="33613"/>
                      <a:pt x="27826" y="36866"/>
                    </a:cubicBezTo>
                    <a:cubicBezTo>
                      <a:pt x="23461" y="39034"/>
                      <a:pt x="18005" y="39034"/>
                      <a:pt x="12549" y="36866"/>
                    </a:cubicBezTo>
                    <a:cubicBezTo>
                      <a:pt x="7093" y="35781"/>
                      <a:pt x="3819" y="31444"/>
                      <a:pt x="1637" y="27107"/>
                    </a:cubicBezTo>
                    <a:lnTo>
                      <a:pt x="1637" y="27107"/>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7" name="Freeform: Shape 306">
                <a:extLst>
                  <a:ext uri="{FF2B5EF4-FFF2-40B4-BE49-F238E27FC236}">
                    <a16:creationId xmlns:a16="http://schemas.microsoft.com/office/drawing/2014/main" id="{F858385E-1C1D-228D-2038-FED88B3D0A8B}"/>
                  </a:ext>
                </a:extLst>
              </p:cNvPr>
              <p:cNvSpPr/>
              <p:nvPr/>
            </p:nvSpPr>
            <p:spPr>
              <a:xfrm>
                <a:off x="4071045" y="4372016"/>
                <a:ext cx="25290" cy="25496"/>
              </a:xfrm>
              <a:custGeom>
                <a:avLst/>
                <a:gdLst>
                  <a:gd name="connsiteX0" fmla="*/ 9297 w 25290"/>
                  <a:gd name="connsiteY0" fmla="*/ 24939 h 25496"/>
                  <a:gd name="connsiteX1" fmla="*/ 568 w 25290"/>
                  <a:gd name="connsiteY1" fmla="*/ 9759 h 25496"/>
                  <a:gd name="connsiteX2" fmla="*/ 6024 w 25290"/>
                  <a:gd name="connsiteY2" fmla="*/ 2169 h 25496"/>
                  <a:gd name="connsiteX3" fmla="*/ 12571 w 25290"/>
                  <a:gd name="connsiteY3" fmla="*/ 0 h 25496"/>
                  <a:gd name="connsiteX4" fmla="*/ 15845 w 25290"/>
                  <a:gd name="connsiteY4" fmla="*/ 0 h 25496"/>
                  <a:gd name="connsiteX5" fmla="*/ 23483 w 25290"/>
                  <a:gd name="connsiteY5" fmla="*/ 5421 h 25496"/>
                  <a:gd name="connsiteX6" fmla="*/ 24574 w 25290"/>
                  <a:gd name="connsiteY6" fmla="*/ 15180 h 25496"/>
                  <a:gd name="connsiteX7" fmla="*/ 9297 w 25290"/>
                  <a:gd name="connsiteY7" fmla="*/ 24939 h 25496"/>
                  <a:gd name="connsiteX8" fmla="*/ 9297 w 25290"/>
                  <a:gd name="connsiteY8" fmla="*/ 24939 h 2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90" h="25496">
                    <a:moveTo>
                      <a:pt x="9297" y="24939"/>
                    </a:moveTo>
                    <a:cubicBezTo>
                      <a:pt x="2750" y="22770"/>
                      <a:pt x="-1615" y="16264"/>
                      <a:pt x="568" y="9759"/>
                    </a:cubicBezTo>
                    <a:cubicBezTo>
                      <a:pt x="568" y="6506"/>
                      <a:pt x="3841" y="4337"/>
                      <a:pt x="6024" y="2169"/>
                    </a:cubicBezTo>
                    <a:cubicBezTo>
                      <a:pt x="8206" y="1084"/>
                      <a:pt x="10389" y="0"/>
                      <a:pt x="12571" y="0"/>
                    </a:cubicBezTo>
                    <a:lnTo>
                      <a:pt x="15845" y="0"/>
                    </a:lnTo>
                    <a:cubicBezTo>
                      <a:pt x="19118" y="1084"/>
                      <a:pt x="21301" y="3253"/>
                      <a:pt x="23483" y="5421"/>
                    </a:cubicBezTo>
                    <a:cubicBezTo>
                      <a:pt x="25665" y="8674"/>
                      <a:pt x="25665" y="11927"/>
                      <a:pt x="24574" y="15180"/>
                    </a:cubicBezTo>
                    <a:cubicBezTo>
                      <a:pt x="22392" y="22770"/>
                      <a:pt x="15845" y="27107"/>
                      <a:pt x="9297" y="24939"/>
                    </a:cubicBezTo>
                    <a:lnTo>
                      <a:pt x="9297" y="24939"/>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8" name="Freeform: Shape 307">
                <a:extLst>
                  <a:ext uri="{FF2B5EF4-FFF2-40B4-BE49-F238E27FC236}">
                    <a16:creationId xmlns:a16="http://schemas.microsoft.com/office/drawing/2014/main" id="{C369F53E-EEB7-942F-9A2F-3C82AA0797A0}"/>
                  </a:ext>
                </a:extLst>
              </p:cNvPr>
              <p:cNvSpPr/>
              <p:nvPr/>
            </p:nvSpPr>
            <p:spPr>
              <a:xfrm>
                <a:off x="4230212" y="4414303"/>
                <a:ext cx="25290" cy="25587"/>
              </a:xfrm>
              <a:custGeom>
                <a:avLst/>
                <a:gdLst>
                  <a:gd name="connsiteX0" fmla="*/ 9446 w 25290"/>
                  <a:gd name="connsiteY0" fmla="*/ 24939 h 25587"/>
                  <a:gd name="connsiteX1" fmla="*/ 1808 w 25290"/>
                  <a:gd name="connsiteY1" fmla="*/ 19517 h 25587"/>
                  <a:gd name="connsiteX2" fmla="*/ 717 w 25290"/>
                  <a:gd name="connsiteY2" fmla="*/ 9759 h 25587"/>
                  <a:gd name="connsiteX3" fmla="*/ 6173 w 25290"/>
                  <a:gd name="connsiteY3" fmla="*/ 2169 h 25587"/>
                  <a:gd name="connsiteX4" fmla="*/ 12720 w 25290"/>
                  <a:gd name="connsiteY4" fmla="*/ 0 h 25587"/>
                  <a:gd name="connsiteX5" fmla="*/ 15994 w 25290"/>
                  <a:gd name="connsiteY5" fmla="*/ 0 h 25587"/>
                  <a:gd name="connsiteX6" fmla="*/ 24723 w 25290"/>
                  <a:gd name="connsiteY6" fmla="*/ 15180 h 25587"/>
                  <a:gd name="connsiteX7" fmla="*/ 19267 w 25290"/>
                  <a:gd name="connsiteY7" fmla="*/ 22770 h 25587"/>
                  <a:gd name="connsiteX8" fmla="*/ 9446 w 25290"/>
                  <a:gd name="connsiteY8" fmla="*/ 24939 h 25587"/>
                  <a:gd name="connsiteX9" fmla="*/ 9446 w 25290"/>
                  <a:gd name="connsiteY9" fmla="*/ 24939 h 25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290" h="25587">
                    <a:moveTo>
                      <a:pt x="9446" y="24939"/>
                    </a:moveTo>
                    <a:cubicBezTo>
                      <a:pt x="6173" y="23854"/>
                      <a:pt x="3990" y="21686"/>
                      <a:pt x="1808" y="19517"/>
                    </a:cubicBezTo>
                    <a:cubicBezTo>
                      <a:pt x="-374" y="16264"/>
                      <a:pt x="-374" y="13011"/>
                      <a:pt x="717" y="9759"/>
                    </a:cubicBezTo>
                    <a:cubicBezTo>
                      <a:pt x="1808" y="6506"/>
                      <a:pt x="3990" y="4337"/>
                      <a:pt x="6173" y="2169"/>
                    </a:cubicBezTo>
                    <a:cubicBezTo>
                      <a:pt x="8355" y="1084"/>
                      <a:pt x="10538" y="0"/>
                      <a:pt x="12720" y="0"/>
                    </a:cubicBezTo>
                    <a:lnTo>
                      <a:pt x="15994" y="0"/>
                    </a:lnTo>
                    <a:cubicBezTo>
                      <a:pt x="22541" y="2169"/>
                      <a:pt x="26906" y="8674"/>
                      <a:pt x="24723" y="15180"/>
                    </a:cubicBezTo>
                    <a:cubicBezTo>
                      <a:pt x="23632" y="18433"/>
                      <a:pt x="21450" y="20601"/>
                      <a:pt x="19267" y="22770"/>
                    </a:cubicBezTo>
                    <a:cubicBezTo>
                      <a:pt x="15994" y="26023"/>
                      <a:pt x="12720" y="26023"/>
                      <a:pt x="9446" y="24939"/>
                    </a:cubicBezTo>
                    <a:lnTo>
                      <a:pt x="9446" y="24939"/>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09" name="Freeform: Shape 308">
                <a:extLst>
                  <a:ext uri="{FF2B5EF4-FFF2-40B4-BE49-F238E27FC236}">
                    <a16:creationId xmlns:a16="http://schemas.microsoft.com/office/drawing/2014/main" id="{BCBC7535-B9FE-9C20-46C9-3A427AFA31AA}"/>
                  </a:ext>
                </a:extLst>
              </p:cNvPr>
              <p:cNvSpPr/>
              <p:nvPr/>
            </p:nvSpPr>
            <p:spPr>
              <a:xfrm>
                <a:off x="4072704" y="4418430"/>
                <a:ext cx="20093" cy="19092"/>
              </a:xfrm>
              <a:custGeom>
                <a:avLst/>
                <a:gdLst>
                  <a:gd name="connsiteX0" fmla="*/ 1091 w 20093"/>
                  <a:gd name="connsiteY0" fmla="*/ 12137 h 19092"/>
                  <a:gd name="connsiteX1" fmla="*/ 7638 w 20093"/>
                  <a:gd name="connsiteY1" fmla="*/ 210 h 19092"/>
                  <a:gd name="connsiteX2" fmla="*/ 7638 w 20093"/>
                  <a:gd name="connsiteY2" fmla="*/ 210 h 19092"/>
                  <a:gd name="connsiteX3" fmla="*/ 19642 w 20093"/>
                  <a:gd name="connsiteY3" fmla="*/ 6716 h 19092"/>
                  <a:gd name="connsiteX4" fmla="*/ 18550 w 20093"/>
                  <a:gd name="connsiteY4" fmla="*/ 14306 h 19092"/>
                  <a:gd name="connsiteX5" fmla="*/ 12003 w 20093"/>
                  <a:gd name="connsiteY5" fmla="*/ 18643 h 19092"/>
                  <a:gd name="connsiteX6" fmla="*/ 4365 w 20093"/>
                  <a:gd name="connsiteY6" fmla="*/ 17559 h 19092"/>
                  <a:gd name="connsiteX7" fmla="*/ 0 w 20093"/>
                  <a:gd name="connsiteY7" fmla="*/ 12137 h 19092"/>
                  <a:gd name="connsiteX8" fmla="*/ 0 w 20093"/>
                  <a:gd name="connsiteY8" fmla="*/ 12137 h 1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93" h="19092">
                    <a:moveTo>
                      <a:pt x="1091" y="12137"/>
                    </a:moveTo>
                    <a:cubicBezTo>
                      <a:pt x="1091" y="6716"/>
                      <a:pt x="1091" y="1294"/>
                      <a:pt x="7638" y="210"/>
                    </a:cubicBezTo>
                    <a:lnTo>
                      <a:pt x="7638" y="210"/>
                    </a:lnTo>
                    <a:cubicBezTo>
                      <a:pt x="13094" y="-874"/>
                      <a:pt x="18550" y="2379"/>
                      <a:pt x="19642" y="6716"/>
                    </a:cubicBezTo>
                    <a:cubicBezTo>
                      <a:pt x="20733" y="8884"/>
                      <a:pt x="19642" y="12137"/>
                      <a:pt x="18550" y="14306"/>
                    </a:cubicBezTo>
                    <a:cubicBezTo>
                      <a:pt x="17459" y="16474"/>
                      <a:pt x="15277" y="18643"/>
                      <a:pt x="12003" y="18643"/>
                    </a:cubicBezTo>
                    <a:cubicBezTo>
                      <a:pt x="9821" y="19727"/>
                      <a:pt x="6547" y="18643"/>
                      <a:pt x="4365" y="17559"/>
                    </a:cubicBezTo>
                    <a:cubicBezTo>
                      <a:pt x="2182" y="16474"/>
                      <a:pt x="0" y="14306"/>
                      <a:pt x="0" y="12137"/>
                    </a:cubicBezTo>
                    <a:lnTo>
                      <a:pt x="0" y="12137"/>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4" name="Freeform: Shape 313">
                <a:extLst>
                  <a:ext uri="{FF2B5EF4-FFF2-40B4-BE49-F238E27FC236}">
                    <a16:creationId xmlns:a16="http://schemas.microsoft.com/office/drawing/2014/main" id="{CC9A13E8-F3B7-F79F-E7B0-06A2C34EE772}"/>
                  </a:ext>
                </a:extLst>
              </p:cNvPr>
              <p:cNvSpPr/>
              <p:nvPr/>
            </p:nvSpPr>
            <p:spPr>
              <a:xfrm>
                <a:off x="4233990" y="4375059"/>
                <a:ext cx="18973" cy="19606"/>
              </a:xfrm>
              <a:custGeom>
                <a:avLst/>
                <a:gdLst>
                  <a:gd name="connsiteX0" fmla="*/ 4576 w 18973"/>
                  <a:gd name="connsiteY0" fmla="*/ 18643 h 19606"/>
                  <a:gd name="connsiteX1" fmla="*/ 4576 w 18973"/>
                  <a:gd name="connsiteY1" fmla="*/ 18643 h 19606"/>
                  <a:gd name="connsiteX2" fmla="*/ 211 w 18973"/>
                  <a:gd name="connsiteY2" fmla="*/ 12137 h 19606"/>
                  <a:gd name="connsiteX3" fmla="*/ 6759 w 18973"/>
                  <a:gd name="connsiteY3" fmla="*/ 210 h 19606"/>
                  <a:gd name="connsiteX4" fmla="*/ 18762 w 18973"/>
                  <a:gd name="connsiteY4" fmla="*/ 6716 h 19606"/>
                  <a:gd name="connsiteX5" fmla="*/ 12215 w 18973"/>
                  <a:gd name="connsiteY5" fmla="*/ 18643 h 19606"/>
                  <a:gd name="connsiteX6" fmla="*/ 4576 w 18973"/>
                  <a:gd name="connsiteY6" fmla="*/ 18643 h 19606"/>
                  <a:gd name="connsiteX7" fmla="*/ 4576 w 18973"/>
                  <a:gd name="connsiteY7" fmla="*/ 18643 h 19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73" h="19606">
                    <a:moveTo>
                      <a:pt x="4576" y="18643"/>
                    </a:moveTo>
                    <a:lnTo>
                      <a:pt x="4576" y="18643"/>
                    </a:lnTo>
                    <a:cubicBezTo>
                      <a:pt x="2394" y="17559"/>
                      <a:pt x="211" y="15390"/>
                      <a:pt x="211" y="12137"/>
                    </a:cubicBezTo>
                    <a:cubicBezTo>
                      <a:pt x="-880" y="6716"/>
                      <a:pt x="2394" y="1294"/>
                      <a:pt x="6759" y="210"/>
                    </a:cubicBezTo>
                    <a:cubicBezTo>
                      <a:pt x="12215" y="-874"/>
                      <a:pt x="17671" y="2379"/>
                      <a:pt x="18762" y="6716"/>
                    </a:cubicBezTo>
                    <a:cubicBezTo>
                      <a:pt x="19853" y="12137"/>
                      <a:pt x="16580" y="17559"/>
                      <a:pt x="12215" y="18643"/>
                    </a:cubicBezTo>
                    <a:cubicBezTo>
                      <a:pt x="8941" y="20812"/>
                      <a:pt x="6759" y="18643"/>
                      <a:pt x="4576" y="18643"/>
                    </a:cubicBezTo>
                    <a:lnTo>
                      <a:pt x="4576" y="18643"/>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5" name="Freeform: Shape 314">
                <a:extLst>
                  <a:ext uri="{FF2B5EF4-FFF2-40B4-BE49-F238E27FC236}">
                    <a16:creationId xmlns:a16="http://schemas.microsoft.com/office/drawing/2014/main" id="{89CD9F98-8EE9-6528-A443-1A4F1678618B}"/>
                  </a:ext>
                </a:extLst>
              </p:cNvPr>
              <p:cNvSpPr/>
              <p:nvPr/>
            </p:nvSpPr>
            <p:spPr>
              <a:xfrm>
                <a:off x="4096438" y="4456320"/>
                <a:ext cx="15549" cy="15722"/>
              </a:xfrm>
              <a:custGeom>
                <a:avLst/>
                <a:gdLst>
                  <a:gd name="connsiteX0" fmla="*/ 13367 w 15549"/>
                  <a:gd name="connsiteY0" fmla="*/ 13283 h 15722"/>
                  <a:gd name="connsiteX1" fmla="*/ 13367 w 15549"/>
                  <a:gd name="connsiteY1" fmla="*/ 13283 h 15722"/>
                  <a:gd name="connsiteX2" fmla="*/ 2455 w 15549"/>
                  <a:gd name="connsiteY2" fmla="*/ 13283 h 15722"/>
                  <a:gd name="connsiteX3" fmla="*/ 2455 w 15549"/>
                  <a:gd name="connsiteY3" fmla="*/ 2440 h 15722"/>
                  <a:gd name="connsiteX4" fmla="*/ 13367 w 15549"/>
                  <a:gd name="connsiteY4" fmla="*/ 2440 h 15722"/>
                  <a:gd name="connsiteX5" fmla="*/ 15550 w 15549"/>
                  <a:gd name="connsiteY5" fmla="*/ 7861 h 15722"/>
                  <a:gd name="connsiteX6" fmla="*/ 13367 w 15549"/>
                  <a:gd name="connsiteY6" fmla="*/ 13283 h 1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49" h="15722">
                    <a:moveTo>
                      <a:pt x="13367" y="13283"/>
                    </a:moveTo>
                    <a:lnTo>
                      <a:pt x="13367" y="13283"/>
                    </a:lnTo>
                    <a:cubicBezTo>
                      <a:pt x="10094" y="16535"/>
                      <a:pt x="5729" y="16535"/>
                      <a:pt x="2455" y="13283"/>
                    </a:cubicBezTo>
                    <a:cubicBezTo>
                      <a:pt x="-818" y="10030"/>
                      <a:pt x="-818" y="5693"/>
                      <a:pt x="2455" y="2440"/>
                    </a:cubicBezTo>
                    <a:cubicBezTo>
                      <a:pt x="5729" y="-813"/>
                      <a:pt x="10094" y="-813"/>
                      <a:pt x="13367" y="2440"/>
                    </a:cubicBezTo>
                    <a:cubicBezTo>
                      <a:pt x="14458" y="3524"/>
                      <a:pt x="15550" y="5693"/>
                      <a:pt x="15550" y="7861"/>
                    </a:cubicBezTo>
                    <a:cubicBezTo>
                      <a:pt x="15550" y="10030"/>
                      <a:pt x="15550" y="12198"/>
                      <a:pt x="13367" y="13283"/>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6" name="Freeform: Shape 315">
                <a:extLst>
                  <a:ext uri="{FF2B5EF4-FFF2-40B4-BE49-F238E27FC236}">
                    <a16:creationId xmlns:a16="http://schemas.microsoft.com/office/drawing/2014/main" id="{522E6DCC-01B2-E743-EE4E-617ED0D9D016}"/>
                  </a:ext>
                </a:extLst>
              </p:cNvPr>
              <p:cNvSpPr/>
              <p:nvPr/>
            </p:nvSpPr>
            <p:spPr>
              <a:xfrm>
                <a:off x="4213469" y="4340572"/>
                <a:ext cx="15276" cy="15451"/>
              </a:xfrm>
              <a:custGeom>
                <a:avLst/>
                <a:gdLst>
                  <a:gd name="connsiteX0" fmla="*/ 13094 w 15276"/>
                  <a:gd name="connsiteY0" fmla="*/ 2169 h 15451"/>
                  <a:gd name="connsiteX1" fmla="*/ 15277 w 15276"/>
                  <a:gd name="connsiteY1" fmla="*/ 7590 h 15451"/>
                  <a:gd name="connsiteX2" fmla="*/ 13094 w 15276"/>
                  <a:gd name="connsiteY2" fmla="*/ 13011 h 15451"/>
                  <a:gd name="connsiteX3" fmla="*/ 2182 w 15276"/>
                  <a:gd name="connsiteY3" fmla="*/ 13011 h 15451"/>
                  <a:gd name="connsiteX4" fmla="*/ 0 w 15276"/>
                  <a:gd name="connsiteY4" fmla="*/ 7590 h 15451"/>
                  <a:gd name="connsiteX5" fmla="*/ 2182 w 15276"/>
                  <a:gd name="connsiteY5" fmla="*/ 2169 h 15451"/>
                  <a:gd name="connsiteX6" fmla="*/ 7638 w 15276"/>
                  <a:gd name="connsiteY6" fmla="*/ 0 h 15451"/>
                  <a:gd name="connsiteX7" fmla="*/ 13094 w 15276"/>
                  <a:gd name="connsiteY7" fmla="*/ 2169 h 15451"/>
                  <a:gd name="connsiteX8" fmla="*/ 13094 w 15276"/>
                  <a:gd name="connsiteY8" fmla="*/ 2169 h 1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76" h="15451">
                    <a:moveTo>
                      <a:pt x="13094" y="2169"/>
                    </a:moveTo>
                    <a:cubicBezTo>
                      <a:pt x="14186" y="3253"/>
                      <a:pt x="15277" y="5421"/>
                      <a:pt x="15277" y="7590"/>
                    </a:cubicBezTo>
                    <a:cubicBezTo>
                      <a:pt x="15277" y="9759"/>
                      <a:pt x="14186" y="11927"/>
                      <a:pt x="13094" y="13011"/>
                    </a:cubicBezTo>
                    <a:cubicBezTo>
                      <a:pt x="9821" y="16264"/>
                      <a:pt x="5456" y="16264"/>
                      <a:pt x="2182" y="13011"/>
                    </a:cubicBezTo>
                    <a:cubicBezTo>
                      <a:pt x="1091" y="11927"/>
                      <a:pt x="0" y="9759"/>
                      <a:pt x="0" y="7590"/>
                    </a:cubicBezTo>
                    <a:cubicBezTo>
                      <a:pt x="0" y="5421"/>
                      <a:pt x="1091" y="3253"/>
                      <a:pt x="2182" y="2169"/>
                    </a:cubicBezTo>
                    <a:cubicBezTo>
                      <a:pt x="3274" y="1084"/>
                      <a:pt x="5456" y="0"/>
                      <a:pt x="7638" y="0"/>
                    </a:cubicBezTo>
                    <a:cubicBezTo>
                      <a:pt x="9821" y="0"/>
                      <a:pt x="12003" y="1084"/>
                      <a:pt x="13094" y="2169"/>
                    </a:cubicBezTo>
                    <a:lnTo>
                      <a:pt x="13094" y="2169"/>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7" name="Freeform: Shape 316">
                <a:extLst>
                  <a:ext uri="{FF2B5EF4-FFF2-40B4-BE49-F238E27FC236}">
                    <a16:creationId xmlns:a16="http://schemas.microsoft.com/office/drawing/2014/main" id="{2FADBE67-4425-324D-07A4-2F10FB418FBF}"/>
                  </a:ext>
                </a:extLst>
              </p:cNvPr>
              <p:cNvSpPr/>
              <p:nvPr/>
            </p:nvSpPr>
            <p:spPr>
              <a:xfrm>
                <a:off x="4132036" y="4476743"/>
                <a:ext cx="19686" cy="20415"/>
              </a:xfrm>
              <a:custGeom>
                <a:avLst/>
                <a:gdLst>
                  <a:gd name="connsiteX0" fmla="*/ 18143 w 19686"/>
                  <a:gd name="connsiteY0" fmla="*/ 4786 h 20415"/>
                  <a:gd name="connsiteX1" fmla="*/ 19234 w 19686"/>
                  <a:gd name="connsiteY1" fmla="*/ 12376 h 20415"/>
                  <a:gd name="connsiteX2" fmla="*/ 14869 w 19686"/>
                  <a:gd name="connsiteY2" fmla="*/ 18882 h 20415"/>
                  <a:gd name="connsiteX3" fmla="*/ 7231 w 19686"/>
                  <a:gd name="connsiteY3" fmla="*/ 19966 h 20415"/>
                  <a:gd name="connsiteX4" fmla="*/ 684 w 19686"/>
                  <a:gd name="connsiteY4" fmla="*/ 8039 h 20415"/>
                  <a:gd name="connsiteX5" fmla="*/ 5048 w 19686"/>
                  <a:gd name="connsiteY5" fmla="*/ 1533 h 20415"/>
                  <a:gd name="connsiteX6" fmla="*/ 12687 w 19686"/>
                  <a:gd name="connsiteY6" fmla="*/ 449 h 20415"/>
                  <a:gd name="connsiteX7" fmla="*/ 18143 w 19686"/>
                  <a:gd name="connsiteY7" fmla="*/ 4786 h 20415"/>
                  <a:gd name="connsiteX8" fmla="*/ 18143 w 19686"/>
                  <a:gd name="connsiteY8" fmla="*/ 4786 h 20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86" h="20415">
                    <a:moveTo>
                      <a:pt x="18143" y="4786"/>
                    </a:moveTo>
                    <a:cubicBezTo>
                      <a:pt x="19234" y="6955"/>
                      <a:pt x="20325" y="10208"/>
                      <a:pt x="19234" y="12376"/>
                    </a:cubicBezTo>
                    <a:cubicBezTo>
                      <a:pt x="18143" y="14545"/>
                      <a:pt x="17052" y="16713"/>
                      <a:pt x="14869" y="18882"/>
                    </a:cubicBezTo>
                    <a:cubicBezTo>
                      <a:pt x="12687" y="19966"/>
                      <a:pt x="9413" y="21051"/>
                      <a:pt x="7231" y="19966"/>
                    </a:cubicBezTo>
                    <a:cubicBezTo>
                      <a:pt x="1775" y="18882"/>
                      <a:pt x="-1499" y="13461"/>
                      <a:pt x="684" y="8039"/>
                    </a:cubicBezTo>
                    <a:cubicBezTo>
                      <a:pt x="1775" y="5871"/>
                      <a:pt x="2866" y="3702"/>
                      <a:pt x="5048" y="1533"/>
                    </a:cubicBezTo>
                    <a:cubicBezTo>
                      <a:pt x="7231" y="449"/>
                      <a:pt x="10504" y="-635"/>
                      <a:pt x="12687" y="449"/>
                    </a:cubicBezTo>
                    <a:cubicBezTo>
                      <a:pt x="14869" y="449"/>
                      <a:pt x="17052" y="449"/>
                      <a:pt x="18143" y="4786"/>
                    </a:cubicBezTo>
                    <a:lnTo>
                      <a:pt x="18143" y="4786"/>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8" name="Freeform: Shape 317">
                <a:extLst>
                  <a:ext uri="{FF2B5EF4-FFF2-40B4-BE49-F238E27FC236}">
                    <a16:creationId xmlns:a16="http://schemas.microsoft.com/office/drawing/2014/main" id="{3FA15924-B6A2-DCA2-BE11-A001DFD81DA6}"/>
                  </a:ext>
                </a:extLst>
              </p:cNvPr>
              <p:cNvSpPr/>
              <p:nvPr/>
            </p:nvSpPr>
            <p:spPr>
              <a:xfrm>
                <a:off x="4174825" y="4317802"/>
                <a:ext cx="19454" cy="19112"/>
              </a:xfrm>
              <a:custGeom>
                <a:avLst/>
                <a:gdLst>
                  <a:gd name="connsiteX0" fmla="*/ 1543 w 19454"/>
                  <a:gd name="connsiteY0" fmla="*/ 14096 h 19112"/>
                  <a:gd name="connsiteX1" fmla="*/ 452 w 19454"/>
                  <a:gd name="connsiteY1" fmla="*/ 6506 h 19112"/>
                  <a:gd name="connsiteX2" fmla="*/ 4817 w 19454"/>
                  <a:gd name="connsiteY2" fmla="*/ 0 h 19112"/>
                  <a:gd name="connsiteX3" fmla="*/ 9182 w 19454"/>
                  <a:gd name="connsiteY3" fmla="*/ 0 h 19112"/>
                  <a:gd name="connsiteX4" fmla="*/ 11364 w 19454"/>
                  <a:gd name="connsiteY4" fmla="*/ 0 h 19112"/>
                  <a:gd name="connsiteX5" fmla="*/ 17911 w 19454"/>
                  <a:gd name="connsiteY5" fmla="*/ 4337 h 19112"/>
                  <a:gd name="connsiteX6" fmla="*/ 19002 w 19454"/>
                  <a:gd name="connsiteY6" fmla="*/ 11927 h 19112"/>
                  <a:gd name="connsiteX7" fmla="*/ 6999 w 19454"/>
                  <a:gd name="connsiteY7" fmla="*/ 18433 h 19112"/>
                  <a:gd name="connsiteX8" fmla="*/ 1543 w 19454"/>
                  <a:gd name="connsiteY8" fmla="*/ 15180 h 19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54" h="19112">
                    <a:moveTo>
                      <a:pt x="1543" y="14096"/>
                    </a:moveTo>
                    <a:cubicBezTo>
                      <a:pt x="452" y="11927"/>
                      <a:pt x="-639" y="8674"/>
                      <a:pt x="452" y="6506"/>
                    </a:cubicBezTo>
                    <a:cubicBezTo>
                      <a:pt x="1543" y="4337"/>
                      <a:pt x="2634" y="2169"/>
                      <a:pt x="4817" y="0"/>
                    </a:cubicBezTo>
                    <a:cubicBezTo>
                      <a:pt x="5908" y="0"/>
                      <a:pt x="8090" y="0"/>
                      <a:pt x="9182" y="0"/>
                    </a:cubicBezTo>
                    <a:lnTo>
                      <a:pt x="11364" y="0"/>
                    </a:lnTo>
                    <a:cubicBezTo>
                      <a:pt x="13546" y="0"/>
                      <a:pt x="15729" y="2169"/>
                      <a:pt x="17911" y="4337"/>
                    </a:cubicBezTo>
                    <a:cubicBezTo>
                      <a:pt x="19002" y="6506"/>
                      <a:pt x="20094" y="9759"/>
                      <a:pt x="19002" y="11927"/>
                    </a:cubicBezTo>
                    <a:cubicBezTo>
                      <a:pt x="17911" y="17349"/>
                      <a:pt x="12455" y="20601"/>
                      <a:pt x="6999" y="18433"/>
                    </a:cubicBezTo>
                    <a:cubicBezTo>
                      <a:pt x="4817" y="18433"/>
                      <a:pt x="2634" y="17349"/>
                      <a:pt x="1543" y="15180"/>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319" name="Freeform: Shape 318">
                <a:extLst>
                  <a:ext uri="{FF2B5EF4-FFF2-40B4-BE49-F238E27FC236}">
                    <a16:creationId xmlns:a16="http://schemas.microsoft.com/office/drawing/2014/main" id="{119FD323-B30B-D103-D561-C7790ABB2B90}"/>
                  </a:ext>
                </a:extLst>
              </p:cNvPr>
              <p:cNvSpPr/>
              <p:nvPr/>
            </p:nvSpPr>
            <p:spPr>
              <a:xfrm>
                <a:off x="4171551" y="4473939"/>
                <a:ext cx="25026" cy="24303"/>
              </a:xfrm>
              <a:custGeom>
                <a:avLst/>
                <a:gdLst>
                  <a:gd name="connsiteX0" fmla="*/ 19002 w 25026"/>
                  <a:gd name="connsiteY0" fmla="*/ 1084 h 24303"/>
                  <a:gd name="connsiteX1" fmla="*/ 19002 w 25026"/>
                  <a:gd name="connsiteY1" fmla="*/ 1084 h 24303"/>
                  <a:gd name="connsiteX2" fmla="*/ 24458 w 25026"/>
                  <a:gd name="connsiteY2" fmla="*/ 8674 h 24303"/>
                  <a:gd name="connsiteX3" fmla="*/ 15729 w 25026"/>
                  <a:gd name="connsiteY3" fmla="*/ 23854 h 24303"/>
                  <a:gd name="connsiteX4" fmla="*/ 5908 w 25026"/>
                  <a:gd name="connsiteY4" fmla="*/ 22770 h 24303"/>
                  <a:gd name="connsiteX5" fmla="*/ 452 w 25026"/>
                  <a:gd name="connsiteY5" fmla="*/ 15180 h 24303"/>
                  <a:gd name="connsiteX6" fmla="*/ 1543 w 25026"/>
                  <a:gd name="connsiteY6" fmla="*/ 5421 h 24303"/>
                  <a:gd name="connsiteX7" fmla="*/ 9182 w 25026"/>
                  <a:gd name="connsiteY7" fmla="*/ 0 h 24303"/>
                  <a:gd name="connsiteX8" fmla="*/ 12455 w 25026"/>
                  <a:gd name="connsiteY8" fmla="*/ 0 h 24303"/>
                  <a:gd name="connsiteX9" fmla="*/ 19002 w 25026"/>
                  <a:gd name="connsiteY9" fmla="*/ 1084 h 24303"/>
                  <a:gd name="connsiteX10" fmla="*/ 19002 w 25026"/>
                  <a:gd name="connsiteY10" fmla="*/ 1084 h 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026" h="24303">
                    <a:moveTo>
                      <a:pt x="19002" y="1084"/>
                    </a:moveTo>
                    <a:lnTo>
                      <a:pt x="19002" y="1084"/>
                    </a:lnTo>
                    <a:cubicBezTo>
                      <a:pt x="22276" y="3253"/>
                      <a:pt x="24458" y="5421"/>
                      <a:pt x="24458" y="8674"/>
                    </a:cubicBezTo>
                    <a:cubicBezTo>
                      <a:pt x="26641" y="15180"/>
                      <a:pt x="22276" y="21686"/>
                      <a:pt x="15729" y="23854"/>
                    </a:cubicBezTo>
                    <a:cubicBezTo>
                      <a:pt x="12455" y="24939"/>
                      <a:pt x="9182" y="23854"/>
                      <a:pt x="5908" y="22770"/>
                    </a:cubicBezTo>
                    <a:cubicBezTo>
                      <a:pt x="2634" y="20601"/>
                      <a:pt x="452" y="18433"/>
                      <a:pt x="452" y="15180"/>
                    </a:cubicBezTo>
                    <a:cubicBezTo>
                      <a:pt x="-639" y="11927"/>
                      <a:pt x="452" y="8674"/>
                      <a:pt x="1543" y="5421"/>
                    </a:cubicBezTo>
                    <a:cubicBezTo>
                      <a:pt x="3726" y="2169"/>
                      <a:pt x="5908" y="0"/>
                      <a:pt x="9182" y="0"/>
                    </a:cubicBezTo>
                    <a:lnTo>
                      <a:pt x="12455" y="0"/>
                    </a:lnTo>
                    <a:cubicBezTo>
                      <a:pt x="15729" y="0"/>
                      <a:pt x="17911" y="0"/>
                      <a:pt x="19002" y="1084"/>
                    </a:cubicBezTo>
                    <a:lnTo>
                      <a:pt x="19002" y="1084"/>
                    </a:ln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48" name="Freeform: Shape 2047">
                <a:extLst>
                  <a:ext uri="{FF2B5EF4-FFF2-40B4-BE49-F238E27FC236}">
                    <a16:creationId xmlns:a16="http://schemas.microsoft.com/office/drawing/2014/main" id="{F0771092-C23B-7B5A-6733-843967F5867B}"/>
                  </a:ext>
                </a:extLst>
              </p:cNvPr>
              <p:cNvSpPr/>
              <p:nvPr/>
            </p:nvSpPr>
            <p:spPr>
              <a:xfrm>
                <a:off x="4128879" y="4315633"/>
                <a:ext cx="25141" cy="24418"/>
              </a:xfrm>
              <a:custGeom>
                <a:avLst/>
                <a:gdLst>
                  <a:gd name="connsiteX0" fmla="*/ 15845 w 25141"/>
                  <a:gd name="connsiteY0" fmla="*/ 23854 h 24418"/>
                  <a:gd name="connsiteX1" fmla="*/ 568 w 25141"/>
                  <a:gd name="connsiteY1" fmla="*/ 15180 h 24418"/>
                  <a:gd name="connsiteX2" fmla="*/ 9297 w 25141"/>
                  <a:gd name="connsiteY2" fmla="*/ 0 h 24418"/>
                  <a:gd name="connsiteX3" fmla="*/ 12571 w 25141"/>
                  <a:gd name="connsiteY3" fmla="*/ 0 h 24418"/>
                  <a:gd name="connsiteX4" fmla="*/ 24574 w 25141"/>
                  <a:gd name="connsiteY4" fmla="*/ 8674 h 24418"/>
                  <a:gd name="connsiteX5" fmla="*/ 15845 w 25141"/>
                  <a:gd name="connsiteY5" fmla="*/ 23854 h 24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141" h="24418">
                    <a:moveTo>
                      <a:pt x="15845" y="23854"/>
                    </a:moveTo>
                    <a:cubicBezTo>
                      <a:pt x="9297" y="26023"/>
                      <a:pt x="2750" y="21686"/>
                      <a:pt x="568" y="15180"/>
                    </a:cubicBezTo>
                    <a:cubicBezTo>
                      <a:pt x="-1615" y="8674"/>
                      <a:pt x="2750" y="2169"/>
                      <a:pt x="9297" y="0"/>
                    </a:cubicBezTo>
                    <a:lnTo>
                      <a:pt x="12571" y="0"/>
                    </a:lnTo>
                    <a:cubicBezTo>
                      <a:pt x="18027" y="0"/>
                      <a:pt x="23483" y="3253"/>
                      <a:pt x="24574" y="8674"/>
                    </a:cubicBezTo>
                    <a:cubicBezTo>
                      <a:pt x="26757" y="15180"/>
                      <a:pt x="22392" y="21686"/>
                      <a:pt x="15845" y="23854"/>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49" name="Freeform: Shape 2048">
                <a:extLst>
                  <a:ext uri="{FF2B5EF4-FFF2-40B4-BE49-F238E27FC236}">
                    <a16:creationId xmlns:a16="http://schemas.microsoft.com/office/drawing/2014/main" id="{EA412E0B-C2C9-1D55-7ADC-101B77DF8A4B}"/>
                  </a:ext>
                </a:extLst>
              </p:cNvPr>
              <p:cNvSpPr/>
              <p:nvPr/>
            </p:nvSpPr>
            <p:spPr>
              <a:xfrm>
                <a:off x="4089072" y="4332982"/>
                <a:ext cx="30553" cy="30360"/>
              </a:xfrm>
              <a:custGeom>
                <a:avLst/>
                <a:gdLst>
                  <a:gd name="connsiteX0" fmla="*/ 30554 w 30553"/>
                  <a:gd name="connsiteY0" fmla="*/ 15180 h 30360"/>
                  <a:gd name="connsiteX1" fmla="*/ 15277 w 30553"/>
                  <a:gd name="connsiteY1" fmla="*/ 30360 h 30360"/>
                  <a:gd name="connsiteX2" fmla="*/ 0 w 30553"/>
                  <a:gd name="connsiteY2" fmla="*/ 15180 h 30360"/>
                  <a:gd name="connsiteX3" fmla="*/ 15277 w 30553"/>
                  <a:gd name="connsiteY3" fmla="*/ 0 h 30360"/>
                  <a:gd name="connsiteX4" fmla="*/ 30554 w 30553"/>
                  <a:gd name="connsiteY4" fmla="*/ 15180 h 30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53" h="30360">
                    <a:moveTo>
                      <a:pt x="30554" y="15180"/>
                    </a:moveTo>
                    <a:cubicBezTo>
                      <a:pt x="30554" y="23564"/>
                      <a:pt x="23714" y="30360"/>
                      <a:pt x="15277" y="30360"/>
                    </a:cubicBezTo>
                    <a:cubicBezTo>
                      <a:pt x="6840" y="30360"/>
                      <a:pt x="0" y="23564"/>
                      <a:pt x="0" y="15180"/>
                    </a:cubicBezTo>
                    <a:cubicBezTo>
                      <a:pt x="0" y="6796"/>
                      <a:pt x="6840" y="0"/>
                      <a:pt x="15277" y="0"/>
                    </a:cubicBezTo>
                    <a:cubicBezTo>
                      <a:pt x="23714" y="0"/>
                      <a:pt x="30554" y="6796"/>
                      <a:pt x="30554" y="15180"/>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sp>
            <p:nvSpPr>
              <p:cNvPr id="2051" name="Freeform: Shape 2050">
                <a:extLst>
                  <a:ext uri="{FF2B5EF4-FFF2-40B4-BE49-F238E27FC236}">
                    <a16:creationId xmlns:a16="http://schemas.microsoft.com/office/drawing/2014/main" id="{EAFA8E73-2C0C-48BE-021F-FBB735A6457F}"/>
                  </a:ext>
                </a:extLst>
              </p:cNvPr>
              <p:cNvSpPr/>
              <p:nvPr/>
            </p:nvSpPr>
            <p:spPr>
              <a:xfrm>
                <a:off x="4204963" y="4450180"/>
                <a:ext cx="30553" cy="30360"/>
              </a:xfrm>
              <a:custGeom>
                <a:avLst/>
                <a:gdLst>
                  <a:gd name="connsiteX0" fmla="*/ 30554 w 30553"/>
                  <a:gd name="connsiteY0" fmla="*/ 15180 h 30360"/>
                  <a:gd name="connsiteX1" fmla="*/ 15277 w 30553"/>
                  <a:gd name="connsiteY1" fmla="*/ 30360 h 30360"/>
                  <a:gd name="connsiteX2" fmla="*/ 0 w 30553"/>
                  <a:gd name="connsiteY2" fmla="*/ 15180 h 30360"/>
                  <a:gd name="connsiteX3" fmla="*/ 15277 w 30553"/>
                  <a:gd name="connsiteY3" fmla="*/ 0 h 30360"/>
                  <a:gd name="connsiteX4" fmla="*/ 30554 w 30553"/>
                  <a:gd name="connsiteY4" fmla="*/ 15180 h 30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53" h="30360">
                    <a:moveTo>
                      <a:pt x="30554" y="15180"/>
                    </a:moveTo>
                    <a:cubicBezTo>
                      <a:pt x="30554" y="23564"/>
                      <a:pt x="23714" y="30360"/>
                      <a:pt x="15277" y="30360"/>
                    </a:cubicBezTo>
                    <a:cubicBezTo>
                      <a:pt x="6840" y="30360"/>
                      <a:pt x="0" y="23564"/>
                      <a:pt x="0" y="15180"/>
                    </a:cubicBezTo>
                    <a:cubicBezTo>
                      <a:pt x="0" y="6796"/>
                      <a:pt x="6840" y="0"/>
                      <a:pt x="15277" y="0"/>
                    </a:cubicBezTo>
                    <a:cubicBezTo>
                      <a:pt x="23714" y="0"/>
                      <a:pt x="30554" y="6796"/>
                      <a:pt x="30554" y="15180"/>
                    </a:cubicBezTo>
                    <a:close/>
                  </a:path>
                </a:pathLst>
              </a:custGeom>
              <a:solidFill>
                <a:srgbClr val="E82C00"/>
              </a:solidFill>
              <a:ln w="108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mazon Ember"/>
                  <a:ea typeface="+mn-ea"/>
                  <a:cs typeface="+mn-cs"/>
                </a:endParaRPr>
              </a:p>
            </p:txBody>
          </p:sp>
        </p:grpSp>
      </p:grpSp>
      <p:pic>
        <p:nvPicPr>
          <p:cNvPr id="2060" name="Picture 12" descr="Jobs at Twelve Labs | Expa">
            <a:extLst>
              <a:ext uri="{FF2B5EF4-FFF2-40B4-BE49-F238E27FC236}">
                <a16:creationId xmlns:a16="http://schemas.microsoft.com/office/drawing/2014/main" id="{5C9F11C5-58FB-44E2-86DA-88B7A39EA246}"/>
              </a:ext>
            </a:extLst>
          </p:cNvPr>
          <p:cNvPicPr>
            <a:picLocks noChangeAspect="1" noChangeArrowheads="1"/>
          </p:cNvPicPr>
          <p:nvPr/>
        </p:nvPicPr>
        <p:blipFill rotWithShape="1">
          <a:blip r:embed="rId27">
            <a:extLst>
              <a:ext uri="{28A0092B-C50C-407E-A947-70E740481C1C}">
                <a14:useLocalDpi xmlns:a14="http://schemas.microsoft.com/office/drawing/2010/main" val="0"/>
              </a:ext>
            </a:extLst>
          </a:blip>
          <a:srcRect t="30032" b="30032"/>
          <a:stretch/>
        </p:blipFill>
        <p:spPr bwMode="auto">
          <a:xfrm>
            <a:off x="6436188" y="5357949"/>
            <a:ext cx="1164512" cy="232532"/>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Ubitus Provides Generative AI Promotional Video for TV Tokyo's New Program  | UBITUS">
            <a:extLst>
              <a:ext uri="{FF2B5EF4-FFF2-40B4-BE49-F238E27FC236}">
                <a16:creationId xmlns:a16="http://schemas.microsoft.com/office/drawing/2014/main" id="{5A371FFA-ED40-09F9-DFB9-57ADF35B2C7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228190" y="5242792"/>
            <a:ext cx="1275454" cy="462848"/>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Arcee AI Signs Strategic Collaboration Agreement with AWS to Accelerate the  Deployment of Smaller, Specialized Language Models">
            <a:extLst>
              <a:ext uri="{FF2B5EF4-FFF2-40B4-BE49-F238E27FC236}">
                <a16:creationId xmlns:a16="http://schemas.microsoft.com/office/drawing/2014/main" id="{BA3D667C-0261-2C84-9512-2351673EFBE2}"/>
              </a:ext>
            </a:extLst>
          </p:cNvPr>
          <p:cNvPicPr>
            <a:picLocks noChangeAspect="1" noChangeArrowheads="1"/>
          </p:cNvPicPr>
          <p:nvPr/>
        </p:nvPicPr>
        <p:blipFill rotWithShape="1">
          <a:blip r:embed="rId29">
            <a:extLst>
              <a:ext uri="{28A0092B-C50C-407E-A947-70E740481C1C}">
                <a14:useLocalDpi xmlns:a14="http://schemas.microsoft.com/office/drawing/2010/main" val="0"/>
              </a:ext>
            </a:extLst>
          </a:blip>
          <a:srcRect l="7796" t="30729" r="7796" b="30729"/>
          <a:stretch/>
        </p:blipFill>
        <p:spPr bwMode="auto">
          <a:xfrm>
            <a:off x="954867" y="1951478"/>
            <a:ext cx="1047490" cy="239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8652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4D871129-1A16-49A8-9A49-078CCF850639}"/>
              </a:ext>
            </a:extLst>
          </p:cNvPr>
          <p:cNvSpPr>
            <a:spLocks noGrp="1"/>
          </p:cNvSpPr>
          <p:nvPr>
            <p:ph type="body" sz="quarter" idx="15"/>
          </p:nvPr>
        </p:nvSpPr>
        <p:spPr/>
        <p:txBody>
          <a:bodyPr/>
          <a:lstStyle/>
          <a:p>
            <a:r>
              <a:rPr lang="en-US" dirty="0"/>
              <a:t>Joel </a:t>
            </a:r>
            <a:r>
              <a:rPr lang="en-US" dirty="0" err="1"/>
              <a:t>Hron</a:t>
            </a:r>
            <a:r>
              <a:rPr lang="en-US" dirty="0"/>
              <a:t> </a:t>
            </a:r>
          </a:p>
        </p:txBody>
      </p:sp>
      <p:sp>
        <p:nvSpPr>
          <p:cNvPr id="15" name="Text Placeholder 14">
            <a:extLst>
              <a:ext uri="{FF2B5EF4-FFF2-40B4-BE49-F238E27FC236}">
                <a16:creationId xmlns:a16="http://schemas.microsoft.com/office/drawing/2014/main" id="{A341D6D8-3519-4CE0-8A1E-1FC33E04FB34}"/>
              </a:ext>
            </a:extLst>
          </p:cNvPr>
          <p:cNvSpPr>
            <a:spLocks noGrp="1"/>
          </p:cNvSpPr>
          <p:nvPr>
            <p:ph type="body" sz="quarter" idx="16"/>
          </p:nvPr>
        </p:nvSpPr>
        <p:spPr/>
        <p:txBody>
          <a:bodyPr/>
          <a:lstStyle/>
          <a:p>
            <a:r>
              <a:rPr lang="en-US" dirty="0"/>
              <a:t>Head of AI and Labs, Thomson Reuters  </a:t>
            </a:r>
          </a:p>
        </p:txBody>
      </p:sp>
      <p:sp>
        <p:nvSpPr>
          <p:cNvPr id="2" name="Slide Number Placeholder 1">
            <a:extLst>
              <a:ext uri="{FF2B5EF4-FFF2-40B4-BE49-F238E27FC236}">
                <a16:creationId xmlns:a16="http://schemas.microsoft.com/office/drawing/2014/main" id="{315FE285-929F-C443-B066-6D8DE9B5C959}"/>
              </a:ext>
            </a:extLst>
          </p:cNvPr>
          <p:cNvSpPr>
            <a:spLocks noGrp="1"/>
          </p:cNvSpPr>
          <p:nvPr>
            <p:ph type="sldNum" sz="quarter" idx="19"/>
          </p:nvPr>
        </p:nvSpPr>
        <p:spPr/>
        <p:txBody>
          <a:bodyPr/>
          <a:lstStyle/>
          <a:p>
            <a:fld id="{EB4B8DE2-A4E8-46E4-8BBF-D75455EFF32C}" type="slidenum">
              <a:rPr lang="en-US" smtClean="0"/>
              <a:pPr/>
              <a:t>27</a:t>
            </a:fld>
            <a:endParaRPr lang="en-US"/>
          </a:p>
        </p:txBody>
      </p:sp>
      <p:sp>
        <p:nvSpPr>
          <p:cNvPr id="3" name="Rectangle 1">
            <a:extLst>
              <a:ext uri="{FF2B5EF4-FFF2-40B4-BE49-F238E27FC236}">
                <a16:creationId xmlns:a16="http://schemas.microsoft.com/office/drawing/2014/main" id="{6E571BCA-F7AB-4463-9C62-A84B6DD2305E}"/>
              </a:ext>
            </a:extLst>
          </p:cNvPr>
          <p:cNvSpPr>
            <a:spLocks noGrp="1" noChangeArrowheads="1"/>
          </p:cNvSpPr>
          <p:nvPr>
            <p:ph type="title"/>
          </p:nvPr>
        </p:nvSpPr>
        <p:spPr bwMode="auto">
          <a:xfrm>
            <a:off x="1540082" y="2119852"/>
            <a:ext cx="911183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2000" dirty="0"/>
              <a:t>SageMaker </a:t>
            </a:r>
            <a:r>
              <a:rPr lang="en-US" sz="2000" dirty="0" err="1"/>
              <a:t>HyperPod’s</a:t>
            </a:r>
            <a:r>
              <a:rPr lang="en-US" sz="2000" dirty="0"/>
              <a:t> distributed training libraries helps us improve large scale model training performance. And its resiliency feature saves time as we monitor and manage infrastructure. Training our foundation models on SageMaker </a:t>
            </a:r>
            <a:r>
              <a:rPr lang="en-US" sz="2000" dirty="0" err="1"/>
              <a:t>HyperPod</a:t>
            </a:r>
            <a:r>
              <a:rPr lang="en-US" sz="2000" dirty="0"/>
              <a:t> will </a:t>
            </a:r>
            <a:r>
              <a:rPr lang="en-US" sz="2000" dirty="0">
                <a:solidFill>
                  <a:schemeClr val="accent2"/>
                </a:solidFill>
              </a:rPr>
              <a:t>increase our speed to market </a:t>
            </a:r>
            <a:r>
              <a:rPr lang="en-US" sz="2000" dirty="0"/>
              <a:t>and help us provide quality solutions for our customers at pace.</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pic>
        <p:nvPicPr>
          <p:cNvPr id="7" name="Graphic 6">
            <a:extLst>
              <a:ext uri="{FF2B5EF4-FFF2-40B4-BE49-F238E27FC236}">
                <a16:creationId xmlns:a16="http://schemas.microsoft.com/office/drawing/2014/main" id="{36CDE5E9-3209-4DAE-855F-7627C223E8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73196" y="5466792"/>
            <a:ext cx="2455207" cy="336129"/>
          </a:xfrm>
          <a:prstGeom prst="rect">
            <a:avLst/>
          </a:prstGeom>
        </p:spPr>
      </p:pic>
    </p:spTree>
    <p:extLst>
      <p:ext uri="{BB962C8B-B14F-4D97-AF65-F5344CB8AC3E}">
        <p14:creationId xmlns:p14="http://schemas.microsoft.com/office/powerpoint/2010/main" val="372096146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5FE285-929F-C443-B066-6D8DE9B5C959}"/>
              </a:ext>
            </a:extLst>
          </p:cNvPr>
          <p:cNvSpPr>
            <a:spLocks noGrp="1"/>
          </p:cNvSpPr>
          <p:nvPr>
            <p:ph type="sldNum" sz="quarter" idx="19"/>
          </p:nvPr>
        </p:nvSpPr>
        <p:spPr/>
        <p:txBody>
          <a:bodyPr/>
          <a:lstStyle/>
          <a:p>
            <a:fld id="{EB4B8DE2-A4E8-46E4-8BBF-D75455EFF32C}" type="slidenum">
              <a:rPr lang="en-US" smtClean="0"/>
              <a:pPr/>
              <a:t>28</a:t>
            </a:fld>
            <a:endParaRPr lang="en-US"/>
          </a:p>
        </p:txBody>
      </p:sp>
      <p:sp>
        <p:nvSpPr>
          <p:cNvPr id="3" name="Rectangle 1">
            <a:extLst>
              <a:ext uri="{FF2B5EF4-FFF2-40B4-BE49-F238E27FC236}">
                <a16:creationId xmlns:a16="http://schemas.microsoft.com/office/drawing/2014/main" id="{6E571BCA-F7AB-4463-9C62-A84B6DD2305E}"/>
              </a:ext>
            </a:extLst>
          </p:cNvPr>
          <p:cNvSpPr>
            <a:spLocks noGrp="1" noChangeArrowheads="1"/>
          </p:cNvSpPr>
          <p:nvPr>
            <p:ph type="title"/>
          </p:nvPr>
        </p:nvSpPr>
        <p:spPr bwMode="auto">
          <a:xfrm>
            <a:off x="1540082" y="2253349"/>
            <a:ext cx="911183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2000" dirty="0"/>
              <a:t>SageMaker </a:t>
            </a:r>
            <a:r>
              <a:rPr lang="en-US" sz="2000" dirty="0" err="1"/>
              <a:t>HyperPod</a:t>
            </a:r>
            <a:r>
              <a:rPr lang="en-US" sz="2000" dirty="0"/>
              <a:t> greatly streamlined the setup, configuration, and administration of our GPU SLURM cluster. Several of our research teams now run large, distributed training jobs daily, and the SageMaker team has significantly </a:t>
            </a:r>
            <a:r>
              <a:rPr lang="en-US" sz="2000" dirty="0">
                <a:solidFill>
                  <a:schemeClr val="accent2"/>
                </a:solidFill>
              </a:rPr>
              <a:t>boosted our training efficiency by 20% </a:t>
            </a:r>
            <a:r>
              <a:rPr lang="en-US" sz="2000" dirty="0"/>
              <a:t>due to reduced operational overhead contributed by hardware resiliency features and highly responsive support.</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pic>
        <p:nvPicPr>
          <p:cNvPr id="11" name="Picture 10" descr="A blue cloud with white text&#10;&#10;Description automatically generated">
            <a:extLst>
              <a:ext uri="{FF2B5EF4-FFF2-40B4-BE49-F238E27FC236}">
                <a16:creationId xmlns:a16="http://schemas.microsoft.com/office/drawing/2014/main" id="{77B433E7-CBD0-43FF-B553-EE2B1AF1F7E1}"/>
              </a:ext>
            </a:extLst>
          </p:cNvPr>
          <p:cNvPicPr>
            <a:picLocks noChangeAspect="1"/>
          </p:cNvPicPr>
          <p:nvPr/>
        </p:nvPicPr>
        <p:blipFill>
          <a:blip r:embed="rId3"/>
          <a:stretch>
            <a:fillRect/>
          </a:stretch>
        </p:blipFill>
        <p:spPr>
          <a:xfrm>
            <a:off x="10099588" y="5042055"/>
            <a:ext cx="1104657" cy="772393"/>
          </a:xfrm>
          <a:prstGeom prst="rect">
            <a:avLst/>
          </a:prstGeom>
        </p:spPr>
      </p:pic>
    </p:spTree>
    <p:extLst>
      <p:ext uri="{BB962C8B-B14F-4D97-AF65-F5344CB8AC3E}">
        <p14:creationId xmlns:p14="http://schemas.microsoft.com/office/powerpoint/2010/main" val="316016561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p:cNvSpPr>
            <a:spLocks noGrp="1"/>
          </p:cNvSpPr>
          <p:nvPr>
            <p:ph type="title"/>
          </p:nvPr>
        </p:nvSpPr>
        <p:spPr/>
        <p:txBody>
          <a:bodyPr>
            <a:noAutofit/>
          </a:bodyPr>
          <a:lstStyle/>
          <a:p>
            <a:r>
              <a:rPr lang="en-US" sz="2000" dirty="0"/>
              <a:t>SageMaker </a:t>
            </a:r>
            <a:r>
              <a:rPr lang="en-US" sz="2000" dirty="0" err="1"/>
              <a:t>HyperPod’s</a:t>
            </a:r>
            <a:r>
              <a:rPr lang="en-US" sz="2000" dirty="0"/>
              <a:t> purpose-built resiliency and performance capabilities have enabled our open science team to focus on innovating and publishing important improvements to the ways foundation models are built, rather than managing infrastructure. This automated job recovery feature helped us minimize disruption during the foundation model training process, helping us </a:t>
            </a:r>
            <a:r>
              <a:rPr lang="en-US" sz="2000" dirty="0">
                <a:solidFill>
                  <a:schemeClr val="accent2"/>
                </a:solidFill>
              </a:rPr>
              <a:t>save hundreds of hours of training time</a:t>
            </a:r>
            <a:r>
              <a:rPr lang="en-US" sz="2000" dirty="0"/>
              <a:t> in just a year. </a:t>
            </a:r>
          </a:p>
        </p:txBody>
      </p:sp>
      <p:sp>
        <p:nvSpPr>
          <p:cNvPr id="14" name="Text Placeholder 13">
            <a:extLst>
              <a:ext uri="{FF2B5EF4-FFF2-40B4-BE49-F238E27FC236}">
                <a16:creationId xmlns:a16="http://schemas.microsoft.com/office/drawing/2014/main" id="{4D871129-1A16-49A8-9A49-078CCF850639}"/>
              </a:ext>
            </a:extLst>
          </p:cNvPr>
          <p:cNvSpPr>
            <a:spLocks noGrp="1"/>
          </p:cNvSpPr>
          <p:nvPr>
            <p:ph type="body" sz="quarter" idx="15"/>
          </p:nvPr>
        </p:nvSpPr>
        <p:spPr/>
        <p:txBody>
          <a:bodyPr/>
          <a:lstStyle/>
          <a:p>
            <a:r>
              <a:rPr lang="en-US" dirty="0"/>
              <a:t>Jeff Boudier</a:t>
            </a:r>
          </a:p>
        </p:txBody>
      </p:sp>
      <p:sp>
        <p:nvSpPr>
          <p:cNvPr id="15" name="Text Placeholder 14">
            <a:extLst>
              <a:ext uri="{FF2B5EF4-FFF2-40B4-BE49-F238E27FC236}">
                <a16:creationId xmlns:a16="http://schemas.microsoft.com/office/drawing/2014/main" id="{A341D6D8-3519-4CE0-8A1E-1FC33E04FB34}"/>
              </a:ext>
            </a:extLst>
          </p:cNvPr>
          <p:cNvSpPr>
            <a:spLocks noGrp="1"/>
          </p:cNvSpPr>
          <p:nvPr>
            <p:ph type="body" sz="quarter" idx="16"/>
          </p:nvPr>
        </p:nvSpPr>
        <p:spPr/>
        <p:txBody>
          <a:bodyPr/>
          <a:lstStyle/>
          <a:p>
            <a:r>
              <a:rPr lang="en-US" dirty="0"/>
              <a:t>Head of Product, Hugging Face </a:t>
            </a:r>
          </a:p>
        </p:txBody>
      </p:sp>
      <p:sp>
        <p:nvSpPr>
          <p:cNvPr id="2" name="Slide Number Placeholder 1">
            <a:extLst>
              <a:ext uri="{FF2B5EF4-FFF2-40B4-BE49-F238E27FC236}">
                <a16:creationId xmlns:a16="http://schemas.microsoft.com/office/drawing/2014/main" id="{315FE285-929F-C443-B066-6D8DE9B5C959}"/>
              </a:ext>
            </a:extLst>
          </p:cNvPr>
          <p:cNvSpPr>
            <a:spLocks noGrp="1"/>
          </p:cNvSpPr>
          <p:nvPr>
            <p:ph type="sldNum" sz="quarter" idx="19"/>
          </p:nvPr>
        </p:nvSpPr>
        <p:spPr/>
        <p:txBody>
          <a:bodyPr/>
          <a:lstStyle/>
          <a:p>
            <a:fld id="{EB4B8DE2-A4E8-46E4-8BBF-D75455EFF32C}" type="slidenum">
              <a:rPr lang="en-US" smtClean="0"/>
              <a:pPr/>
              <a:t>29</a:t>
            </a:fld>
            <a:endParaRPr lang="en-US"/>
          </a:p>
        </p:txBody>
      </p:sp>
      <p:pic>
        <p:nvPicPr>
          <p:cNvPr id="12" name="Picture 11">
            <a:extLst>
              <a:ext uri="{FF2B5EF4-FFF2-40B4-BE49-F238E27FC236}">
                <a16:creationId xmlns:a16="http://schemas.microsoft.com/office/drawing/2014/main" id="{CA3D8959-3296-480A-9C89-C4890318444F}"/>
              </a:ext>
            </a:extLst>
          </p:cNvPr>
          <p:cNvPicPr>
            <a:picLocks noChangeAspect="1"/>
          </p:cNvPicPr>
          <p:nvPr/>
        </p:nvPicPr>
        <p:blipFill>
          <a:blip r:embed="rId3"/>
          <a:stretch>
            <a:fillRect/>
          </a:stretch>
        </p:blipFill>
        <p:spPr>
          <a:xfrm>
            <a:off x="9607343" y="5198115"/>
            <a:ext cx="1766701" cy="390103"/>
          </a:xfrm>
          <a:prstGeom prst="rect">
            <a:avLst/>
          </a:prstGeom>
        </p:spPr>
      </p:pic>
    </p:spTree>
    <p:extLst>
      <p:ext uri="{BB962C8B-B14F-4D97-AF65-F5344CB8AC3E}">
        <p14:creationId xmlns:p14="http://schemas.microsoft.com/office/powerpoint/2010/main" val="378971514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4D871129-1A16-49A8-9A49-078CCF850639}"/>
              </a:ext>
            </a:extLst>
          </p:cNvPr>
          <p:cNvSpPr>
            <a:spLocks noGrp="1"/>
          </p:cNvSpPr>
          <p:nvPr>
            <p:ph type="body" sz="quarter" idx="15"/>
          </p:nvPr>
        </p:nvSpPr>
        <p:spPr/>
        <p:txBody>
          <a:bodyPr/>
          <a:lstStyle/>
          <a:p>
            <a:r>
              <a:rPr lang="en-US" dirty="0"/>
              <a:t>Aravind Srinivas</a:t>
            </a:r>
          </a:p>
        </p:txBody>
      </p:sp>
      <p:sp>
        <p:nvSpPr>
          <p:cNvPr id="15" name="Text Placeholder 14">
            <a:extLst>
              <a:ext uri="{FF2B5EF4-FFF2-40B4-BE49-F238E27FC236}">
                <a16:creationId xmlns:a16="http://schemas.microsoft.com/office/drawing/2014/main" id="{A341D6D8-3519-4CE0-8A1E-1FC33E04FB34}"/>
              </a:ext>
            </a:extLst>
          </p:cNvPr>
          <p:cNvSpPr>
            <a:spLocks noGrp="1"/>
          </p:cNvSpPr>
          <p:nvPr>
            <p:ph type="body" sz="quarter" idx="16"/>
          </p:nvPr>
        </p:nvSpPr>
        <p:spPr/>
        <p:txBody>
          <a:bodyPr/>
          <a:lstStyle/>
          <a:p>
            <a:r>
              <a:rPr lang="en-US" dirty="0"/>
              <a:t>Co-founder and CEO, Perplexity AI  </a:t>
            </a:r>
          </a:p>
        </p:txBody>
      </p:sp>
      <p:sp>
        <p:nvSpPr>
          <p:cNvPr id="2" name="Slide Number Placeholder 1">
            <a:extLst>
              <a:ext uri="{FF2B5EF4-FFF2-40B4-BE49-F238E27FC236}">
                <a16:creationId xmlns:a16="http://schemas.microsoft.com/office/drawing/2014/main" id="{315FE285-929F-C443-B066-6D8DE9B5C959}"/>
              </a:ext>
            </a:extLst>
          </p:cNvPr>
          <p:cNvSpPr>
            <a:spLocks noGrp="1"/>
          </p:cNvSpPr>
          <p:nvPr>
            <p:ph type="sldNum" sz="quarter" idx="19"/>
          </p:nvPr>
        </p:nvSpPr>
        <p:spPr/>
        <p:txBody>
          <a:bodyPr/>
          <a:lstStyle/>
          <a:p>
            <a:fld id="{EB4B8DE2-A4E8-46E4-8BBF-D75455EFF32C}" type="slidenum">
              <a:rPr lang="en-US" smtClean="0"/>
              <a:pPr/>
              <a:t>30</a:t>
            </a:fld>
            <a:endParaRPr lang="en-US"/>
          </a:p>
        </p:txBody>
      </p:sp>
      <p:sp>
        <p:nvSpPr>
          <p:cNvPr id="3" name="Rectangle 1">
            <a:extLst>
              <a:ext uri="{FF2B5EF4-FFF2-40B4-BE49-F238E27FC236}">
                <a16:creationId xmlns:a16="http://schemas.microsoft.com/office/drawing/2014/main" id="{6E571BCA-F7AB-4463-9C62-A84B6DD2305E}"/>
              </a:ext>
            </a:extLst>
          </p:cNvPr>
          <p:cNvSpPr>
            <a:spLocks noGrp="1" noChangeArrowheads="1"/>
          </p:cNvSpPr>
          <p:nvPr>
            <p:ph type="title"/>
          </p:nvPr>
        </p:nvSpPr>
        <p:spPr bwMode="auto">
          <a:xfrm>
            <a:off x="1540082" y="2119855"/>
            <a:ext cx="911183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SageMaker </a:t>
            </a:r>
            <a:r>
              <a:rPr kumimoji="0" lang="en-US" altLang="en-US" sz="2000" b="0" i="0" u="none" strike="noStrike" cap="none" normalizeH="0" baseline="0" dirty="0" err="1">
                <a:ln>
                  <a:noFill/>
                </a:ln>
                <a:solidFill>
                  <a:schemeClr val="tx1"/>
                </a:solidFill>
                <a:effectLst/>
                <a:latin typeface="Arial" panose="020B0604020202020204" pitchFamily="34" charset="0"/>
              </a:rPr>
              <a:t>HyperPod’s</a:t>
            </a:r>
            <a:r>
              <a:rPr kumimoji="0" lang="en-US" altLang="en-US" sz="2000" b="0" i="0" u="none" strike="noStrike" cap="none" normalizeH="0" baseline="0" dirty="0">
                <a:ln>
                  <a:noFill/>
                </a:ln>
                <a:solidFill>
                  <a:schemeClr val="tx1"/>
                </a:solidFill>
                <a:effectLst/>
                <a:latin typeface="Arial" panose="020B0604020202020204" pitchFamily="34" charset="0"/>
              </a:rPr>
              <a:t> built-in data and model parallel libraries helped us optimize training time on GPUs and double the training throughput. As a result, </a:t>
            </a:r>
            <a:r>
              <a:rPr kumimoji="0" lang="en-US" altLang="en-US" sz="2000" b="0" i="0" u="none" strike="noStrike" cap="none" normalizeH="0" baseline="0" dirty="0">
                <a:ln>
                  <a:noFill/>
                </a:ln>
                <a:solidFill>
                  <a:schemeClr val="accent2"/>
                </a:solidFill>
                <a:effectLst/>
                <a:latin typeface="Arial" panose="020B0604020202020204" pitchFamily="34" charset="0"/>
              </a:rPr>
              <a:t>our training experiments can now run twice as fast</a:t>
            </a:r>
            <a:r>
              <a:rPr kumimoji="0" lang="en-US" altLang="en-US" sz="2000" b="0" i="0" u="none" strike="noStrike" cap="none" normalizeH="0" baseline="0" dirty="0">
                <a:ln>
                  <a:noFill/>
                </a:ln>
                <a:solidFill>
                  <a:schemeClr val="tx1"/>
                </a:solidFill>
                <a:effectLst/>
                <a:latin typeface="Arial" panose="020B0604020202020204" pitchFamily="34" charset="0"/>
              </a:rPr>
              <a:t>, which means our developers can iterate more quickly, accelerating the development of new generative AI experiences for our customers.</a:t>
            </a:r>
          </a:p>
        </p:txBody>
      </p:sp>
      <p:pic>
        <p:nvPicPr>
          <p:cNvPr id="8" name="Picture 7" descr="A white text on a black background&#10;&#10;Description automatically generated">
            <a:extLst>
              <a:ext uri="{FF2B5EF4-FFF2-40B4-BE49-F238E27FC236}">
                <a16:creationId xmlns:a16="http://schemas.microsoft.com/office/drawing/2014/main" id="{7CFF75D7-188D-4879-A806-7E1FD2B018F2}"/>
              </a:ext>
            </a:extLst>
          </p:cNvPr>
          <p:cNvPicPr>
            <a:picLocks noChangeAspect="1"/>
          </p:cNvPicPr>
          <p:nvPr/>
        </p:nvPicPr>
        <p:blipFill>
          <a:blip r:embed="rId3"/>
          <a:stretch>
            <a:fillRect/>
          </a:stretch>
        </p:blipFill>
        <p:spPr>
          <a:xfrm>
            <a:off x="9607343" y="5211217"/>
            <a:ext cx="1736038" cy="437288"/>
          </a:xfrm>
          <a:prstGeom prst="rect">
            <a:avLst/>
          </a:prstGeom>
        </p:spPr>
      </p:pic>
    </p:spTree>
    <p:extLst>
      <p:ext uri="{BB962C8B-B14F-4D97-AF65-F5344CB8AC3E}">
        <p14:creationId xmlns:p14="http://schemas.microsoft.com/office/powerpoint/2010/main" val="55870541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5FE285-929F-C443-B066-6D8DE9B5C959}"/>
              </a:ext>
            </a:extLst>
          </p:cNvPr>
          <p:cNvSpPr>
            <a:spLocks noGrp="1"/>
          </p:cNvSpPr>
          <p:nvPr>
            <p:ph type="sldNum" sz="quarter" idx="19"/>
          </p:nvPr>
        </p:nvSpPr>
        <p:spPr/>
        <p:txBody>
          <a:bodyPr/>
          <a:lstStyle/>
          <a:p>
            <a:fld id="{EB4B8DE2-A4E8-46E4-8BBF-D75455EFF32C}" type="slidenum">
              <a:rPr lang="en-US" smtClean="0"/>
              <a:pPr/>
              <a:t>31</a:t>
            </a:fld>
            <a:endParaRPr lang="en-US"/>
          </a:p>
        </p:txBody>
      </p:sp>
      <p:sp>
        <p:nvSpPr>
          <p:cNvPr id="3" name="Rectangle 1">
            <a:extLst>
              <a:ext uri="{FF2B5EF4-FFF2-40B4-BE49-F238E27FC236}">
                <a16:creationId xmlns:a16="http://schemas.microsoft.com/office/drawing/2014/main" id="{6E571BCA-F7AB-4463-9C62-A84B6DD2305E}"/>
              </a:ext>
            </a:extLst>
          </p:cNvPr>
          <p:cNvSpPr>
            <a:spLocks noGrp="1" noChangeArrowheads="1"/>
          </p:cNvSpPr>
          <p:nvPr>
            <p:ph type="title"/>
          </p:nvPr>
        </p:nvSpPr>
        <p:spPr bwMode="auto">
          <a:xfrm>
            <a:off x="1646408" y="1856291"/>
            <a:ext cx="9111835"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2000" dirty="0"/>
              <a:t>Hippocratic AI, an AI company that develops the first safety-focused Large Language Model (LLM) for healthcare. To train its primary LLM and the supervisor models, Hippocratic AI required powerful compute resources, which were in high demand and difficult to obtain. Amazon SageMaker </a:t>
            </a:r>
            <a:r>
              <a:rPr lang="en-US" sz="2000" dirty="0" err="1"/>
              <a:t>HyperPod</a:t>
            </a:r>
            <a:r>
              <a:rPr lang="en-US" sz="2000" dirty="0"/>
              <a:t> flexible training plans made it easier for them to gain access to Amazon Elastic Compute Cloud (Amazon EC2) P5 Instances. </a:t>
            </a:r>
            <a:r>
              <a:rPr lang="en-US" sz="2000" dirty="0" err="1"/>
              <a:t>HippocraticAI</a:t>
            </a:r>
            <a:r>
              <a:rPr lang="en-US" sz="2000" dirty="0"/>
              <a:t> is also leveraging AWS services such as Grafana to track important GPU utilization metrics. Using Amazon EC2 P5 Instances, Hippocratic AI has </a:t>
            </a:r>
            <a:r>
              <a:rPr lang="en-US" sz="2000" dirty="0">
                <a:solidFill>
                  <a:srgbClr val="B81EE7"/>
                </a:solidFill>
              </a:rPr>
              <a:t>increased model training speed by four times and scales its solution to accommodate hundreds of use cases</a:t>
            </a:r>
            <a:r>
              <a:rPr lang="en-US" sz="2000" dirty="0"/>
              <a:t>. It helped them to secure the required compute resources and train models quickly. </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pic>
        <p:nvPicPr>
          <p:cNvPr id="11" name="Picture 10" descr="A black background with a black square&#10;&#10;Description automatically generated with medium confidence">
            <a:extLst>
              <a:ext uri="{FF2B5EF4-FFF2-40B4-BE49-F238E27FC236}">
                <a16:creationId xmlns:a16="http://schemas.microsoft.com/office/drawing/2014/main" id="{6FD0E2DC-4012-4727-ACE2-83714DBE9C21}"/>
              </a:ext>
            </a:extLst>
          </p:cNvPr>
          <p:cNvPicPr>
            <a:picLocks noChangeAspect="1"/>
          </p:cNvPicPr>
          <p:nvPr/>
        </p:nvPicPr>
        <p:blipFill>
          <a:blip r:embed="rId3"/>
          <a:srcRect r="72868"/>
          <a:stretch/>
        </p:blipFill>
        <p:spPr>
          <a:xfrm>
            <a:off x="8931347" y="5206288"/>
            <a:ext cx="692753" cy="758503"/>
          </a:xfrm>
          <a:prstGeom prst="rect">
            <a:avLst/>
          </a:prstGeom>
        </p:spPr>
      </p:pic>
      <p:pic>
        <p:nvPicPr>
          <p:cNvPr id="12" name="Picture 11" descr="A black background with a black square&#10;&#10;Description automatically generated with medium confidence">
            <a:extLst>
              <a:ext uri="{FF2B5EF4-FFF2-40B4-BE49-F238E27FC236}">
                <a16:creationId xmlns:a16="http://schemas.microsoft.com/office/drawing/2014/main" id="{D36B8C56-6D8E-44D5-9A9A-BBCD2A0488D2}"/>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rcRect l="27132"/>
          <a:stretch/>
        </p:blipFill>
        <p:spPr>
          <a:xfrm>
            <a:off x="9667901" y="5131858"/>
            <a:ext cx="1860522" cy="758505"/>
          </a:xfrm>
          <a:prstGeom prst="rect">
            <a:avLst/>
          </a:prstGeom>
        </p:spPr>
      </p:pic>
    </p:spTree>
    <p:extLst>
      <p:ext uri="{BB962C8B-B14F-4D97-AF65-F5344CB8AC3E}">
        <p14:creationId xmlns:p14="http://schemas.microsoft.com/office/powerpoint/2010/main" val="333709186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5FE285-929F-C443-B066-6D8DE9B5C959}"/>
              </a:ext>
            </a:extLst>
          </p:cNvPr>
          <p:cNvSpPr>
            <a:spLocks noGrp="1"/>
          </p:cNvSpPr>
          <p:nvPr>
            <p:ph type="sldNum" sz="quarter" idx="19"/>
          </p:nvPr>
        </p:nvSpPr>
        <p:spPr/>
        <p:txBody>
          <a:bodyPr/>
          <a:lstStyle/>
          <a:p>
            <a:fld id="{EB4B8DE2-A4E8-46E4-8BBF-D75455EFF32C}" type="slidenum">
              <a:rPr lang="en-US" smtClean="0"/>
              <a:pPr/>
              <a:t>32</a:t>
            </a:fld>
            <a:endParaRPr lang="en-US"/>
          </a:p>
        </p:txBody>
      </p:sp>
      <p:sp>
        <p:nvSpPr>
          <p:cNvPr id="3" name="Rectangle 1">
            <a:extLst>
              <a:ext uri="{FF2B5EF4-FFF2-40B4-BE49-F238E27FC236}">
                <a16:creationId xmlns:a16="http://schemas.microsoft.com/office/drawing/2014/main" id="{6E571BCA-F7AB-4463-9C62-A84B6DD2305E}"/>
              </a:ext>
            </a:extLst>
          </p:cNvPr>
          <p:cNvSpPr>
            <a:spLocks noGrp="1" noChangeArrowheads="1"/>
          </p:cNvSpPr>
          <p:nvPr>
            <p:ph type="title"/>
          </p:nvPr>
        </p:nvSpPr>
        <p:spPr bwMode="auto">
          <a:xfrm>
            <a:off x="1540082" y="1897709"/>
            <a:ext cx="911183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lang="en-US" sz="2000" dirty="0"/>
              <a:t>Developers and data scientists at </a:t>
            </a:r>
            <a:r>
              <a:rPr lang="en-US" sz="2000" dirty="0" err="1"/>
              <a:t>OpenBabylon</a:t>
            </a:r>
            <a:r>
              <a:rPr lang="en-US" sz="2000" dirty="0"/>
              <a:t>, an AI company that customizes large language models for underrepresented languages, has been using SageMaker </a:t>
            </a:r>
            <a:r>
              <a:rPr lang="en-US" sz="2000" dirty="0" err="1"/>
              <a:t>HyperPod</a:t>
            </a:r>
            <a:r>
              <a:rPr lang="en-US" sz="2000" dirty="0"/>
              <a:t> flexible training plans for a few months to streamline their access to GPU resources to run large scale experiments. Using the multi-node SageMaker </a:t>
            </a:r>
            <a:r>
              <a:rPr lang="en-US" sz="2000" dirty="0" err="1"/>
              <a:t>HyperPod’s</a:t>
            </a:r>
            <a:r>
              <a:rPr lang="en-US" sz="2000" dirty="0"/>
              <a:t> distributed training capabilities, </a:t>
            </a:r>
            <a:r>
              <a:rPr lang="en-US" sz="2000" dirty="0">
                <a:solidFill>
                  <a:srgbClr val="B81EE7"/>
                </a:solidFill>
              </a:rPr>
              <a:t>they conducted 100 large scale model training experiments, achieving state-of-the-art results in English-to-Ukrainian translation</a:t>
            </a:r>
            <a:r>
              <a:rPr lang="en-US" sz="2000" dirty="0"/>
              <a:t>. This breakthrough was achieved on time and cost-effectively, demonstrating SageMaker </a:t>
            </a:r>
            <a:r>
              <a:rPr lang="en-US" sz="2000" dirty="0" err="1"/>
              <a:t>HyperPod’s</a:t>
            </a:r>
            <a:r>
              <a:rPr lang="en-US" sz="2000" dirty="0"/>
              <a:t> ability to successfully deliver complex projects on time and at budget.</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2FF3301F-DD93-4AC7-B450-CC255873FC52}"/>
              </a:ext>
            </a:extLst>
          </p:cNvPr>
          <p:cNvPicPr>
            <a:picLocks noChangeAspect="1"/>
          </p:cNvPicPr>
          <p:nvPr/>
        </p:nvPicPr>
        <p:blipFill>
          <a:blip r:embed="rId3"/>
          <a:stretch>
            <a:fillRect/>
          </a:stretch>
        </p:blipFill>
        <p:spPr>
          <a:xfrm>
            <a:off x="8819619" y="5313124"/>
            <a:ext cx="2590777" cy="423282"/>
          </a:xfrm>
          <a:prstGeom prst="rect">
            <a:avLst/>
          </a:prstGeom>
        </p:spPr>
      </p:pic>
    </p:spTree>
    <p:extLst>
      <p:ext uri="{BB962C8B-B14F-4D97-AF65-F5344CB8AC3E}">
        <p14:creationId xmlns:p14="http://schemas.microsoft.com/office/powerpoint/2010/main" val="1697123786"/>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F38D347-3CD1-6786-B674-8C0EBFBEEE75}"/>
            </a:ext>
          </a:extLst>
        </p:cNvPr>
        <p:cNvGrpSpPr/>
        <p:nvPr/>
      </p:nvGrpSpPr>
      <p:grpSpPr>
        <a:xfrm>
          <a:off x="0" y="0"/>
          <a:ext cx="0" cy="0"/>
          <a:chOff x="0" y="0"/>
          <a:chExt cx="0" cy="0"/>
        </a:xfrm>
      </p:grpSpPr>
      <p:sp>
        <p:nvSpPr>
          <p:cNvPr id="35" name="Title 34">
            <a:extLst>
              <a:ext uri="{FF2B5EF4-FFF2-40B4-BE49-F238E27FC236}">
                <a16:creationId xmlns:a16="http://schemas.microsoft.com/office/drawing/2014/main" id="{67A39C70-D1F0-D7E8-C022-4EF8CDD05159}"/>
              </a:ext>
            </a:extLst>
          </p:cNvPr>
          <p:cNvSpPr>
            <a:spLocks noGrp="1"/>
          </p:cNvSpPr>
          <p:nvPr>
            <p:ph type="title"/>
          </p:nvPr>
        </p:nvSpPr>
        <p:spPr/>
        <p:txBody>
          <a:bodyPr>
            <a:noAutofit/>
          </a:bodyPr>
          <a:lstStyle/>
          <a:p>
            <a:r>
              <a:rPr lang="en-US" sz="4000" b="1" dirty="0">
                <a:latin typeface="Amazon Ember" panose="020B0603020204020204" pitchFamily="34" charset="0"/>
                <a:ea typeface="Amazon Ember" panose="020B0603020204020204" pitchFamily="34" charset="0"/>
                <a:cs typeface="Amazon Ember" panose="020B0603020204020204" pitchFamily="34" charset="0"/>
              </a:rPr>
              <a:t>Training</a:t>
            </a:r>
          </a:p>
        </p:txBody>
      </p:sp>
      <p:sp>
        <p:nvSpPr>
          <p:cNvPr id="3" name="Slide Number Placeholder 2">
            <a:extLst>
              <a:ext uri="{FF2B5EF4-FFF2-40B4-BE49-F238E27FC236}">
                <a16:creationId xmlns:a16="http://schemas.microsoft.com/office/drawing/2014/main" id="{D275BCEF-89F0-F5D9-9615-8527751E5AC0}"/>
              </a:ext>
            </a:extLst>
          </p:cNvPr>
          <p:cNvSpPr>
            <a:spLocks noGrp="1"/>
          </p:cNvSpPr>
          <p:nvPr>
            <p:ph type="sldNum" sz="quarter" idx="13"/>
          </p:nvPr>
        </p:nvSpPr>
        <p:spPr>
          <a:xfrm>
            <a:off x="1038754" y="5921179"/>
            <a:ext cx="2621082" cy="196406"/>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4B8DE2-A4E8-46E4-8BBF-D75455EFF32C}"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5AF6F965-33E9-9071-FD3B-060AA59526EA}"/>
              </a:ext>
            </a:extLst>
          </p:cNvPr>
          <p:cNvSpPr txBox="1"/>
          <p:nvPr/>
        </p:nvSpPr>
        <p:spPr>
          <a:xfrm>
            <a:off x="425038" y="1639402"/>
            <a:ext cx="739784" cy="1569660"/>
          </a:xfrm>
          <a:prstGeom prst="rect">
            <a:avLst/>
          </a:prstGeom>
          <a:noFill/>
        </p:spPr>
        <p:txBody>
          <a:bodyPr wrap="square" lIns="0" rIns="0" rtlCol="0">
            <a:spAutoFit/>
          </a:bodyPr>
          <a:lstStyle/>
          <a:p>
            <a:pPr marL="0" marR="0" lvl="0" indent="0" algn="ctr" defTabSz="904876"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300" normalizeH="0" baseline="0" noProof="0" dirty="0">
                <a:ln>
                  <a:noFill/>
                </a:ln>
                <a:gradFill>
                  <a:gsLst>
                    <a:gs pos="14000">
                      <a:srgbClr val="289EFF"/>
                    </a:gs>
                    <a:gs pos="86000">
                      <a:srgbClr val="DB2BB6"/>
                    </a:gs>
                  </a:gsLst>
                  <a:lin ang="2700000" scaled="0"/>
                </a:gradFill>
                <a:effectLst/>
                <a:uLnTx/>
                <a:uFillTx/>
                <a:latin typeface="Amazon Ember Display Heavy" panose="020F0603020204020204" pitchFamily="34" charset="0"/>
                <a:ea typeface="Amazon Ember Display Heavy" panose="020F0603020204020204" pitchFamily="34" charset="0"/>
                <a:cs typeface="Amazon Ember Display Heavy" panose="020F0603020204020204" pitchFamily="34" charset="0"/>
              </a:rPr>
              <a:t>1</a:t>
            </a:r>
          </a:p>
        </p:txBody>
      </p:sp>
      <p:sp>
        <p:nvSpPr>
          <p:cNvPr id="11" name="TextBox 10">
            <a:extLst>
              <a:ext uri="{FF2B5EF4-FFF2-40B4-BE49-F238E27FC236}">
                <a16:creationId xmlns:a16="http://schemas.microsoft.com/office/drawing/2014/main" id="{5BB6C9D2-1300-EF9C-BE15-F5CEA7457707}"/>
              </a:ext>
            </a:extLst>
          </p:cNvPr>
          <p:cNvSpPr txBox="1"/>
          <p:nvPr/>
        </p:nvSpPr>
        <p:spPr>
          <a:xfrm>
            <a:off x="481475" y="4397465"/>
            <a:ext cx="739784" cy="1569660"/>
          </a:xfrm>
          <a:prstGeom prst="rect">
            <a:avLst/>
          </a:prstGeom>
          <a:noFill/>
        </p:spPr>
        <p:txBody>
          <a:bodyPr wrap="square" lIns="0" rIns="0" rtlCol="0">
            <a:spAutoFit/>
          </a:bodyPr>
          <a:lstStyle/>
          <a:p>
            <a:pPr marL="0" marR="0" lvl="0" indent="0" algn="ctr" defTabSz="904876"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300" normalizeH="0" baseline="0" noProof="0" dirty="0">
                <a:ln>
                  <a:noFill/>
                </a:ln>
                <a:gradFill>
                  <a:gsLst>
                    <a:gs pos="14000">
                      <a:srgbClr val="289EFF"/>
                    </a:gs>
                    <a:gs pos="86000">
                      <a:srgbClr val="DB2BB6"/>
                    </a:gs>
                  </a:gsLst>
                  <a:lin ang="2700000" scaled="0"/>
                </a:gradFill>
                <a:effectLst/>
                <a:uLnTx/>
                <a:uFillTx/>
                <a:latin typeface="Amazon Ember Display Heavy" panose="020F0603020204020204" pitchFamily="34" charset="0"/>
                <a:ea typeface="Amazon Ember Display Heavy" panose="020F0603020204020204" pitchFamily="34" charset="0"/>
                <a:cs typeface="Amazon Ember Display Heavy" panose="020F0603020204020204" pitchFamily="34" charset="0"/>
              </a:rPr>
              <a:t>2</a:t>
            </a:r>
          </a:p>
        </p:txBody>
      </p:sp>
      <p:sp>
        <p:nvSpPr>
          <p:cNvPr id="15" name="Rectangle 14">
            <a:extLst>
              <a:ext uri="{FF2B5EF4-FFF2-40B4-BE49-F238E27FC236}">
                <a16:creationId xmlns:a16="http://schemas.microsoft.com/office/drawing/2014/main" id="{1703A943-5048-F1FA-4541-189EB84A45E0}"/>
              </a:ext>
            </a:extLst>
          </p:cNvPr>
          <p:cNvSpPr/>
          <p:nvPr/>
        </p:nvSpPr>
        <p:spPr bwMode="auto">
          <a:xfrm>
            <a:off x="1255725" y="1449107"/>
            <a:ext cx="5905021" cy="213631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Accelerate training: </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Shorten training time using more nodes and better parallelism</a:t>
            </a:r>
          </a:p>
          <a:p>
            <a:pPr marL="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Multi-node scaling and more powerful nodes </a:t>
            </a:r>
          </a:p>
          <a:p>
            <a:pPr marL="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Optimized data parallelism</a:t>
            </a:r>
          </a:p>
          <a:p>
            <a:pPr marL="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Efficient model parallelism</a:t>
            </a:r>
          </a:p>
          <a:p>
            <a:pPr marL="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Pipeline parallelism techniques</a:t>
            </a:r>
          </a:p>
          <a:p>
            <a:pPr marL="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ZeRO </a:t>
            </a:r>
          </a:p>
        </p:txBody>
      </p:sp>
      <p:sp>
        <p:nvSpPr>
          <p:cNvPr id="19" name="Rectangle 18">
            <a:extLst>
              <a:ext uri="{FF2B5EF4-FFF2-40B4-BE49-F238E27FC236}">
                <a16:creationId xmlns:a16="http://schemas.microsoft.com/office/drawing/2014/main" id="{AF17767F-FF04-D013-A103-2D7143B330A6}"/>
              </a:ext>
            </a:extLst>
          </p:cNvPr>
          <p:cNvSpPr/>
          <p:nvPr/>
        </p:nvSpPr>
        <p:spPr bwMode="auto">
          <a:xfrm>
            <a:off x="1472697" y="4608860"/>
            <a:ext cx="2184235" cy="47105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98" name="Rectangle 97">
            <a:extLst>
              <a:ext uri="{FF2B5EF4-FFF2-40B4-BE49-F238E27FC236}">
                <a16:creationId xmlns:a16="http://schemas.microsoft.com/office/drawing/2014/main" id="{D44EADE7-487B-DD51-7F7A-4DE5D35DBDA6}"/>
              </a:ext>
            </a:extLst>
          </p:cNvPr>
          <p:cNvSpPr/>
          <p:nvPr/>
        </p:nvSpPr>
        <p:spPr bwMode="auto">
          <a:xfrm>
            <a:off x="6981954" y="8751652"/>
            <a:ext cx="2286000" cy="8757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5" name="TextBox 4">
            <a:extLst>
              <a:ext uri="{FF2B5EF4-FFF2-40B4-BE49-F238E27FC236}">
                <a16:creationId xmlns:a16="http://schemas.microsoft.com/office/drawing/2014/main" id="{7A4B292B-E07F-3947-A70F-E9397273394B}"/>
              </a:ext>
            </a:extLst>
          </p:cNvPr>
          <p:cNvSpPr txBox="1"/>
          <p:nvPr/>
        </p:nvSpPr>
        <p:spPr>
          <a:xfrm>
            <a:off x="1255725" y="4128547"/>
            <a:ext cx="5826592" cy="2062103"/>
          </a:xfrm>
          <a:prstGeom prst="rect">
            <a:avLst/>
          </a:prstGeom>
          <a:noFill/>
        </p:spPr>
        <p:txBody>
          <a:bodyPr wrap="square">
            <a:spAutoFit/>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Scale model size: </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Train bigger context windows or larger models </a:t>
            </a:r>
          </a:p>
          <a:p>
            <a:pPr marL="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Memory optimization techniques</a:t>
            </a:r>
          </a:p>
          <a:p>
            <a:pPr marL="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Gradient checkpointing</a:t>
            </a:r>
          </a:p>
          <a:p>
            <a:pPr marL="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Model sharding strategies</a:t>
            </a:r>
          </a:p>
          <a:p>
            <a:pPr marL="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Mixed precision training</a:t>
            </a:r>
          </a:p>
        </p:txBody>
      </p:sp>
      <p:sp>
        <p:nvSpPr>
          <p:cNvPr id="9" name="Rectangle 8">
            <a:extLst>
              <a:ext uri="{FF2B5EF4-FFF2-40B4-BE49-F238E27FC236}">
                <a16:creationId xmlns:a16="http://schemas.microsoft.com/office/drawing/2014/main" id="{183570CC-F987-0FF0-D0EF-78EC6DE1CC15}"/>
              </a:ext>
            </a:extLst>
          </p:cNvPr>
          <p:cNvSpPr/>
          <p:nvPr/>
        </p:nvSpPr>
        <p:spPr bwMode="auto">
          <a:xfrm>
            <a:off x="8343211" y="1643092"/>
            <a:ext cx="2286000" cy="8757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2" name="TextBox 11">
            <a:extLst>
              <a:ext uri="{FF2B5EF4-FFF2-40B4-BE49-F238E27FC236}">
                <a16:creationId xmlns:a16="http://schemas.microsoft.com/office/drawing/2014/main" id="{1C4DFD4F-6A80-015D-C568-95C192E07E46}"/>
              </a:ext>
            </a:extLst>
          </p:cNvPr>
          <p:cNvSpPr txBox="1"/>
          <p:nvPr/>
        </p:nvSpPr>
        <p:spPr>
          <a:xfrm>
            <a:off x="7959102" y="1698274"/>
            <a:ext cx="29566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Sample Framework Tools</a:t>
            </a:r>
          </a:p>
        </p:txBody>
      </p:sp>
      <p:sp>
        <p:nvSpPr>
          <p:cNvPr id="13" name="Rounded Rectangle 12">
            <a:extLst>
              <a:ext uri="{FF2B5EF4-FFF2-40B4-BE49-F238E27FC236}">
                <a16:creationId xmlns:a16="http://schemas.microsoft.com/office/drawing/2014/main" id="{5F2C3511-E7A3-9A83-5F6B-4BD6B63327CF}"/>
              </a:ext>
            </a:extLst>
          </p:cNvPr>
          <p:cNvSpPr/>
          <p:nvPr/>
        </p:nvSpPr>
        <p:spPr>
          <a:xfrm>
            <a:off x="8030689" y="2163820"/>
            <a:ext cx="2622350" cy="69946"/>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
        <p:nvSpPr>
          <p:cNvPr id="14" name="Rectangle 13">
            <a:extLst>
              <a:ext uri="{FF2B5EF4-FFF2-40B4-BE49-F238E27FC236}">
                <a16:creationId xmlns:a16="http://schemas.microsoft.com/office/drawing/2014/main" id="{C14D4153-7F4C-43D2-0997-B84F301D28DC}"/>
              </a:ext>
            </a:extLst>
          </p:cNvPr>
          <p:cNvSpPr/>
          <p:nvPr/>
        </p:nvSpPr>
        <p:spPr bwMode="auto">
          <a:xfrm>
            <a:off x="7732992" y="2419878"/>
            <a:ext cx="2920047" cy="4061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PyTorch DDP</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Megatron-LM</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DeepSpeed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NxDT</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 </a:t>
            </a:r>
          </a:p>
        </p:txBody>
      </p:sp>
      <p:sp>
        <p:nvSpPr>
          <p:cNvPr id="16" name="Slide Number Placeholder 2">
            <a:extLst>
              <a:ext uri="{FF2B5EF4-FFF2-40B4-BE49-F238E27FC236}">
                <a16:creationId xmlns:a16="http://schemas.microsoft.com/office/drawing/2014/main" id="{D835F229-528E-4FBE-5276-3C5877BBB6E8}"/>
              </a:ext>
            </a:extLst>
          </p:cNvPr>
          <p:cNvSpPr txBox="1">
            <a:spLocks/>
          </p:cNvSpPr>
          <p:nvPr/>
        </p:nvSpPr>
        <p:spPr>
          <a:xfrm>
            <a:off x="8829403" y="633392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4B8DE2-A4E8-46E4-8BBF-D75455EFF32C}"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C82C5630-CBE6-1D3C-0463-435EF795E350}"/>
              </a:ext>
            </a:extLst>
          </p:cNvPr>
          <p:cNvSpPr/>
          <p:nvPr/>
        </p:nvSpPr>
        <p:spPr bwMode="auto">
          <a:xfrm>
            <a:off x="8225118" y="5314037"/>
            <a:ext cx="2286000" cy="8757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0" name="TextBox 19">
            <a:extLst>
              <a:ext uri="{FF2B5EF4-FFF2-40B4-BE49-F238E27FC236}">
                <a16:creationId xmlns:a16="http://schemas.microsoft.com/office/drawing/2014/main" id="{DF9DF752-5509-8E02-868C-3343FC36DCA1}"/>
              </a:ext>
            </a:extLst>
          </p:cNvPr>
          <p:cNvSpPr txBox="1"/>
          <p:nvPr/>
        </p:nvSpPr>
        <p:spPr>
          <a:xfrm>
            <a:off x="8008146" y="4131026"/>
            <a:ext cx="27199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AWS Infrastructure </a:t>
            </a:r>
          </a:p>
        </p:txBody>
      </p:sp>
      <p:sp>
        <p:nvSpPr>
          <p:cNvPr id="21" name="TextBox 20">
            <a:extLst>
              <a:ext uri="{FF2B5EF4-FFF2-40B4-BE49-F238E27FC236}">
                <a16:creationId xmlns:a16="http://schemas.microsoft.com/office/drawing/2014/main" id="{81888C5B-361F-1FFD-869C-6C9C06AC292A}"/>
              </a:ext>
            </a:extLst>
          </p:cNvPr>
          <p:cNvSpPr txBox="1"/>
          <p:nvPr/>
        </p:nvSpPr>
        <p:spPr>
          <a:xfrm>
            <a:off x="8124954" y="4731831"/>
            <a:ext cx="3127440"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SageMaker HyperPod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Sagemaker Training Jobs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Parallel Cluster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G5/G6e/P4d/P5</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Inf2/ Trn1/Trn2</a:t>
            </a:r>
          </a:p>
        </p:txBody>
      </p:sp>
      <p:sp>
        <p:nvSpPr>
          <p:cNvPr id="22" name="Rounded Rectangle 21">
            <a:extLst>
              <a:ext uri="{FF2B5EF4-FFF2-40B4-BE49-F238E27FC236}">
                <a16:creationId xmlns:a16="http://schemas.microsoft.com/office/drawing/2014/main" id="{C448F7CF-3B8E-F09E-51C7-BE14CB2D7987}"/>
              </a:ext>
            </a:extLst>
          </p:cNvPr>
          <p:cNvSpPr/>
          <p:nvPr/>
        </p:nvSpPr>
        <p:spPr>
          <a:xfrm>
            <a:off x="8104091" y="4534843"/>
            <a:ext cx="2719943" cy="54162"/>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
        <p:nvSpPr>
          <p:cNvPr id="23" name="_2">
            <a:extLst>
              <a:ext uri="{FF2B5EF4-FFF2-40B4-BE49-F238E27FC236}">
                <a16:creationId xmlns:a16="http://schemas.microsoft.com/office/drawing/2014/main" id="{25E690FA-802E-087E-90D2-3389071C8443}"/>
              </a:ext>
            </a:extLst>
          </p:cNvPr>
          <p:cNvSpPr>
            <a:spLocks/>
          </p:cNvSpPr>
          <p:nvPr/>
        </p:nvSpPr>
        <p:spPr>
          <a:xfrm>
            <a:off x="7499503" y="1243308"/>
            <a:ext cx="4035575" cy="5090612"/>
          </a:xfrm>
          <a:prstGeom prst="roundRect">
            <a:avLst>
              <a:gd name="adj" fmla="val 18040"/>
            </a:avLst>
          </a:prstGeom>
          <a:noFill/>
          <a:ln w="12700" cap="flat" cmpd="sng" algn="ctr">
            <a:solidFill>
              <a:schemeClr val="accent2"/>
            </a:solidFill>
            <a:prstDash val="solid"/>
            <a:miter lim="800000"/>
          </a:ln>
          <a:effectLst/>
        </p:spPr>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mazon Ember"/>
              <a:ea typeface="+mn-ea"/>
              <a:cs typeface="+mn-cs"/>
            </a:endParaRPr>
          </a:p>
        </p:txBody>
      </p:sp>
      <p:sp>
        <p:nvSpPr>
          <p:cNvPr id="28" name="Rounded Rectangle 27">
            <a:extLst>
              <a:ext uri="{FF2B5EF4-FFF2-40B4-BE49-F238E27FC236}">
                <a16:creationId xmlns:a16="http://schemas.microsoft.com/office/drawing/2014/main" id="{56E24340-7FCA-1250-438A-EA06BDEB3D3D}"/>
              </a:ext>
            </a:extLst>
          </p:cNvPr>
          <p:cNvSpPr/>
          <p:nvPr/>
        </p:nvSpPr>
        <p:spPr>
          <a:xfrm>
            <a:off x="425038" y="3912947"/>
            <a:ext cx="6425915" cy="62071"/>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Tree>
    <p:extLst>
      <p:ext uri="{BB962C8B-B14F-4D97-AF65-F5344CB8AC3E}">
        <p14:creationId xmlns:p14="http://schemas.microsoft.com/office/powerpoint/2010/main" val="194762655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A26766-13E6-3CE8-CF35-E8CE56E58DAD}"/>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CC0C2BD-C30F-7FF1-9447-6CEEDFEE5671}"/>
              </a:ext>
            </a:extLst>
          </p:cNvPr>
          <p:cNvSpPr txBox="1"/>
          <p:nvPr/>
        </p:nvSpPr>
        <p:spPr>
          <a:xfrm>
            <a:off x="399994" y="1785763"/>
            <a:ext cx="739784" cy="1569660"/>
          </a:xfrm>
          <a:prstGeom prst="rect">
            <a:avLst/>
          </a:prstGeom>
          <a:noFill/>
        </p:spPr>
        <p:txBody>
          <a:bodyPr wrap="square" lIns="0" rIns="0" rtlCol="0">
            <a:spAutoFit/>
          </a:bodyPr>
          <a:lstStyle/>
          <a:p>
            <a:pPr marL="0" marR="0" lvl="0" indent="0" algn="ctr" defTabSz="904876"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300" normalizeH="0" baseline="0" noProof="0" dirty="0">
                <a:ln>
                  <a:noFill/>
                </a:ln>
                <a:gradFill>
                  <a:gsLst>
                    <a:gs pos="14000">
                      <a:srgbClr val="289EFF"/>
                    </a:gs>
                    <a:gs pos="86000">
                      <a:srgbClr val="DB2BB6"/>
                    </a:gs>
                  </a:gsLst>
                  <a:lin ang="2700000" scaled="0"/>
                </a:gradFill>
                <a:effectLst/>
                <a:uLnTx/>
                <a:uFillTx/>
                <a:latin typeface="Amazon Ember Display Heavy" panose="020F0603020204020204" pitchFamily="34" charset="0"/>
                <a:ea typeface="Amazon Ember Display Heavy" panose="020F0603020204020204" pitchFamily="34" charset="0"/>
                <a:cs typeface="Amazon Ember Display Heavy" panose="020F0603020204020204" pitchFamily="34" charset="0"/>
              </a:rPr>
              <a:t>3</a:t>
            </a:r>
          </a:p>
        </p:txBody>
      </p:sp>
      <p:sp>
        <p:nvSpPr>
          <p:cNvPr id="15" name="Rectangle 14">
            <a:extLst>
              <a:ext uri="{FF2B5EF4-FFF2-40B4-BE49-F238E27FC236}">
                <a16:creationId xmlns:a16="http://schemas.microsoft.com/office/drawing/2014/main" id="{484F4844-19F9-878B-CC2B-8B011196CDF8}"/>
              </a:ext>
            </a:extLst>
          </p:cNvPr>
          <p:cNvSpPr/>
          <p:nvPr/>
        </p:nvSpPr>
        <p:spPr bwMode="auto">
          <a:xfrm>
            <a:off x="1230681" y="1746560"/>
            <a:ext cx="5905021" cy="213631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Reduce Inference costs: </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Lower production costs while maintaining performance</a:t>
            </a:r>
          </a:p>
          <a:p>
            <a:pPr marL="28575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Optimized serving infrastructure</a:t>
            </a:r>
          </a:p>
          <a:p>
            <a:pPr marL="28575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Caching and batching techniques</a:t>
            </a:r>
          </a:p>
          <a:p>
            <a:pPr marL="28575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Kernel customization</a:t>
            </a:r>
          </a:p>
          <a:p>
            <a:pPr marL="28575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6" name="TextBox 25">
            <a:extLst>
              <a:ext uri="{FF2B5EF4-FFF2-40B4-BE49-F238E27FC236}">
                <a16:creationId xmlns:a16="http://schemas.microsoft.com/office/drawing/2014/main" id="{F5A13A07-7482-DC96-8B27-7A19D41B3E8E}"/>
              </a:ext>
            </a:extLst>
          </p:cNvPr>
          <p:cNvSpPr txBox="1"/>
          <p:nvPr/>
        </p:nvSpPr>
        <p:spPr>
          <a:xfrm>
            <a:off x="1794991" y="1327286"/>
            <a:ext cx="93631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35" name="Title 34">
            <a:extLst>
              <a:ext uri="{FF2B5EF4-FFF2-40B4-BE49-F238E27FC236}">
                <a16:creationId xmlns:a16="http://schemas.microsoft.com/office/drawing/2014/main" id="{60344D23-8096-D1CD-A481-E07B4DA947CD}"/>
              </a:ext>
            </a:extLst>
          </p:cNvPr>
          <p:cNvSpPr>
            <a:spLocks noGrp="1"/>
          </p:cNvSpPr>
          <p:nvPr>
            <p:ph type="title"/>
          </p:nvPr>
        </p:nvSpPr>
        <p:spPr/>
        <p:txBody>
          <a:bodyPr>
            <a:noAutofit/>
          </a:bodyPr>
          <a:lstStyle/>
          <a:p>
            <a:r>
              <a:rPr lang="en-US" sz="4000" b="1" dirty="0">
                <a:latin typeface="Amazon Ember" panose="020B0603020204020204" pitchFamily="34" charset="0"/>
                <a:ea typeface="Amazon Ember" panose="020B0603020204020204" pitchFamily="34" charset="0"/>
                <a:cs typeface="Amazon Ember" panose="020B0603020204020204" pitchFamily="34" charset="0"/>
              </a:rPr>
              <a:t>Inference</a:t>
            </a:r>
          </a:p>
        </p:txBody>
      </p:sp>
      <p:sp>
        <p:nvSpPr>
          <p:cNvPr id="98" name="Rectangle 97">
            <a:extLst>
              <a:ext uri="{FF2B5EF4-FFF2-40B4-BE49-F238E27FC236}">
                <a16:creationId xmlns:a16="http://schemas.microsoft.com/office/drawing/2014/main" id="{63F861BD-B88A-EED2-5B3F-3B516009080B}"/>
              </a:ext>
            </a:extLst>
          </p:cNvPr>
          <p:cNvSpPr/>
          <p:nvPr/>
        </p:nvSpPr>
        <p:spPr bwMode="auto">
          <a:xfrm>
            <a:off x="6981954" y="8751652"/>
            <a:ext cx="2286000" cy="8757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Rectangle 8">
            <a:extLst>
              <a:ext uri="{FF2B5EF4-FFF2-40B4-BE49-F238E27FC236}">
                <a16:creationId xmlns:a16="http://schemas.microsoft.com/office/drawing/2014/main" id="{F250B072-5982-1D84-4199-3303AA24B87E}"/>
              </a:ext>
            </a:extLst>
          </p:cNvPr>
          <p:cNvSpPr/>
          <p:nvPr/>
        </p:nvSpPr>
        <p:spPr bwMode="auto">
          <a:xfrm>
            <a:off x="8343211" y="1643092"/>
            <a:ext cx="2286000" cy="8757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12" name="TextBox 11">
            <a:extLst>
              <a:ext uri="{FF2B5EF4-FFF2-40B4-BE49-F238E27FC236}">
                <a16:creationId xmlns:a16="http://schemas.microsoft.com/office/drawing/2014/main" id="{021EE91D-55C0-92C6-BCF4-DAB8676EE5F0}"/>
              </a:ext>
            </a:extLst>
          </p:cNvPr>
          <p:cNvSpPr txBox="1"/>
          <p:nvPr/>
        </p:nvSpPr>
        <p:spPr>
          <a:xfrm>
            <a:off x="7959102" y="1698274"/>
            <a:ext cx="29566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Sample Framework Tools</a:t>
            </a:r>
          </a:p>
        </p:txBody>
      </p:sp>
      <p:sp>
        <p:nvSpPr>
          <p:cNvPr id="13" name="Rounded Rectangle 12">
            <a:extLst>
              <a:ext uri="{FF2B5EF4-FFF2-40B4-BE49-F238E27FC236}">
                <a16:creationId xmlns:a16="http://schemas.microsoft.com/office/drawing/2014/main" id="{BC43943B-1801-7607-6077-23E0DD33A58E}"/>
              </a:ext>
            </a:extLst>
          </p:cNvPr>
          <p:cNvSpPr/>
          <p:nvPr/>
        </p:nvSpPr>
        <p:spPr>
          <a:xfrm>
            <a:off x="8056695" y="2229134"/>
            <a:ext cx="2622350" cy="69946"/>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
        <p:nvSpPr>
          <p:cNvPr id="14" name="Rectangle 13">
            <a:extLst>
              <a:ext uri="{FF2B5EF4-FFF2-40B4-BE49-F238E27FC236}">
                <a16:creationId xmlns:a16="http://schemas.microsoft.com/office/drawing/2014/main" id="{28CA5FBE-9332-62F1-06E5-170AF77D7EA1}"/>
              </a:ext>
            </a:extLst>
          </p:cNvPr>
          <p:cNvSpPr/>
          <p:nvPr/>
        </p:nvSpPr>
        <p:spPr bwMode="auto">
          <a:xfrm>
            <a:off x="7711318" y="2388502"/>
            <a:ext cx="4311357" cy="406188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vLLM – Paged Attention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TensorRT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NxDI</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Faster Transformer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GPTQ/AWQ Quantization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Custom Kernels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Triton/Dynamo</a:t>
            </a:r>
          </a:p>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a:p>
            <a:pPr marL="0" marR="0" lvl="0" indent="0" algn="l" defTabSz="932472" rtl="0" eaLnBrk="1" fontAlgn="base"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 </a:t>
            </a:r>
          </a:p>
        </p:txBody>
      </p:sp>
      <p:sp>
        <p:nvSpPr>
          <p:cNvPr id="16" name="Slide Number Placeholder 2">
            <a:extLst>
              <a:ext uri="{FF2B5EF4-FFF2-40B4-BE49-F238E27FC236}">
                <a16:creationId xmlns:a16="http://schemas.microsoft.com/office/drawing/2014/main" id="{07B8B988-A609-2DFC-48BA-33119D2A4829}"/>
              </a:ext>
            </a:extLst>
          </p:cNvPr>
          <p:cNvSpPr txBox="1">
            <a:spLocks/>
          </p:cNvSpPr>
          <p:nvPr/>
        </p:nvSpPr>
        <p:spPr>
          <a:xfrm>
            <a:off x="9025367" y="6321067"/>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B4B8DE2-A4E8-46E4-8BBF-D75455EFF32C}"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tint val="82000"/>
                </a:prstClr>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25C752F7-BF7A-53B6-AF92-E5FD9424A0E2}"/>
              </a:ext>
            </a:extLst>
          </p:cNvPr>
          <p:cNvSpPr/>
          <p:nvPr/>
        </p:nvSpPr>
        <p:spPr bwMode="auto">
          <a:xfrm>
            <a:off x="8225118" y="5314037"/>
            <a:ext cx="2286000" cy="87571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60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0" name="TextBox 19">
            <a:extLst>
              <a:ext uri="{FF2B5EF4-FFF2-40B4-BE49-F238E27FC236}">
                <a16:creationId xmlns:a16="http://schemas.microsoft.com/office/drawing/2014/main" id="{A9FD35BD-2077-6D33-01F6-B946D2788CBB}"/>
              </a:ext>
            </a:extLst>
          </p:cNvPr>
          <p:cNvSpPr txBox="1"/>
          <p:nvPr/>
        </p:nvSpPr>
        <p:spPr>
          <a:xfrm>
            <a:off x="8056695" y="4330441"/>
            <a:ext cx="27199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AWS Infrastructure </a:t>
            </a:r>
          </a:p>
        </p:txBody>
      </p:sp>
      <p:sp>
        <p:nvSpPr>
          <p:cNvPr id="21" name="TextBox 20">
            <a:extLst>
              <a:ext uri="{FF2B5EF4-FFF2-40B4-BE49-F238E27FC236}">
                <a16:creationId xmlns:a16="http://schemas.microsoft.com/office/drawing/2014/main" id="{DDA46F59-0D26-E897-11C0-F917A82EDB05}"/>
              </a:ext>
            </a:extLst>
          </p:cNvPr>
          <p:cNvSpPr txBox="1"/>
          <p:nvPr/>
        </p:nvSpPr>
        <p:spPr>
          <a:xfrm>
            <a:off x="8124954" y="4864562"/>
            <a:ext cx="3127440"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SageMaker Endpoints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Bedrock Custom Model Import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EKS/ECS</a:t>
            </a:r>
          </a:p>
        </p:txBody>
      </p:sp>
      <p:sp>
        <p:nvSpPr>
          <p:cNvPr id="22" name="Rounded Rectangle 21">
            <a:extLst>
              <a:ext uri="{FF2B5EF4-FFF2-40B4-BE49-F238E27FC236}">
                <a16:creationId xmlns:a16="http://schemas.microsoft.com/office/drawing/2014/main" id="{98707076-3A04-DE4B-2106-74B3F34C742F}"/>
              </a:ext>
            </a:extLst>
          </p:cNvPr>
          <p:cNvSpPr/>
          <p:nvPr/>
        </p:nvSpPr>
        <p:spPr>
          <a:xfrm>
            <a:off x="8152640" y="4734258"/>
            <a:ext cx="2719943" cy="54162"/>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
        <p:nvSpPr>
          <p:cNvPr id="23" name="_2">
            <a:extLst>
              <a:ext uri="{FF2B5EF4-FFF2-40B4-BE49-F238E27FC236}">
                <a16:creationId xmlns:a16="http://schemas.microsoft.com/office/drawing/2014/main" id="{5B289BEF-7F47-78DE-1A97-87A668D19224}"/>
              </a:ext>
            </a:extLst>
          </p:cNvPr>
          <p:cNvSpPr>
            <a:spLocks/>
          </p:cNvSpPr>
          <p:nvPr/>
        </p:nvSpPr>
        <p:spPr>
          <a:xfrm>
            <a:off x="7499503" y="1243308"/>
            <a:ext cx="4035575" cy="5090612"/>
          </a:xfrm>
          <a:prstGeom prst="roundRect">
            <a:avLst>
              <a:gd name="adj" fmla="val 18040"/>
            </a:avLst>
          </a:prstGeom>
          <a:noFill/>
          <a:ln w="12700" cap="flat" cmpd="sng" algn="ctr">
            <a:solidFill>
              <a:schemeClr val="accent2"/>
            </a:solidFill>
            <a:prstDash val="solid"/>
            <a:miter lim="800000"/>
          </a:ln>
          <a:effectLst/>
        </p:spPr>
        <p:txBody>
          <a:bodyPr lIns="0" tIns="0" rIns="0" bIns="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Amazon Ember"/>
              <a:ea typeface="+mn-ea"/>
              <a:cs typeface="+mn-cs"/>
            </a:endParaRPr>
          </a:p>
        </p:txBody>
      </p:sp>
      <p:sp>
        <p:nvSpPr>
          <p:cNvPr id="7" name="TextBox 6">
            <a:extLst>
              <a:ext uri="{FF2B5EF4-FFF2-40B4-BE49-F238E27FC236}">
                <a16:creationId xmlns:a16="http://schemas.microsoft.com/office/drawing/2014/main" id="{FEDE3231-2BE4-A75E-2045-9F2A32AD3DE7}"/>
              </a:ext>
            </a:extLst>
          </p:cNvPr>
          <p:cNvSpPr txBox="1"/>
          <p:nvPr/>
        </p:nvSpPr>
        <p:spPr>
          <a:xfrm>
            <a:off x="399994" y="4464345"/>
            <a:ext cx="739784" cy="1569660"/>
          </a:xfrm>
          <a:prstGeom prst="rect">
            <a:avLst/>
          </a:prstGeom>
          <a:noFill/>
        </p:spPr>
        <p:txBody>
          <a:bodyPr wrap="square" lIns="0" rIns="0" rtlCol="0">
            <a:spAutoFit/>
          </a:bodyPr>
          <a:lstStyle/>
          <a:p>
            <a:pPr marL="0" marR="0" lvl="0" indent="0" algn="ctr" defTabSz="904876"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300" normalizeH="0" baseline="0" noProof="0" dirty="0">
                <a:ln>
                  <a:noFill/>
                </a:ln>
                <a:gradFill>
                  <a:gsLst>
                    <a:gs pos="14000">
                      <a:srgbClr val="289EFF"/>
                    </a:gs>
                    <a:gs pos="86000">
                      <a:srgbClr val="DB2BB6"/>
                    </a:gs>
                  </a:gsLst>
                  <a:lin ang="2700000" scaled="0"/>
                </a:gradFill>
                <a:effectLst/>
                <a:uLnTx/>
                <a:uFillTx/>
                <a:latin typeface="Amazon Ember Display Heavy" panose="020F0603020204020204" pitchFamily="34" charset="0"/>
                <a:ea typeface="Amazon Ember Display Heavy" panose="020F0603020204020204" pitchFamily="34" charset="0"/>
                <a:cs typeface="Amazon Ember Display Heavy" panose="020F0603020204020204" pitchFamily="34" charset="0"/>
              </a:rPr>
              <a:t>4</a:t>
            </a:r>
          </a:p>
        </p:txBody>
      </p:sp>
      <p:sp>
        <p:nvSpPr>
          <p:cNvPr id="8" name="Rectangle 7">
            <a:extLst>
              <a:ext uri="{FF2B5EF4-FFF2-40B4-BE49-F238E27FC236}">
                <a16:creationId xmlns:a16="http://schemas.microsoft.com/office/drawing/2014/main" id="{58166DED-58DE-9A91-945D-9626B44FEC1F}"/>
              </a:ext>
            </a:extLst>
          </p:cNvPr>
          <p:cNvSpPr/>
          <p:nvPr/>
        </p:nvSpPr>
        <p:spPr bwMode="auto">
          <a:xfrm>
            <a:off x="1230681" y="4425142"/>
            <a:ext cx="5905021" cy="213631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1" indent="0" algn="l" defTabSz="914400" rtl="0" eaLnBrk="1" fontAlgn="base"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Smaller models but just as powerful: </a:t>
            </a: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Deliver cost efficient small models without minimal performance degradation </a:t>
            </a:r>
          </a:p>
          <a:p>
            <a:pPr marL="28575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Pruning and distillation</a:t>
            </a:r>
          </a:p>
          <a:p>
            <a:pPr marL="28575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rPr>
              <a:t>Quantization (INT8, FP16)</a:t>
            </a:r>
          </a:p>
          <a:p>
            <a:pPr marL="285750" marR="0" lvl="1" indent="-285750" algn="l" defTabSz="914400" rtl="0" eaLnBrk="1" fontAlgn="base" latinLnBrk="0" hangingPunct="1">
              <a:lnSpc>
                <a:spcPct val="10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27" name="Rounded Rectangle 26">
            <a:extLst>
              <a:ext uri="{FF2B5EF4-FFF2-40B4-BE49-F238E27FC236}">
                <a16:creationId xmlns:a16="http://schemas.microsoft.com/office/drawing/2014/main" id="{D053F2CC-F318-D6B3-D25D-B31B11709E06}"/>
              </a:ext>
            </a:extLst>
          </p:cNvPr>
          <p:cNvSpPr/>
          <p:nvPr/>
        </p:nvSpPr>
        <p:spPr>
          <a:xfrm>
            <a:off x="425038" y="3792840"/>
            <a:ext cx="6425915" cy="62071"/>
          </a:xfrm>
          <a:prstGeom prst="roundRect">
            <a:avLst>
              <a:gd name="adj" fmla="val 50000"/>
            </a:avLst>
          </a:prstGeom>
          <a:blipFill>
            <a:blip r:embed="rId3"/>
            <a:stretch>
              <a:fillRect l="-34499" t="-8100840" r="-9003" b="-508794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34687" rtl="0" eaLnBrk="1" fontAlgn="auto" latinLnBrk="0" hangingPunct="1">
              <a:lnSpc>
                <a:spcPct val="100000"/>
              </a:lnSpc>
              <a:spcBef>
                <a:spcPts val="0"/>
              </a:spcBef>
              <a:spcAft>
                <a:spcPts val="0"/>
              </a:spcAft>
              <a:buClrTx/>
              <a:buSzTx/>
              <a:buFontTx/>
              <a:buNone/>
              <a:tabLst/>
              <a:defRPr/>
            </a:pPr>
            <a:endParaRPr kumimoji="0" lang="en-US" sz="2498" b="0" i="0" u="none" strike="noStrike" kern="1200" cap="none" spc="0" normalizeH="0" baseline="0" noProof="0" dirty="0">
              <a:ln>
                <a:noFill/>
              </a:ln>
              <a:solidFill>
                <a:srgbClr val="FFFFFF"/>
              </a:solidFill>
              <a:effectLst/>
              <a:uLnTx/>
              <a:uFillTx/>
              <a:latin typeface="Amazon Ember Display"/>
              <a:ea typeface="+mn-ea"/>
              <a:cs typeface="+mn-cs"/>
            </a:endParaRPr>
          </a:p>
        </p:txBody>
      </p:sp>
    </p:spTree>
    <p:extLst>
      <p:ext uri="{BB962C8B-B14F-4D97-AF65-F5344CB8AC3E}">
        <p14:creationId xmlns:p14="http://schemas.microsoft.com/office/powerpoint/2010/main" val="327109112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WS Confidential Light">
  <a:themeElements>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fontScheme name="Ember Heavy and Ember">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Presentation2" id="{9669ED17-9462-D14C-B6E5-447B788E9B2B}" vid="{91E6B8BE-7767-2D49-A594-4B5A32E9F08B}"/>
    </a:ext>
  </a:extLst>
</a:theme>
</file>

<file path=ppt/theme/theme2.xml><?xml version="1.0" encoding="utf-8"?>
<a:theme xmlns:a="http://schemas.openxmlformats.org/drawingml/2006/main" name="AWS Confidential Dark">
  <a:themeElements>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AWS Confidential Light">
  <a:themeElements>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fontScheme name="Ember Heavy and Ember">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Presentation2" id="{9669ED17-9462-D14C-B6E5-447B788E9B2B}" vid="{91E6B8BE-7767-2D49-A594-4B5A32E9F08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themeOverride>
</file>

<file path=ppt/theme/themeOverride2.xml><?xml version="1.0" encoding="utf-8"?>
<a:themeOverride xmlns:a="http://schemas.openxmlformats.org/drawingml/2006/main">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31027CB-BA99-4849-AD2B-D501A617C772}">
  <we:reference id="wa200001625" version="1.0.0.8" store="en-US" storeType="OMEX"/>
  <we:alternateReferences>
    <we:reference id="wa200001625" version="1.0.0.8" store="wa2000016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183723</TotalTime>
  <Words>4544</Words>
  <Application>Microsoft Macintosh PowerPoint</Application>
  <PresentationFormat>Widescreen</PresentationFormat>
  <Paragraphs>486</Paragraphs>
  <Slides>34</Slides>
  <Notes>29</Notes>
  <HiddenSlides>2</HiddenSlides>
  <MMClips>0</MMClips>
  <ScaleCrop>false</ScaleCrop>
  <HeadingPairs>
    <vt:vector size="8" baseType="variant">
      <vt:variant>
        <vt:lpstr>Fonts Used</vt:lpstr>
      </vt:variant>
      <vt:variant>
        <vt:i4>19</vt:i4>
      </vt:variant>
      <vt:variant>
        <vt:lpstr>Theme</vt:lpstr>
      </vt:variant>
      <vt:variant>
        <vt:i4>4</vt:i4>
      </vt:variant>
      <vt:variant>
        <vt:lpstr>Embedded OLE Servers</vt:lpstr>
      </vt:variant>
      <vt:variant>
        <vt:i4>1</vt:i4>
      </vt:variant>
      <vt:variant>
        <vt:lpstr>Slide Titles</vt:lpstr>
      </vt:variant>
      <vt:variant>
        <vt:i4>34</vt:i4>
      </vt:variant>
    </vt:vector>
  </HeadingPairs>
  <TitlesOfParts>
    <vt:vector size="58" baseType="lpstr">
      <vt:lpstr>Amazon Ember</vt:lpstr>
      <vt:lpstr>Amazon Ember Display</vt:lpstr>
      <vt:lpstr>Amazon Ember Display Heavy</vt:lpstr>
      <vt:lpstr>Amazon Ember Display Light</vt:lpstr>
      <vt:lpstr>Amazon Ember Heavy</vt:lpstr>
      <vt:lpstr>Amazon Ember Light</vt:lpstr>
      <vt:lpstr>Amazon Ember Mono</vt:lpstr>
      <vt:lpstr>Aptos</vt:lpstr>
      <vt:lpstr>Aptos Display</vt:lpstr>
      <vt:lpstr>Arial</vt:lpstr>
      <vt:lpstr>Calibri</vt:lpstr>
      <vt:lpstr>Calibri (Body)</vt:lpstr>
      <vt:lpstr>Inter</vt:lpstr>
      <vt:lpstr>Lucida Console</vt:lpstr>
      <vt:lpstr>Optimistic Display Light</vt:lpstr>
      <vt:lpstr>Optimistic Text</vt:lpstr>
      <vt:lpstr>Optimistic Text Light</vt:lpstr>
      <vt:lpstr>Symbol</vt:lpstr>
      <vt:lpstr>Wingdings</vt:lpstr>
      <vt:lpstr>AWS Confidential Light</vt:lpstr>
      <vt:lpstr>AWS Confidential Dark</vt:lpstr>
      <vt:lpstr>2_AWS Confidential Light</vt:lpstr>
      <vt:lpstr>Office Theme</vt:lpstr>
      <vt:lpstr>think-cell Slide</vt:lpstr>
      <vt:lpstr>Accelerate Model Customization on AWS with SageMaker HyperPod</vt:lpstr>
      <vt:lpstr>Generative AI Stack</vt:lpstr>
      <vt:lpstr>Generative AI Stack</vt:lpstr>
      <vt:lpstr>Top reasons to customize models</vt:lpstr>
      <vt:lpstr>Top model optimization requests</vt:lpstr>
      <vt:lpstr>Optimization and scaling strategies</vt:lpstr>
      <vt:lpstr>Cost considerations </vt:lpstr>
      <vt:lpstr>Challenges with training large-scale models</vt:lpstr>
      <vt:lpstr>PowerPoint Presentation</vt:lpstr>
      <vt:lpstr>HyperPod-EKS: Simplified architecture</vt:lpstr>
      <vt:lpstr>HyperPod’s versatile environment is highly customizable  </vt:lpstr>
      <vt:lpstr>HyperPod-Slurm: Simplified architecture</vt:lpstr>
      <vt:lpstr>Optimized recipes for HyperPod get you started to fine-tune publicly available FMs in minutes</vt:lpstr>
      <vt:lpstr>HyperPod provides a scalable infrastructure </vt:lpstr>
      <vt:lpstr>HyperPod’s resilient features  help reduce training time by up to 40%</vt:lpstr>
      <vt:lpstr>PowerPoint Presentation</vt:lpstr>
      <vt:lpstr>End-To-End FM Training Plan - Phases</vt:lpstr>
      <vt:lpstr>HyperPod provides advanced observability and experimental tools to increase accuracy and efficiency </vt:lpstr>
      <vt:lpstr>HyperPod and managed MLflow integration helps efficiently manage model experimentation </vt:lpstr>
      <vt:lpstr>PowerPoint Presentation</vt:lpstr>
      <vt:lpstr>Rise of inferencing compute demand </vt:lpstr>
      <vt:lpstr>PowerPoint Presentation</vt:lpstr>
      <vt:lpstr>PowerPoint Presentation</vt:lpstr>
      <vt:lpstr>HyperPod flexible training plans help meet timelines and budgets by efficiently securing compute capacity </vt:lpstr>
      <vt:lpstr>Benefits of Amazon SageMaker HyperPod </vt:lpstr>
      <vt:lpstr>Top AI companies use HyperPod to train and deploy models</vt:lpstr>
      <vt:lpstr>SageMaker HyperPod’s distributed training libraries helps us improve large scale model training performance. And its resiliency feature saves time as we monitor and manage infrastructure. Training our foundation models on SageMaker HyperPod will increase our speed to market and help us provide quality solutions for our customers at pace.</vt:lpstr>
      <vt:lpstr>SageMaker HyperPod greatly streamlined the setup, configuration, and administration of our GPU SLURM cluster. Several of our research teams now run large, distributed training jobs daily, and the SageMaker team has significantly boosted our training efficiency by 20% due to reduced operational overhead contributed by hardware resiliency features and highly responsive support.</vt:lpstr>
      <vt:lpstr>SageMaker HyperPod’s purpose-built resiliency and performance capabilities have enabled our open science team to focus on innovating and publishing important improvements to the ways foundation models are built, rather than managing infrastructure. This automated job recovery feature helped us minimize disruption during the foundation model training process, helping us save hundreds of hours of training time in just a year. </vt:lpstr>
      <vt:lpstr>SageMaker HyperPod’s built-in data and model parallel libraries helped us optimize training time on GPUs and double the training throughput. As a result, our training experiments can now run twice as fast, which means our developers can iterate more quickly, accelerating the development of new generative AI experiences for our customers.</vt:lpstr>
      <vt:lpstr>Hippocratic AI, an AI company that develops the first safety-focused Large Language Model (LLM) for healthcare. To train its primary LLM and the supervisor models, Hippocratic AI required powerful compute resources, which were in high demand and difficult to obtain. Amazon SageMaker HyperPod flexible training plans made it easier for them to gain access to Amazon Elastic Compute Cloud (Amazon EC2) P5 Instances. HippocraticAI is also leveraging AWS services such as Grafana to track important GPU utilization metrics. Using Amazon EC2 P5 Instances, Hippocratic AI has increased model training speed by four times and scales its solution to accommodate hundreds of use cases. It helped them to secure the required compute resources and train models quickly. </vt:lpstr>
      <vt:lpstr>Developers and data scientists at OpenBabylon, an AI company that customizes large language models for underrepresented languages, has been using SageMaker HyperPod flexible training plans for a few months to streamline their access to GPU resources to run large scale experiments. Using the multi-node SageMaker HyperPod’s distributed training capabilities, they conducted 100 large scale model training experiments, achieving state-of-the-art results in English-to-Ukrainian translation. This breakthrough was achieved on time and cost-effectively, demonstrating SageMaker HyperPod’s ability to successfully deliver complex projects on time and at budget.</vt:lpstr>
      <vt:lpstr>Training</vt:lpstr>
      <vt:lpstr>Inference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template includes</dc:title>
  <dc:creator>Microsoft Office User</dc:creator>
  <cp:lastModifiedBy>Ghadyali, Hamza</cp:lastModifiedBy>
  <cp:revision>156</cp:revision>
  <dcterms:created xsi:type="dcterms:W3CDTF">2022-07-18T16:28:56Z</dcterms:created>
  <dcterms:modified xsi:type="dcterms:W3CDTF">2025-09-12T19:15:06Z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2025-07-17T13:39:53Z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9d0db38a-6819-4fed-ac75-f21530e1d0ee</vt:lpwstr>
  </property>
  <property fmtid="{D5CDD505-2E9C-101B-9397-08002B2CF9AE}" pid="8" name="MSIP_Label_929eed6f-34eb-4453-9f97-09510b9b219f_ContentBits">
    <vt:lpwstr>0</vt:lpwstr>
  </property>
  <property fmtid="{D5CDD505-2E9C-101B-9397-08002B2CF9AE}" pid="9" name="MSIP_Label_929eed6f-34eb-4453-9f97-09510b9b219f_Tag">
    <vt:lpwstr>50, 3, 0, 1</vt:lpwstr>
  </property>
</Properties>
</file>